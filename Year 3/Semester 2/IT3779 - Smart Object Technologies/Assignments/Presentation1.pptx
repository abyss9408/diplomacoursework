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CB5BC-6975-4BD8-90AA-03AA3999F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8D323-C41C-4E62-A8F9-827A8B281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F8425-FFAD-46C5-8C02-BC6120CCD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87535-7B0D-4EEC-B0C2-6327B12EEC48}" type="datetimeFigureOut">
              <a:rPr lang="en-SG" smtClean="0"/>
              <a:t>17/12/2020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3F7ED-EBFC-444D-B784-6DB242630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59D80-E4A9-44B1-A695-7E3606BFB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863-596A-49F7-B616-246CD254BD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9665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E1EF-DADA-4362-B9EC-D26ED1F0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B1F57-3D49-4839-BBA3-47FA64C90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CAB6C-CFD6-471B-96F0-ED5F3DE85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87535-7B0D-4EEC-B0C2-6327B12EEC48}" type="datetimeFigureOut">
              <a:rPr lang="en-SG" smtClean="0"/>
              <a:t>17/12/2020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2254A-4C75-4777-9FEC-E6794A9B7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7A3D4-76E0-4AD9-AE70-30F3A178B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863-596A-49F7-B616-246CD254BD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68814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AAC6-1497-4486-8D51-CB23165E2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059F1-6CD3-4705-8D2F-70D33B1F4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80905-B2B3-4D31-84EB-1D55F5458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87535-7B0D-4EEC-B0C2-6327B12EEC48}" type="datetimeFigureOut">
              <a:rPr lang="en-SG" smtClean="0"/>
              <a:t>17/12/2020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B2BF7-09FD-4368-A9AD-24FCEC563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AB576-E1FD-4604-B53B-92137FD9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863-596A-49F7-B616-246CD254BD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848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A1EFB-BACF-48DD-99E1-5BA49EBA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43198-A61C-4F63-BFBE-08E7CFCF4F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7EC698-243E-4295-BBB2-8637EF4D9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F5171-FAD4-461E-BDF8-A85E4CB3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87535-7B0D-4EEC-B0C2-6327B12EEC48}" type="datetimeFigureOut">
              <a:rPr lang="en-SG" smtClean="0"/>
              <a:t>17/12/2020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2B12C-2A88-48C0-B772-23329070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291A6-7FF7-4E3E-9F26-22255345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863-596A-49F7-B616-246CD254BD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38258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F43C6-E136-4A01-813C-87ABB92D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37329-C276-41CE-A0F7-65E6ADB38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392AC-7051-4167-841C-97084B331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CE6CF2-5BCB-492E-835C-8E198CD09D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2E022F-D30E-4A16-BCC6-9A330046E9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19F2A0-6293-4E59-8C40-455D656B8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87535-7B0D-4EEC-B0C2-6327B12EEC48}" type="datetimeFigureOut">
              <a:rPr lang="en-SG" smtClean="0"/>
              <a:t>17/12/2020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696E6F-DBEB-42F4-9856-64595ADE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656305-54A1-4132-9716-E795EC10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863-596A-49F7-B616-246CD254BD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0869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C8C42-BC5E-47D9-813B-799632B46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71C45-65EF-48F8-AD42-DB460B893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87535-7B0D-4EEC-B0C2-6327B12EEC48}" type="datetimeFigureOut">
              <a:rPr lang="en-SG" smtClean="0"/>
              <a:t>17/12/2020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B3F9B-0583-4C91-939F-C33F52F0B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40598-5D28-4622-AE9D-99009206E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863-596A-49F7-B616-246CD254BD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8443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3B4876-A140-4D7E-A24C-FE916456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87535-7B0D-4EEC-B0C2-6327B12EEC48}" type="datetimeFigureOut">
              <a:rPr lang="en-SG" smtClean="0"/>
              <a:t>17/12/2020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A22AA0-9AC1-4997-A13F-E3905D79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9B70C-A375-44BB-80B9-BBDBAB775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863-596A-49F7-B616-246CD254BD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1353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A17F8-FB81-43A4-A42A-9F398914C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83FF3-08D7-4EE8-90CF-6956B6202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2A822-E993-47B8-B27E-C658D879E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A4C50-491E-4CF2-B027-2B509139B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87535-7B0D-4EEC-B0C2-6327B12EEC48}" type="datetimeFigureOut">
              <a:rPr lang="en-SG" smtClean="0"/>
              <a:t>17/12/2020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017C4-0571-44E1-B5E0-DC4E60C10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2704D-B0E1-4AE0-B8BF-B75C64624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863-596A-49F7-B616-246CD254BD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8217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34C4-CB3A-4B4A-A0E1-87FEE613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EF6479-DB2F-4FF0-8E16-BC42FFE82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22AA2-9A00-4823-8F6D-AD032CCC0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47F0A-C807-408D-A1FC-0044873D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87535-7B0D-4EEC-B0C2-6327B12EEC48}" type="datetimeFigureOut">
              <a:rPr lang="en-SG" smtClean="0"/>
              <a:t>17/12/2020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3B83F-D84B-4582-ABE1-A45AE5F05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0BBE3-2CBC-473B-A839-6140E2EF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863-596A-49F7-B616-246CD254BD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5753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04A1-88FA-495C-9A71-2535B10C5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50C833-CE07-45B4-9E7B-FD1564815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E1673-9C07-4734-BEEE-98A629EE3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87535-7B0D-4EEC-B0C2-6327B12EEC48}" type="datetimeFigureOut">
              <a:rPr lang="en-SG" smtClean="0"/>
              <a:t>17/12/2020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CFF16-DCCA-4FCB-BF65-6E0BCD495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DA4C7-2BC7-4714-AB66-672001BB7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863-596A-49F7-B616-246CD254BD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68652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910C60-32EE-4237-8D4D-E9151012B4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2FEA6-7A50-40BD-9820-BF541E85E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0F21F-A6CB-4229-8464-9A21078BC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87535-7B0D-4EEC-B0C2-6327B12EEC48}" type="datetimeFigureOut">
              <a:rPr lang="en-SG" smtClean="0"/>
              <a:t>17/12/2020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F22C1-45D4-4C6B-AFE3-97D01A9D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3ABEB-F7CC-4DB2-9710-DEA017F48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863-596A-49F7-B616-246CD254BD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007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7704C-D8C0-4EB7-9569-C8AA7E300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2673C-23FB-4446-A111-1EDB062DE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92018-E233-4966-B21E-E0E24B33E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87535-7B0D-4EEC-B0C2-6327B12EEC48}" type="datetimeFigureOut">
              <a:rPr lang="en-SG" smtClean="0"/>
              <a:t>17/12/2020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405A6-331B-46A3-9413-6E896876A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0A922-8698-472B-BF74-69DE53696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863-596A-49F7-B616-246CD254BD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907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vending machine&#10;&#10;Description automatically generated">
            <a:extLst>
              <a:ext uri="{FF2B5EF4-FFF2-40B4-BE49-F238E27FC236}">
                <a16:creationId xmlns:a16="http://schemas.microsoft.com/office/drawing/2014/main" id="{D2C3781C-73DE-4137-BBFA-147BCBE4C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89" y="5206720"/>
            <a:ext cx="678835" cy="1018253"/>
          </a:xfrm>
          <a:prstGeom prst="rect">
            <a:avLst/>
          </a:prstGeom>
        </p:spPr>
      </p:pic>
      <p:pic>
        <p:nvPicPr>
          <p:cNvPr id="6" name="Picture 5" descr="A picture containing vending machine&#10;&#10;Description automatically generated">
            <a:extLst>
              <a:ext uri="{FF2B5EF4-FFF2-40B4-BE49-F238E27FC236}">
                <a16:creationId xmlns:a16="http://schemas.microsoft.com/office/drawing/2014/main" id="{046BBAE2-50F7-4A60-A678-8A627D644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865" y="5073984"/>
            <a:ext cx="678835" cy="1018253"/>
          </a:xfrm>
          <a:prstGeom prst="rect">
            <a:avLst/>
          </a:prstGeom>
        </p:spPr>
      </p:pic>
      <p:pic>
        <p:nvPicPr>
          <p:cNvPr id="8" name="Picture 7" descr="A picture containing text, computer, electronics&#10;&#10;Description automatically generated">
            <a:extLst>
              <a:ext uri="{FF2B5EF4-FFF2-40B4-BE49-F238E27FC236}">
                <a16:creationId xmlns:a16="http://schemas.microsoft.com/office/drawing/2014/main" id="{A4A1625B-AA98-4F2F-9045-7AF96BC39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142" y="2579081"/>
            <a:ext cx="875723" cy="1509867"/>
          </a:xfrm>
          <a:prstGeom prst="rect">
            <a:avLst/>
          </a:prstGeom>
        </p:spPr>
      </p:pic>
      <p:pic>
        <p:nvPicPr>
          <p:cNvPr id="9" name="Picture 8" descr="A picture containing vending machine&#10;&#10;Description automatically generated">
            <a:extLst>
              <a:ext uri="{FF2B5EF4-FFF2-40B4-BE49-F238E27FC236}">
                <a16:creationId xmlns:a16="http://schemas.microsoft.com/office/drawing/2014/main" id="{88CC4F56-AF87-4105-913D-3BF81F1FB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988" y="5146669"/>
            <a:ext cx="678835" cy="1018253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3C80CDAE-C933-4381-BD16-6560C87AE2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188" y="2905432"/>
            <a:ext cx="1047136" cy="10471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9947DF6-5976-4565-9CE6-665CED95ED6C}"/>
              </a:ext>
            </a:extLst>
          </p:cNvPr>
          <p:cNvSpPr txBox="1"/>
          <p:nvPr/>
        </p:nvSpPr>
        <p:spPr>
          <a:xfrm>
            <a:off x="10010142" y="4285934"/>
            <a:ext cx="875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Server</a:t>
            </a:r>
            <a:endParaRPr lang="en-SG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902B0E-6CA4-47E5-89AF-E66C94610673}"/>
              </a:ext>
            </a:extLst>
          </p:cNvPr>
          <p:cNvSpPr txBox="1"/>
          <p:nvPr/>
        </p:nvSpPr>
        <p:spPr>
          <a:xfrm>
            <a:off x="8196354" y="4008934"/>
            <a:ext cx="1047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Local Database (Stores live data)</a:t>
            </a:r>
            <a:endParaRPr lang="en-SG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1FDD53-9BFE-467A-880C-FFE0ADF55E49}"/>
              </a:ext>
            </a:extLst>
          </p:cNvPr>
          <p:cNvCxnSpPr>
            <a:cxnSpLocks/>
          </p:cNvCxnSpPr>
          <p:nvPr/>
        </p:nvCxnSpPr>
        <p:spPr>
          <a:xfrm flipV="1">
            <a:off x="9040533" y="3113466"/>
            <a:ext cx="1065575" cy="145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Graphical user interface, application, website&#10;&#10;Description automatically generated">
            <a:extLst>
              <a:ext uri="{FF2B5EF4-FFF2-40B4-BE49-F238E27FC236}">
                <a16:creationId xmlns:a16="http://schemas.microsoft.com/office/drawing/2014/main" id="{F396860E-FB83-45FF-A93D-6E4AED3093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621" y="557403"/>
            <a:ext cx="1585808" cy="1153928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5A9F2D6-6D13-403D-833A-232F0E17E8DC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8516489" y="1711331"/>
            <a:ext cx="1280036" cy="1297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637C59E-4FA7-4B1C-AFF9-92CAA7E95818}"/>
              </a:ext>
            </a:extLst>
          </p:cNvPr>
          <p:cNvSpPr txBox="1"/>
          <p:nvPr/>
        </p:nvSpPr>
        <p:spPr>
          <a:xfrm>
            <a:off x="9880448" y="1739949"/>
            <a:ext cx="158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Dashboard (Displays live data)</a:t>
            </a:r>
            <a:endParaRPr lang="en-SG" sz="12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85B092D-C4D2-4EC1-99B4-40C1FEB6C465}"/>
              </a:ext>
            </a:extLst>
          </p:cNvPr>
          <p:cNvCxnSpPr/>
          <p:nvPr/>
        </p:nvCxnSpPr>
        <p:spPr>
          <a:xfrm>
            <a:off x="9796525" y="4961614"/>
            <a:ext cx="0" cy="310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24C58D8-74AA-42CE-BF6E-D528A47013D6}"/>
              </a:ext>
            </a:extLst>
          </p:cNvPr>
          <p:cNvCxnSpPr>
            <a:cxnSpLocks/>
          </p:cNvCxnSpPr>
          <p:nvPr/>
        </p:nvCxnSpPr>
        <p:spPr>
          <a:xfrm>
            <a:off x="8671756" y="5073984"/>
            <a:ext cx="0" cy="2533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347CC76C-AAAA-4548-B4D4-78C3D78A7E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698" y="719794"/>
            <a:ext cx="1287808" cy="860320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1A37A1C-523B-4937-8490-3472B2549054}"/>
              </a:ext>
            </a:extLst>
          </p:cNvPr>
          <p:cNvCxnSpPr>
            <a:cxnSpLocks/>
            <a:endCxn id="39" idx="2"/>
          </p:cNvCxnSpPr>
          <p:nvPr/>
        </p:nvCxnSpPr>
        <p:spPr>
          <a:xfrm flipH="1" flipV="1">
            <a:off x="7629602" y="1580114"/>
            <a:ext cx="749668" cy="1428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7FED42E-BF5B-4E27-8C69-D97F7594D604}"/>
              </a:ext>
            </a:extLst>
          </p:cNvPr>
          <p:cNvSpPr txBox="1"/>
          <p:nvPr/>
        </p:nvSpPr>
        <p:spPr>
          <a:xfrm>
            <a:off x="6650638" y="1794103"/>
            <a:ext cx="1121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Cloud (Storage and sharing of data)</a:t>
            </a:r>
            <a:endParaRPr lang="en-SG" sz="12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C3346BC-51AE-47DB-BF07-B266D0A940D7}"/>
              </a:ext>
            </a:extLst>
          </p:cNvPr>
          <p:cNvSpPr/>
          <p:nvPr/>
        </p:nvSpPr>
        <p:spPr>
          <a:xfrm>
            <a:off x="5732890" y="3113466"/>
            <a:ext cx="1252808" cy="646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 Integration (Extraction of relevant data)</a:t>
            </a:r>
            <a:endParaRPr lang="en-SG" sz="12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755B675-249B-4442-B60F-D7354ED75ECB}"/>
              </a:ext>
            </a:extLst>
          </p:cNvPr>
          <p:cNvCxnSpPr>
            <a:endCxn id="44" idx="3"/>
          </p:cNvCxnSpPr>
          <p:nvPr/>
        </p:nvCxnSpPr>
        <p:spPr>
          <a:xfrm flipH="1">
            <a:off x="6985698" y="3429000"/>
            <a:ext cx="1287808" cy="7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2DE5ABEC-364E-4D49-BCC2-0CC5B2DC77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065" y="3003272"/>
            <a:ext cx="1324208" cy="96418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444410F-CEAF-4A73-B1F4-5ECEF70341DD}"/>
              </a:ext>
            </a:extLst>
          </p:cNvPr>
          <p:cNvSpPr txBox="1"/>
          <p:nvPr/>
        </p:nvSpPr>
        <p:spPr>
          <a:xfrm>
            <a:off x="3875945" y="4088948"/>
            <a:ext cx="1324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Data Warehouse (Constructing the cube)</a:t>
            </a:r>
            <a:endParaRPr lang="en-SG" sz="1200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1B1BC8A-BCE6-4D3A-A403-594DC37F85E0}"/>
              </a:ext>
            </a:extLst>
          </p:cNvPr>
          <p:cNvCxnSpPr>
            <a:stCxn id="44" idx="1"/>
          </p:cNvCxnSpPr>
          <p:nvPr/>
        </p:nvCxnSpPr>
        <p:spPr>
          <a:xfrm flipH="1" flipV="1">
            <a:off x="4748834" y="3429000"/>
            <a:ext cx="984056" cy="7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 descr="Icon&#10;&#10;Description automatically generated">
            <a:extLst>
              <a:ext uri="{FF2B5EF4-FFF2-40B4-BE49-F238E27FC236}">
                <a16:creationId xmlns:a16="http://schemas.microsoft.com/office/drawing/2014/main" id="{05A2A831-3FC2-49F3-BD0E-3613AEA9A8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338" y="990493"/>
            <a:ext cx="1047136" cy="1047136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47319DBB-65DC-44E9-9FC9-336B785B428A}"/>
              </a:ext>
            </a:extLst>
          </p:cNvPr>
          <p:cNvSpPr txBox="1"/>
          <p:nvPr/>
        </p:nvSpPr>
        <p:spPr>
          <a:xfrm>
            <a:off x="4904829" y="2047036"/>
            <a:ext cx="1299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External Database (Stores historical data)</a:t>
            </a:r>
            <a:endParaRPr lang="en-SG" sz="120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3AC23B1-FDD7-4672-8092-38C3F36D286D}"/>
              </a:ext>
            </a:extLst>
          </p:cNvPr>
          <p:cNvCxnSpPr>
            <a:stCxn id="48" idx="0"/>
            <a:endCxn id="52" idx="2"/>
          </p:cNvCxnSpPr>
          <p:nvPr/>
        </p:nvCxnSpPr>
        <p:spPr>
          <a:xfrm flipV="1">
            <a:off x="4355169" y="2037629"/>
            <a:ext cx="465737" cy="965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1EC3A07-EA71-4262-9389-08CE484786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477" y="2986096"/>
            <a:ext cx="1574770" cy="885808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10AD79C-D68A-4A53-B54F-CA03D873A36B}"/>
              </a:ext>
            </a:extLst>
          </p:cNvPr>
          <p:cNvCxnSpPr>
            <a:endCxn id="57" idx="3"/>
          </p:cNvCxnSpPr>
          <p:nvPr/>
        </p:nvCxnSpPr>
        <p:spPr>
          <a:xfrm flipH="1" flipV="1">
            <a:off x="2771247" y="3429000"/>
            <a:ext cx="1162769" cy="56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5503D82-F786-4048-8C4B-FABD9DFC4AA1}"/>
              </a:ext>
            </a:extLst>
          </p:cNvPr>
          <p:cNvSpPr txBox="1"/>
          <p:nvPr/>
        </p:nvSpPr>
        <p:spPr>
          <a:xfrm>
            <a:off x="1176911" y="4088948"/>
            <a:ext cx="16415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Data Visualization Predictive Analytics (Displays historical data and predicts future data)</a:t>
            </a:r>
            <a:endParaRPr lang="en-SG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2DA2A52-BAD3-4714-AF53-A78707416DED}"/>
              </a:ext>
            </a:extLst>
          </p:cNvPr>
          <p:cNvCxnSpPr/>
          <p:nvPr/>
        </p:nvCxnSpPr>
        <p:spPr>
          <a:xfrm>
            <a:off x="11004605" y="4905955"/>
            <a:ext cx="0" cy="240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0BDB807-7DE8-4F64-BDA5-DC87E9853BFC}"/>
              </a:ext>
            </a:extLst>
          </p:cNvPr>
          <p:cNvCxnSpPr/>
          <p:nvPr/>
        </p:nvCxnSpPr>
        <p:spPr>
          <a:xfrm>
            <a:off x="10177670" y="2475098"/>
            <a:ext cx="0" cy="252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029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57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BRYAN ANG WEI ZE</dc:creator>
  <cp:lastModifiedBy>BRYAN ANG WEI ZE</cp:lastModifiedBy>
  <cp:revision>5</cp:revision>
  <dcterms:created xsi:type="dcterms:W3CDTF">2020-12-17T01:38:30Z</dcterms:created>
  <dcterms:modified xsi:type="dcterms:W3CDTF">2020-12-17T09:41:45Z</dcterms:modified>
</cp:coreProperties>
</file>