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7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383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714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6559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74671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651264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04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16027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0249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8406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47357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8106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5142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7417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3179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98886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34284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EFE14-BA67-407C-9DA2-6C6F5A7E5933}" type="datetimeFigureOut">
              <a:rPr lang="en-SG" smtClean="0"/>
              <a:t>31/10/2018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DE7AAA8-5228-4638-BEB9-46DB1F6B1D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5742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020486"/>
            <a:ext cx="7766936" cy="1646302"/>
          </a:xfrm>
        </p:spPr>
        <p:txBody>
          <a:bodyPr>
            <a:normAutofit fontScale="90000"/>
          </a:bodyPr>
          <a:lstStyle/>
          <a:p>
            <a:pPr algn="ctr"/>
            <a:r>
              <a:rPr lang="en-SG" dirty="0" smtClean="0"/>
              <a:t/>
            </a:r>
            <a:br>
              <a:rPr lang="en-SG" dirty="0" smtClean="0"/>
            </a:br>
            <a:r>
              <a:rPr lang="en-SG" dirty="0"/>
              <a:t/>
            </a:r>
            <a:br>
              <a:rPr lang="en-SG" dirty="0"/>
            </a:br>
            <a:r>
              <a:rPr lang="en-SG" dirty="0" smtClean="0"/>
              <a:t/>
            </a:r>
            <a:br>
              <a:rPr lang="en-SG" dirty="0" smtClean="0"/>
            </a:br>
            <a:r>
              <a:rPr lang="en-SG" dirty="0" smtClean="0"/>
              <a:t>ITP172 </a:t>
            </a:r>
            <a:r>
              <a:rPr lang="en-SG" sz="4800" dirty="0" smtClean="0"/>
              <a:t>Week 4</a:t>
            </a:r>
            <a:br>
              <a:rPr lang="en-SG" sz="4800" dirty="0" smtClean="0"/>
            </a:br>
            <a:r>
              <a:rPr lang="en-SG" sz="4800" dirty="0" smtClean="0"/>
              <a:t>Business Ideas Presentation</a:t>
            </a:r>
            <a:endParaRPr lang="en-SG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856191"/>
          </a:xfrm>
        </p:spPr>
        <p:txBody>
          <a:bodyPr>
            <a:normAutofit fontScale="47500" lnSpcReduction="20000"/>
          </a:bodyPr>
          <a:lstStyle/>
          <a:p>
            <a:pPr lvl="0" algn="ctr">
              <a:spcBef>
                <a:spcPts val="0"/>
              </a:spcBef>
            </a:pPr>
            <a:r>
              <a:rPr lang="en-GB" sz="5800" dirty="0" smtClean="0"/>
              <a:t>CS1804 Team 1</a:t>
            </a:r>
          </a:p>
          <a:p>
            <a:pPr lvl="0" algn="ctr">
              <a:spcBef>
                <a:spcPts val="0"/>
              </a:spcBef>
            </a:pPr>
            <a:endParaRPr lang="en-GB" sz="3600" dirty="0" smtClean="0"/>
          </a:p>
          <a:p>
            <a:pPr lvl="0" algn="ctr">
              <a:spcBef>
                <a:spcPts val="0"/>
              </a:spcBef>
            </a:pPr>
            <a:r>
              <a:rPr lang="en-GB" sz="3600" dirty="0" smtClean="0"/>
              <a:t>Leader</a:t>
            </a:r>
            <a:r>
              <a:rPr lang="en-GB" sz="3600" dirty="0"/>
              <a:t>: </a:t>
            </a:r>
            <a:r>
              <a:rPr lang="en-GB" sz="3600" dirty="0" smtClean="0"/>
              <a:t>Bryan</a:t>
            </a:r>
            <a:r>
              <a:rPr lang="en-GB" sz="3600" dirty="0" smtClean="0"/>
              <a:t>		</a:t>
            </a:r>
            <a:r>
              <a:rPr lang="en-GB" sz="3600" dirty="0" smtClean="0"/>
              <a:t>Member1 </a:t>
            </a:r>
            <a:r>
              <a:rPr lang="en-GB" sz="3600" dirty="0"/>
              <a:t>B</a:t>
            </a:r>
            <a:r>
              <a:rPr lang="en-GB" sz="3600" dirty="0" smtClean="0"/>
              <a:t>ryan</a:t>
            </a:r>
            <a:endParaRPr lang="en-GB" sz="3600" dirty="0"/>
          </a:p>
          <a:p>
            <a:pPr lvl="0" algn="ctr">
              <a:spcBef>
                <a:spcPts val="0"/>
              </a:spcBef>
            </a:pPr>
            <a:r>
              <a:rPr lang="en-GB" sz="3600" dirty="0"/>
              <a:t>Members: </a:t>
            </a:r>
            <a:r>
              <a:rPr lang="en-GB" sz="3600" dirty="0" smtClean="0"/>
              <a:t>	Member </a:t>
            </a:r>
            <a:r>
              <a:rPr lang="en-GB" sz="3600" dirty="0" smtClean="0"/>
              <a:t>2 Eric</a:t>
            </a:r>
            <a:endParaRPr lang="en-GB" sz="3600" dirty="0" smtClean="0"/>
          </a:p>
          <a:p>
            <a:pPr lvl="0" algn="ctr">
              <a:spcBef>
                <a:spcPts val="0"/>
              </a:spcBef>
            </a:pPr>
            <a:r>
              <a:rPr lang="en-GB" sz="3600" dirty="0"/>
              <a:t>	</a:t>
            </a:r>
            <a:r>
              <a:rPr lang="en-GB" sz="3600" dirty="0" smtClean="0"/>
              <a:t>		Member </a:t>
            </a:r>
            <a:r>
              <a:rPr lang="en-GB" sz="3600" dirty="0" smtClean="0"/>
              <a:t>3 </a:t>
            </a:r>
            <a:r>
              <a:rPr lang="en-GB" sz="3600" dirty="0" err="1" smtClean="0"/>
              <a:t>Sherwinn</a:t>
            </a:r>
            <a:endParaRPr lang="en-GB" sz="3600" dirty="0"/>
          </a:p>
          <a:p>
            <a:pPr lvl="0" algn="ctr">
              <a:spcBef>
                <a:spcPts val="0"/>
              </a:spcBef>
            </a:pPr>
            <a:r>
              <a:rPr lang="en-GB" sz="3600" dirty="0" smtClean="0"/>
              <a:t>			Member </a:t>
            </a:r>
            <a:r>
              <a:rPr lang="en-GB" sz="3600" dirty="0" smtClean="0"/>
              <a:t>4 </a:t>
            </a:r>
            <a:r>
              <a:rPr lang="en-GB" sz="3600" dirty="0" err="1" smtClean="0"/>
              <a:t>XiaoXin</a:t>
            </a:r>
            <a:endParaRPr lang="en-GB" sz="3600" dirty="0" smtClean="0"/>
          </a:p>
          <a:p>
            <a:pPr lvl="0" algn="ctr">
              <a:spcBef>
                <a:spcPts val="0"/>
              </a:spcBef>
            </a:pPr>
            <a:r>
              <a:rPr lang="en-GB" sz="3600" dirty="0" smtClean="0"/>
              <a:t>			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368859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294A8-863C-438C-A64E-E66F39905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620" y="350375"/>
            <a:ext cx="5820088" cy="92891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Define Challenge</a:t>
            </a:r>
            <a:endParaRPr lang="en-SG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2DC6C-8D8D-49A2-8552-62FF98D87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313" y="1598106"/>
            <a:ext cx="8501456" cy="2909886"/>
          </a:xfrm>
        </p:spPr>
        <p:txBody>
          <a:bodyPr>
            <a:normAutofit/>
          </a:bodyPr>
          <a:lstStyle/>
          <a:p>
            <a:pPr marL="603250" lvl="1" indent="-514350" algn="l">
              <a:buFont typeface="+mj-lt"/>
              <a:buAutoNum type="arabicPeriod"/>
            </a:pPr>
            <a:r>
              <a:rPr lang="en-GB" sz="3200" b="1" dirty="0"/>
              <a:t>How might we start up a business, using IT, which can earn 500 thousand dollars in 3 years time</a:t>
            </a:r>
            <a:r>
              <a:rPr lang="en-GB" sz="3200" b="1" dirty="0" smtClean="0"/>
              <a:t>?</a:t>
            </a:r>
          </a:p>
          <a:p>
            <a:pPr marL="603250" lvl="1" indent="-514350" algn="l">
              <a:buFont typeface="+mj-lt"/>
              <a:buAutoNum type="arabicPeriod"/>
            </a:pPr>
            <a:endParaRPr lang="en-GB" sz="2000" b="1" dirty="0"/>
          </a:p>
          <a:p>
            <a:pPr algn="l"/>
            <a:endParaRPr lang="en-SG" sz="3200" dirty="0"/>
          </a:p>
        </p:txBody>
      </p:sp>
    </p:spTree>
    <p:extLst>
      <p:ext uri="{BB962C8B-B14F-4D97-AF65-F5344CB8AC3E}">
        <p14:creationId xmlns:p14="http://schemas.microsoft.com/office/powerpoint/2010/main" val="395378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72DC6C-8D8D-49A2-8552-62FF98D87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313" y="1433514"/>
            <a:ext cx="8025335" cy="4254054"/>
          </a:xfrm>
        </p:spPr>
        <p:txBody>
          <a:bodyPr>
            <a:normAutofit fontScale="92500"/>
          </a:bodyPr>
          <a:lstStyle/>
          <a:p>
            <a:pPr algn="l"/>
            <a:r>
              <a:rPr lang="en-SG" sz="3200" dirty="0" smtClean="0"/>
              <a:t>Recap …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SG" sz="3200" dirty="0" smtClean="0"/>
              <a:t>Identify the problem or DREAM product or service that customers want</a:t>
            </a:r>
            <a:endParaRPr lang="en-SG" sz="3200" dirty="0"/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SG" sz="3200" dirty="0" smtClean="0"/>
              <a:t>Find out what you </a:t>
            </a:r>
            <a:r>
              <a:rPr lang="en-SG" sz="3200" dirty="0"/>
              <a:t>k</a:t>
            </a:r>
            <a:r>
              <a:rPr lang="en-SG" sz="3200" dirty="0" smtClean="0"/>
              <a:t>now and don’t know</a:t>
            </a:r>
            <a:r>
              <a:rPr lang="en-SG" sz="3200" dirty="0"/>
              <a:t> </a:t>
            </a:r>
            <a:r>
              <a:rPr lang="en-SG" sz="3200" dirty="0" smtClean="0"/>
              <a:t>about the design challenge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SG" sz="3200" dirty="0"/>
              <a:t>Construct the </a:t>
            </a:r>
            <a:r>
              <a:rPr lang="en-SG" sz="3200" dirty="0" smtClean="0"/>
              <a:t>survey questions</a:t>
            </a:r>
            <a:endParaRPr lang="en-SG" sz="3200" dirty="0"/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SG" sz="3200" dirty="0" smtClean="0"/>
              <a:t>Conduct user interview or field research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SG" sz="3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3294A8-863C-438C-A64E-E66F39905553}"/>
              </a:ext>
            </a:extLst>
          </p:cNvPr>
          <p:cNvSpPr txBox="1">
            <a:spLocks/>
          </p:cNvSpPr>
          <p:nvPr/>
        </p:nvSpPr>
        <p:spPr>
          <a:xfrm>
            <a:off x="3426506" y="850410"/>
            <a:ext cx="7498080" cy="9289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Identify the Challenge</a:t>
            </a:r>
            <a:endParaRPr lang="en-SG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3861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294A8-863C-438C-A64E-E66F39905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3676" y="551543"/>
            <a:ext cx="5820088" cy="928914"/>
          </a:xfrm>
        </p:spPr>
        <p:txBody>
          <a:bodyPr>
            <a:normAutofit/>
          </a:bodyPr>
          <a:lstStyle/>
          <a:p>
            <a:r>
              <a:rPr lang="en-SG" dirty="0" smtClean="0">
                <a:latin typeface="Dubai Medium" panose="020B0603030403030204" pitchFamily="34" charset="-78"/>
                <a:cs typeface="Dubai Medium" panose="020B0603030403030204" pitchFamily="34" charset="-78"/>
              </a:rPr>
              <a:t>Survey Results</a:t>
            </a:r>
            <a:endParaRPr lang="en-SG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2DC6C-8D8D-49A2-8552-62FF98D87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7497" y="1835850"/>
            <a:ext cx="8501456" cy="3266502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SG" sz="3200" dirty="0" smtClean="0"/>
              <a:t>Conclude the key outcomes or findings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SG" sz="3200" dirty="0" smtClean="0"/>
              <a:t>Data collection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SG" sz="3200" dirty="0" smtClean="0"/>
              <a:t>Use Pie Chart or Bar Graph to show the results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SG" sz="3200" dirty="0" smtClean="0"/>
              <a:t>These results are used to support your project ideas</a:t>
            </a:r>
            <a:endParaRPr lang="en-SG" sz="3200" dirty="0"/>
          </a:p>
        </p:txBody>
      </p:sp>
    </p:spTree>
    <p:extLst>
      <p:ext uri="{BB962C8B-B14F-4D97-AF65-F5344CB8AC3E}">
        <p14:creationId xmlns:p14="http://schemas.microsoft.com/office/powerpoint/2010/main" val="216501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5A97-5446-4130-91D7-E1AC1913A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1473" y="197896"/>
            <a:ext cx="5150891" cy="1023338"/>
          </a:xfrm>
        </p:spPr>
        <p:txBody>
          <a:bodyPr>
            <a:normAutofit/>
          </a:bodyPr>
          <a:lstStyle/>
          <a:p>
            <a:r>
              <a:rPr lang="en-SG" dirty="0" smtClean="0">
                <a:latin typeface="Dubai Medium" panose="020B0603030403030204" pitchFamily="34" charset="-78"/>
                <a:cs typeface="Dubai Medium" panose="020B0603030403030204" pitchFamily="34" charset="-78"/>
              </a:rPr>
              <a:t>Project Ideas</a:t>
            </a:r>
            <a:endParaRPr lang="en-SG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0EDFE-0EDF-43A6-92BA-B20D167C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482" y="1627673"/>
            <a:ext cx="8966968" cy="4544527"/>
          </a:xfrm>
        </p:spPr>
        <p:txBody>
          <a:bodyPr>
            <a:normAutofit fontScale="62500" lnSpcReduction="20000"/>
          </a:bodyPr>
          <a:lstStyle/>
          <a:p>
            <a:pPr marL="88900" lvl="1" algn="l"/>
            <a:r>
              <a:rPr lang="en-US" sz="2800" dirty="0" smtClean="0"/>
              <a:t>Before you move forward to come up with the solutions, you may want to re-define the challenge and confirm your </a:t>
            </a:r>
            <a:r>
              <a:rPr lang="en-US" sz="2800" dirty="0"/>
              <a:t>project </a:t>
            </a:r>
            <a:r>
              <a:rPr lang="en-US" sz="2800" dirty="0" smtClean="0"/>
              <a:t>or </a:t>
            </a:r>
            <a:r>
              <a:rPr lang="en-US" sz="2800" dirty="0"/>
              <a:t>business </a:t>
            </a:r>
            <a:r>
              <a:rPr lang="en-US" sz="2800" dirty="0" smtClean="0"/>
              <a:t>ideas.</a:t>
            </a:r>
          </a:p>
          <a:p>
            <a:pPr marL="88900" lvl="1" algn="l"/>
            <a:endParaRPr lang="en-US" sz="2800" dirty="0" smtClean="0"/>
          </a:p>
          <a:p>
            <a:pPr marL="88900" lvl="1" algn="l"/>
            <a:r>
              <a:rPr lang="en-US" sz="2800" dirty="0" smtClean="0"/>
              <a:t>Wicked </a:t>
            </a:r>
            <a:r>
              <a:rPr lang="en-US" sz="2800" dirty="0"/>
              <a:t>challenge : </a:t>
            </a:r>
            <a:r>
              <a:rPr lang="en-GB" sz="2800" dirty="0"/>
              <a:t>How might we </a:t>
            </a:r>
            <a:r>
              <a:rPr lang="en-GB" sz="2800" dirty="0" smtClean="0"/>
              <a:t>improve on campus biking experience?</a:t>
            </a:r>
            <a:endParaRPr lang="en-GB" sz="2800" dirty="0"/>
          </a:p>
          <a:p>
            <a:pPr marL="88900" lvl="1" algn="l"/>
            <a:endParaRPr lang="en-GB" sz="2800" dirty="0" smtClean="0"/>
          </a:p>
          <a:p>
            <a:pPr marL="88900" lvl="1" algn="l"/>
            <a:r>
              <a:rPr lang="en-GB" sz="2800" b="1" dirty="0" smtClean="0"/>
              <a:t>Re-define challenge</a:t>
            </a:r>
            <a:r>
              <a:rPr lang="en-GB" sz="2800" dirty="0" smtClean="0"/>
              <a:t>:</a:t>
            </a:r>
          </a:p>
          <a:p>
            <a:pPr marL="88900" lvl="1" algn="l"/>
            <a:r>
              <a:rPr lang="en-GB" sz="2800" dirty="0"/>
              <a:t>How might we connect those little communities on campus together?</a:t>
            </a:r>
          </a:p>
          <a:p>
            <a:pPr marL="88900" lvl="1" algn="l"/>
            <a:r>
              <a:rPr lang="en-GB" sz="2800" dirty="0" smtClean="0"/>
              <a:t>How </a:t>
            </a:r>
            <a:r>
              <a:rPr lang="en-GB" sz="2800" dirty="0"/>
              <a:t>might we get </a:t>
            </a:r>
            <a:r>
              <a:rPr lang="en-GB" sz="2800" dirty="0" smtClean="0"/>
              <a:t>non-bikers </a:t>
            </a:r>
            <a:r>
              <a:rPr lang="en-GB" sz="2800" dirty="0"/>
              <a:t>excited about getting on a bike on campus?</a:t>
            </a:r>
          </a:p>
          <a:p>
            <a:pPr marL="88900" lvl="1" algn="l"/>
            <a:endParaRPr lang="en-US" sz="2800" dirty="0" smtClean="0"/>
          </a:p>
          <a:p>
            <a:pPr marL="88900" lvl="1" algn="l"/>
            <a:r>
              <a:rPr lang="en-US" sz="2800" dirty="0" smtClean="0"/>
              <a:t>			No </a:t>
            </a:r>
            <a:r>
              <a:rPr lang="en-US" sz="2800" dirty="0"/>
              <a:t>right or wrong </a:t>
            </a:r>
            <a:r>
              <a:rPr lang="en-US" sz="2800" dirty="0" smtClean="0"/>
              <a:t>challenge</a:t>
            </a:r>
          </a:p>
          <a:p>
            <a:pPr marL="88900" lvl="1" algn="l"/>
            <a:endParaRPr lang="en-US" sz="2800" dirty="0"/>
          </a:p>
          <a:p>
            <a:pPr marL="88900" lvl="1" algn="l"/>
            <a:r>
              <a:rPr lang="en-US" sz="2800" dirty="0" smtClean="0"/>
              <a:t>Note: This re-define challenge step is optional as long as your group have identify the business opportunity that user needs.</a:t>
            </a:r>
            <a:endParaRPr lang="en-US" sz="2800" dirty="0"/>
          </a:p>
          <a:p>
            <a:pPr marL="88900" lvl="1" algn="l"/>
            <a:endParaRPr lang="en-GB" sz="2800" dirty="0"/>
          </a:p>
          <a:p>
            <a:pPr algn="l"/>
            <a:endParaRPr lang="en-GB" sz="2800" dirty="0"/>
          </a:p>
          <a:p>
            <a:pPr algn="l"/>
            <a:endParaRPr lang="en-SG" sz="2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E9715F-BD07-497C-A000-B31E06FCBBEC}"/>
              </a:ext>
            </a:extLst>
          </p:cNvPr>
          <p:cNvSpPr txBox="1">
            <a:spLocks/>
          </p:cNvSpPr>
          <p:nvPr/>
        </p:nvSpPr>
        <p:spPr>
          <a:xfrm>
            <a:off x="-1358052" y="2440552"/>
            <a:ext cx="7766936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0097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28EB-BE6F-451E-8319-FB56A27C5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1325" y="512308"/>
            <a:ext cx="6376374" cy="803123"/>
          </a:xfrm>
        </p:spPr>
        <p:txBody>
          <a:bodyPr>
            <a:normAutofit fontScale="90000"/>
          </a:bodyPr>
          <a:lstStyle/>
          <a:p>
            <a:r>
              <a:rPr lang="en-SG" dirty="0" smtClean="0">
                <a:latin typeface="Dubai Medium" panose="020B0603030403030204" pitchFamily="34" charset="-78"/>
                <a:cs typeface="Dubai Medium" panose="020B0603030403030204" pitchFamily="34" charset="-78"/>
              </a:rPr>
              <a:t>Solution Selection</a:t>
            </a:r>
            <a:endParaRPr lang="en-SG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1124712" y="1728216"/>
          <a:ext cx="8229600" cy="3170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9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6394">
                <a:tc>
                  <a:txBody>
                    <a:bodyPr/>
                    <a:lstStyle/>
                    <a:p>
                      <a:endParaRPr lang="en-SG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Desirability</a:t>
                      </a:r>
                    </a:p>
                    <a:p>
                      <a:pPr algn="ctr"/>
                      <a:r>
                        <a:rPr lang="en-US" sz="1800" dirty="0" smtClean="0"/>
                        <a:t>(N,M,H) </a:t>
                      </a:r>
                    </a:p>
                    <a:p>
                      <a:pPr algn="ctr"/>
                      <a:r>
                        <a:rPr lang="en-US" sz="1800" dirty="0" smtClean="0"/>
                        <a:t>(1, 2, 3)</a:t>
                      </a:r>
                      <a:endParaRPr lang="en-SG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Feasibility</a:t>
                      </a:r>
                    </a:p>
                    <a:p>
                      <a:pPr algn="ctr"/>
                      <a:r>
                        <a:rPr lang="en-US" sz="1800" dirty="0" smtClean="0"/>
                        <a:t>(D, H, S)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(1, 2, 3)</a:t>
                      </a:r>
                      <a:endParaRPr lang="en-SG" sz="1800" dirty="0" smtClean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Viability</a:t>
                      </a:r>
                    </a:p>
                    <a:p>
                      <a:pPr algn="ctr"/>
                      <a:r>
                        <a:rPr lang="en-US" sz="1800" dirty="0" smtClean="0"/>
                        <a:t>(N,S,P)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(1, 2, 3)</a:t>
                      </a:r>
                      <a:endParaRPr lang="en-SG" sz="1800" dirty="0" smtClean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Novelty</a:t>
                      </a:r>
                    </a:p>
                    <a:p>
                      <a:pPr algn="ctr"/>
                      <a:r>
                        <a:rPr lang="en-US" sz="1800" dirty="0" smtClean="0"/>
                        <a:t>(N, I, R)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(1, 2, 3)</a:t>
                      </a:r>
                      <a:endParaRPr lang="en-SG" sz="1800" dirty="0" smtClean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90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Solution 1</a:t>
                      </a:r>
                    </a:p>
                    <a:p>
                      <a:r>
                        <a:rPr lang="en-US" sz="1800" dirty="0" smtClean="0"/>
                        <a:t>(Food</a:t>
                      </a:r>
                      <a:r>
                        <a:rPr lang="en-US" sz="1800" baseline="0" dirty="0" smtClean="0"/>
                        <a:t> Ordering System)</a:t>
                      </a:r>
                      <a:endParaRPr lang="en-SG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 smtClean="0"/>
                    </a:p>
                    <a:p>
                      <a:r>
                        <a:rPr lang="en-US" sz="1800" dirty="0" smtClean="0"/>
                        <a:t>H</a:t>
                      </a:r>
                      <a:endParaRPr lang="en-SG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 smtClean="0"/>
                    </a:p>
                    <a:p>
                      <a:r>
                        <a:rPr lang="en-US" sz="1800" dirty="0" smtClean="0"/>
                        <a:t>H</a:t>
                      </a:r>
                      <a:endParaRPr lang="en-SG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 smtClean="0"/>
                    </a:p>
                    <a:p>
                      <a:r>
                        <a:rPr lang="en-US" sz="1800" dirty="0" smtClean="0"/>
                        <a:t>P</a:t>
                      </a:r>
                      <a:endParaRPr lang="en-SG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 smtClean="0"/>
                    </a:p>
                    <a:p>
                      <a:r>
                        <a:rPr lang="en-US" sz="1800" dirty="0" smtClean="0"/>
                        <a:t>N</a:t>
                      </a:r>
                      <a:endParaRPr lang="en-SG" sz="18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839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Solution 2</a:t>
                      </a:r>
                    </a:p>
                    <a:p>
                      <a:r>
                        <a:rPr lang="en-US" sz="1800" dirty="0" smtClean="0"/>
                        <a:t>(Events</a:t>
                      </a:r>
                      <a:r>
                        <a:rPr lang="en-US" sz="1800" baseline="0" dirty="0" smtClean="0"/>
                        <a:t> management System)</a:t>
                      </a:r>
                      <a:endParaRPr lang="en-SG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SG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SG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SG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SG" sz="18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222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5A97-5446-4130-91D7-E1AC1913A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703" y="540796"/>
            <a:ext cx="3312947" cy="1023338"/>
          </a:xfrm>
        </p:spPr>
        <p:txBody>
          <a:bodyPr>
            <a:normAutofit/>
          </a:bodyPr>
          <a:lstStyle/>
          <a:p>
            <a:r>
              <a:rPr lang="en-SG" dirty="0" smtClean="0">
                <a:latin typeface="Dubai Medium" panose="020B0603030403030204" pitchFamily="34" charset="-78"/>
                <a:cs typeface="Dubai Medium" panose="020B0603030403030204" pitchFamily="34" charset="-78"/>
              </a:rPr>
              <a:t>Features</a:t>
            </a:r>
            <a:endParaRPr lang="en-SG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0EDFE-0EDF-43A6-92BA-B20D167C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483" y="1856273"/>
            <a:ext cx="8966968" cy="2491283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en-US" sz="2800" dirty="0" smtClean="0"/>
              <a:t>Describe the list of key features or functionalities of your solution/product/services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algn="l"/>
            <a:endParaRPr lang="en-SG" sz="2800" dirty="0" smtClean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E9715F-BD07-497C-A000-B31E06FCBBEC}"/>
              </a:ext>
            </a:extLst>
          </p:cNvPr>
          <p:cNvSpPr txBox="1">
            <a:spLocks/>
          </p:cNvSpPr>
          <p:nvPr/>
        </p:nvSpPr>
        <p:spPr>
          <a:xfrm>
            <a:off x="-1358052" y="2440552"/>
            <a:ext cx="7766936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75248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5A97-5446-4130-91D7-E1AC1913A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900" y="458500"/>
            <a:ext cx="6591299" cy="1023338"/>
          </a:xfrm>
        </p:spPr>
        <p:txBody>
          <a:bodyPr>
            <a:normAutofit/>
          </a:bodyPr>
          <a:lstStyle/>
          <a:p>
            <a:r>
              <a:rPr lang="en-SG" dirty="0" smtClean="0">
                <a:latin typeface="Dubai Medium" panose="020B0603030403030204" pitchFamily="34" charset="-78"/>
                <a:cs typeface="Dubai Medium" panose="020B0603030403030204" pitchFamily="34" charset="-78"/>
              </a:rPr>
              <a:t>Targeted Customers</a:t>
            </a:r>
            <a:endParaRPr lang="en-SG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0EDFE-0EDF-43A6-92BA-B20D167C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483" y="1856273"/>
            <a:ext cx="8966968" cy="2491283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en-US" sz="2800" dirty="0"/>
              <a:t>Describe the company’s current and potential customers</a:t>
            </a:r>
          </a:p>
          <a:p>
            <a:pPr algn="l"/>
            <a:endParaRPr lang="en-SG" sz="2800" dirty="0" smtClean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E9715F-BD07-497C-A000-B31E06FCBBEC}"/>
              </a:ext>
            </a:extLst>
          </p:cNvPr>
          <p:cNvSpPr txBox="1">
            <a:spLocks/>
          </p:cNvSpPr>
          <p:nvPr/>
        </p:nvSpPr>
        <p:spPr>
          <a:xfrm>
            <a:off x="-1358052" y="2440552"/>
            <a:ext cx="7766936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43208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5A97-5446-4130-91D7-E1AC1913A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540796"/>
            <a:ext cx="6044183" cy="1023338"/>
          </a:xfrm>
        </p:spPr>
        <p:txBody>
          <a:bodyPr>
            <a:normAutofit/>
          </a:bodyPr>
          <a:lstStyle/>
          <a:p>
            <a:r>
              <a:rPr lang="en-SG" dirty="0" smtClean="0">
                <a:latin typeface="Dubai Medium" panose="020B0603030403030204" pitchFamily="34" charset="-78"/>
                <a:cs typeface="Dubai Medium" panose="020B0603030403030204" pitchFamily="34" charset="-78"/>
              </a:rPr>
              <a:t>Your Competitors</a:t>
            </a:r>
            <a:endParaRPr lang="en-SG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0EDFE-0EDF-43A6-92BA-B20D167C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483" y="1856273"/>
            <a:ext cx="8966968" cy="2491283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ARE THERE ANY EXISTING SIMILAR SOLUTIONS/SERVICES OUT THERE?</a:t>
            </a:r>
            <a:endParaRPr lang="en-SG" sz="2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HOW </a:t>
            </a:r>
            <a:r>
              <a:rPr lang="en-US" sz="2400" dirty="0"/>
              <a:t>IS YOUR SOLUTION DIFFERENT FROM THOSE EXISTING ONES?</a:t>
            </a:r>
            <a:endParaRPr lang="en-SG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E9715F-BD07-497C-A000-B31E06FCBBEC}"/>
              </a:ext>
            </a:extLst>
          </p:cNvPr>
          <p:cNvSpPr txBox="1">
            <a:spLocks/>
          </p:cNvSpPr>
          <p:nvPr/>
        </p:nvSpPr>
        <p:spPr>
          <a:xfrm>
            <a:off x="-1358052" y="2440552"/>
            <a:ext cx="7766936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50527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5A97-5446-4130-91D7-E1AC1913A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072" y="540796"/>
            <a:ext cx="4352543" cy="1023338"/>
          </a:xfrm>
        </p:spPr>
        <p:txBody>
          <a:bodyPr>
            <a:normAutofit/>
          </a:bodyPr>
          <a:lstStyle/>
          <a:p>
            <a:r>
              <a:rPr lang="en-SG" dirty="0" smtClean="0">
                <a:latin typeface="Dubai Medium" panose="020B0603030403030204" pitchFamily="34" charset="-78"/>
                <a:cs typeface="Dubai Medium" panose="020B0603030403030204" pitchFamily="34" charset="-78"/>
              </a:rPr>
              <a:t>Thank You</a:t>
            </a:r>
            <a:endParaRPr lang="en-SG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0EDFE-0EDF-43A6-92BA-B20D167C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483" y="1856273"/>
            <a:ext cx="8966968" cy="2491283"/>
          </a:xfrm>
        </p:spPr>
        <p:txBody>
          <a:bodyPr>
            <a:normAutofit/>
          </a:bodyPr>
          <a:lstStyle/>
          <a:p>
            <a:pPr algn="l"/>
            <a:endParaRPr lang="en-SG" sz="2800" dirty="0" smtClean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E9715F-BD07-497C-A000-B31E06FCBBEC}"/>
              </a:ext>
            </a:extLst>
          </p:cNvPr>
          <p:cNvSpPr txBox="1">
            <a:spLocks/>
          </p:cNvSpPr>
          <p:nvPr/>
        </p:nvSpPr>
        <p:spPr>
          <a:xfrm>
            <a:off x="-1358052" y="2440552"/>
            <a:ext cx="7766936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2476818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</TotalTime>
  <Words>281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Dubai Medium</vt:lpstr>
      <vt:lpstr>Wingdings</vt:lpstr>
      <vt:lpstr>Wingdings 3</vt:lpstr>
      <vt:lpstr>Wisp</vt:lpstr>
      <vt:lpstr>   ITP172 Week 4 Business Ideas Presentation</vt:lpstr>
      <vt:lpstr>Define Challenge</vt:lpstr>
      <vt:lpstr>PowerPoint Presentation</vt:lpstr>
      <vt:lpstr>Survey Results</vt:lpstr>
      <vt:lpstr>Project Ideas</vt:lpstr>
      <vt:lpstr>Solution Selection</vt:lpstr>
      <vt:lpstr>Features</vt:lpstr>
      <vt:lpstr>Targeted Customers</vt:lpstr>
      <vt:lpstr>Your Competitors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ITP172 Week 4 Business Ideas Presentation</dc:title>
  <dc:creator>BRYAN ANG WEI ZE</dc:creator>
  <cp:lastModifiedBy>BRYAN ANG WEI ZE</cp:lastModifiedBy>
  <cp:revision>2</cp:revision>
  <dcterms:created xsi:type="dcterms:W3CDTF">2018-10-31T08:45:04Z</dcterms:created>
  <dcterms:modified xsi:type="dcterms:W3CDTF">2018-10-31T08:58:21Z</dcterms:modified>
</cp:coreProperties>
</file>