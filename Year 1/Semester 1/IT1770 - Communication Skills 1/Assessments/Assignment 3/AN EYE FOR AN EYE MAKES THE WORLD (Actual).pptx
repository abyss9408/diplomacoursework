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8" r:id="rId4"/>
    <p:sldMasterId id="2147483679" r:id="rId5"/>
    <p:sldMasterId id="214748368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6858000" cx="12188825"/>
  <p:notesSz cx="6858000" cy="9144000"/>
  <p:embeddedFontLst>
    <p:embeddedFont>
      <p:font typeface="Century Gothic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321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  <p15:guide id="7" pos="7173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1008" orient="horz"/>
        <p:guide pos="3888" orient="horz"/>
        <p:guide pos="321" orient="horz"/>
        <p:guide pos="3839"/>
        <p:guide pos="1007"/>
        <p:guide pos="7173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CenturyGothic-bold.fntdata"/><Relationship Id="rId25" Type="http://schemas.openxmlformats.org/officeDocument/2006/relationships/font" Target="fonts/CenturyGothic-regular.fntdata"/><Relationship Id="rId28" Type="http://schemas.openxmlformats.org/officeDocument/2006/relationships/font" Target="fonts/CenturyGothic-boldItalic.fntdata"/><Relationship Id="rId27" Type="http://schemas.openxmlformats.org/officeDocument/2006/relationships/font" Target="fonts/CenturyGothic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p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6" name="Google Shape;276;p2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3b27c97d_0_0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3b27c9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e3b27c97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p3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p4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5" name="Google Shape;305;p5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82afd79f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a82afd79f_2_9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82afd79f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a82afd79f_2_10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82afd79f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a82afd79f_2_11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82afd79f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a82afd79f_2_139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82afd79f_0_0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a82afd7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a82afd79f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3b27c97d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7" name="Google Shape;347;g3e3b27c97d_2_80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e3b27c97d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g3e3b27c97d_2_86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3b27c97d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0" name="Google Shape;360;g3e3b27c97d_2_91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3b27c97d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g3e3b27c97d_2_98:notes"/>
          <p:cNvSpPr/>
          <p:nvPr>
            <p:ph idx="2" type="sldImg"/>
          </p:nvPr>
        </p:nvSpPr>
        <p:spPr>
          <a:xfrm>
            <a:off x="382588" y="685800"/>
            <a:ext cx="60928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43dc94b4_2_2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e43dc94b4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e43dc94b4_2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43dc94b4_2_12:notes"/>
          <p:cNvSpPr/>
          <p:nvPr>
            <p:ph idx="2" type="sldImg"/>
          </p:nvPr>
        </p:nvSpPr>
        <p:spPr>
          <a:xfrm>
            <a:off x="382588" y="685800"/>
            <a:ext cx="60927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e43dc94b4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e43dc94b4_2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ctrTitle"/>
          </p:nvPr>
        </p:nvSpPr>
        <p:spPr>
          <a:xfrm>
            <a:off x="2428669" y="1600200"/>
            <a:ext cx="8329031" cy="2680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b="1" i="0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2"/>
          <p:cNvSpPr txBox="1"/>
          <p:nvPr>
            <p:ph idx="1" type="subTitle"/>
          </p:nvPr>
        </p:nvSpPr>
        <p:spPr>
          <a:xfrm>
            <a:off x="2428669" y="4344915"/>
            <a:ext cx="7516442" cy="1116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2"/>
          <p:cNvSpPr txBox="1"/>
          <p:nvPr>
            <p:ph idx="10" type="dt"/>
          </p:nvPr>
        </p:nvSpPr>
        <p:spPr>
          <a:xfrm>
            <a:off x="4699025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1" type="ftr"/>
          </p:nvPr>
        </p:nvSpPr>
        <p:spPr>
          <a:xfrm>
            <a:off x="6114708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7" name="Google Shape;37;p2"/>
          <p:cNvSpPr txBox="1"/>
          <p:nvPr>
            <p:ph idx="12" type="sldNum"/>
          </p:nvPr>
        </p:nvSpPr>
        <p:spPr>
          <a:xfrm>
            <a:off x="10285571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3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2" name="Google Shape;42;p3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1598613" y="1600201"/>
            <a:ext cx="8283272" cy="2654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b="1" i="0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598613" y="4259996"/>
            <a:ext cx="7264623" cy="1150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1593436" y="1499616"/>
            <a:ext cx="4818888" cy="9387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2" type="body"/>
          </p:nvPr>
        </p:nvSpPr>
        <p:spPr>
          <a:xfrm>
            <a:off x="1593436" y="2514706"/>
            <a:ext cx="4814586" cy="3657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›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3" type="body"/>
          </p:nvPr>
        </p:nvSpPr>
        <p:spPr>
          <a:xfrm>
            <a:off x="6557349" y="1499616"/>
            <a:ext cx="4818888" cy="9387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4" type="body"/>
          </p:nvPr>
        </p:nvSpPr>
        <p:spPr>
          <a:xfrm>
            <a:off x="6557349" y="2514600"/>
            <a:ext cx="4818888" cy="365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›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1767358" y="381000"/>
            <a:ext cx="329342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entury Gothic"/>
              <a:buNone/>
              <a:defRPr b="1" i="0" sz="28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8"/>
          <p:cNvSpPr txBox="1"/>
          <p:nvPr>
            <p:ph idx="1" type="body"/>
          </p:nvPr>
        </p:nvSpPr>
        <p:spPr>
          <a:xfrm>
            <a:off x="5332411" y="482600"/>
            <a:ext cx="6043825" cy="5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2" type="body"/>
          </p:nvPr>
        </p:nvSpPr>
        <p:spPr>
          <a:xfrm>
            <a:off x="1767358" y="1828800"/>
            <a:ext cx="3293422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110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4875529" y="0"/>
            <a:ext cx="73132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" name="Google Shape;77;p9"/>
          <p:cNvSpPr txBox="1"/>
          <p:nvPr>
            <p:ph type="title"/>
          </p:nvPr>
        </p:nvSpPr>
        <p:spPr>
          <a:xfrm>
            <a:off x="1074240" y="381000"/>
            <a:ext cx="329342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entury Gothic"/>
              <a:buNone/>
              <a:defRPr b="1" i="0" sz="28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descr="An empty placeholder to add an image. Click on the placeholder and select the image that you wish to add" id="78" name="Google Shape;78;p9"/>
          <p:cNvSpPr/>
          <p:nvPr>
            <p:ph idx="2" type="pic"/>
          </p:nvPr>
        </p:nvSpPr>
        <p:spPr>
          <a:xfrm>
            <a:off x="5180251" y="482600"/>
            <a:ext cx="6195986" cy="5689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1" type="body"/>
          </p:nvPr>
        </p:nvSpPr>
        <p:spPr>
          <a:xfrm>
            <a:off x="1074240" y="1828800"/>
            <a:ext cx="3293422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" type="body"/>
          </p:nvPr>
        </p:nvSpPr>
        <p:spPr>
          <a:xfrm rot="5400000">
            <a:off x="4198836" y="-1005200"/>
            <a:ext cx="4572000" cy="978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/>
          <p:nvPr>
            <p:ph type="title"/>
          </p:nvPr>
        </p:nvSpPr>
        <p:spPr>
          <a:xfrm rot="5400000">
            <a:off x="7750175" y="2535237"/>
            <a:ext cx="5486400" cy="17875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1"/>
          <p:cNvSpPr txBox="1"/>
          <p:nvPr>
            <p:ph idx="1" type="body"/>
          </p:nvPr>
        </p:nvSpPr>
        <p:spPr>
          <a:xfrm rot="5400000">
            <a:off x="2779712" y="-495300"/>
            <a:ext cx="5486400" cy="7848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2" name="Google Shape;92;p11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type="ctrTitle"/>
          </p:nvPr>
        </p:nvSpPr>
        <p:spPr>
          <a:xfrm>
            <a:off x="2428669" y="1600200"/>
            <a:ext cx="8329031" cy="2680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b="1" i="0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0" name="Google Shape;120;p13"/>
          <p:cNvSpPr txBox="1"/>
          <p:nvPr>
            <p:ph idx="1" type="subTitle"/>
          </p:nvPr>
        </p:nvSpPr>
        <p:spPr>
          <a:xfrm>
            <a:off x="2428669" y="4344915"/>
            <a:ext cx="7516442" cy="1116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1" name="Google Shape;121;p13"/>
          <p:cNvSpPr txBox="1"/>
          <p:nvPr>
            <p:ph idx="10" type="dt"/>
          </p:nvPr>
        </p:nvSpPr>
        <p:spPr>
          <a:xfrm>
            <a:off x="4699025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11" type="ftr"/>
          </p:nvPr>
        </p:nvSpPr>
        <p:spPr>
          <a:xfrm>
            <a:off x="6114708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10285571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6" name="Google Shape;126;p14"/>
          <p:cNvSpPr txBox="1"/>
          <p:nvPr>
            <p:ph idx="1" type="body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type="title"/>
          </p:nvPr>
        </p:nvSpPr>
        <p:spPr>
          <a:xfrm>
            <a:off x="1598613" y="1600201"/>
            <a:ext cx="8283272" cy="2654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b="1" i="0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2" name="Google Shape;132;p15"/>
          <p:cNvSpPr txBox="1"/>
          <p:nvPr>
            <p:ph idx="1" type="body"/>
          </p:nvPr>
        </p:nvSpPr>
        <p:spPr>
          <a:xfrm>
            <a:off x="1598613" y="4259996"/>
            <a:ext cx="7264623" cy="1150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3" name="Google Shape;133;p15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8" name="Google Shape;138;p16"/>
          <p:cNvSpPr txBox="1"/>
          <p:nvPr>
            <p:ph idx="1" type="body"/>
          </p:nvPr>
        </p:nvSpPr>
        <p:spPr>
          <a:xfrm>
            <a:off x="6561651" y="1600200"/>
            <a:ext cx="481458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9" name="Google Shape;139;p16"/>
          <p:cNvSpPr txBox="1"/>
          <p:nvPr>
            <p:ph idx="2" type="body"/>
          </p:nvPr>
        </p:nvSpPr>
        <p:spPr>
          <a:xfrm>
            <a:off x="1593436" y="1600200"/>
            <a:ext cx="481458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0" name="Google Shape;140;p16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1" name="Google Shape;141;p16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2" name="Google Shape;142;p16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1593436" y="1499616"/>
            <a:ext cx="4818888" cy="9387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6" name="Google Shape;146;p17"/>
          <p:cNvSpPr txBox="1"/>
          <p:nvPr>
            <p:ph idx="2" type="body"/>
          </p:nvPr>
        </p:nvSpPr>
        <p:spPr>
          <a:xfrm>
            <a:off x="1593436" y="2514706"/>
            <a:ext cx="4814586" cy="3657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›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7" name="Google Shape;147;p17"/>
          <p:cNvSpPr txBox="1"/>
          <p:nvPr>
            <p:ph idx="3" type="body"/>
          </p:nvPr>
        </p:nvSpPr>
        <p:spPr>
          <a:xfrm>
            <a:off x="6557349" y="1499616"/>
            <a:ext cx="4818888" cy="9387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8" name="Google Shape;148;p17"/>
          <p:cNvSpPr txBox="1"/>
          <p:nvPr>
            <p:ph idx="4" type="body"/>
          </p:nvPr>
        </p:nvSpPr>
        <p:spPr>
          <a:xfrm>
            <a:off x="6557349" y="2514600"/>
            <a:ext cx="4818888" cy="365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›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9" name="Google Shape;149;p17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0" name="Google Shape;150;p17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1" name="Google Shape;151;p17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4" name="Google Shape;154;p18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5" name="Google Shape;155;p18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6" name="Google Shape;156;p18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0" name="Google Shape;160;p19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1767358" y="381000"/>
            <a:ext cx="329342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entury Gothic"/>
              <a:buNone/>
              <a:defRPr b="1" i="0" sz="28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5332411" y="482600"/>
            <a:ext cx="6043825" cy="5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4" name="Google Shape;164;p20"/>
          <p:cNvSpPr txBox="1"/>
          <p:nvPr>
            <p:ph idx="2" type="body"/>
          </p:nvPr>
        </p:nvSpPr>
        <p:spPr>
          <a:xfrm>
            <a:off x="1767358" y="1828800"/>
            <a:ext cx="3293422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5" name="Google Shape;165;p20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7" name="Google Shape;167;p20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110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4875529" y="0"/>
            <a:ext cx="73132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21"/>
          <p:cNvSpPr txBox="1"/>
          <p:nvPr>
            <p:ph type="title"/>
          </p:nvPr>
        </p:nvSpPr>
        <p:spPr>
          <a:xfrm>
            <a:off x="1074240" y="381000"/>
            <a:ext cx="329342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entury Gothic"/>
              <a:buNone/>
              <a:defRPr b="1" i="0" sz="28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descr="An empty placeholder to add an image. Click on the placeholder and select the image that you wish to add" id="171" name="Google Shape;171;p21"/>
          <p:cNvSpPr/>
          <p:nvPr>
            <p:ph idx="2" type="pic"/>
          </p:nvPr>
        </p:nvSpPr>
        <p:spPr>
          <a:xfrm>
            <a:off x="5180251" y="482600"/>
            <a:ext cx="6195986" cy="5689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1" type="body"/>
          </p:nvPr>
        </p:nvSpPr>
        <p:spPr>
          <a:xfrm>
            <a:off x="1074240" y="1828800"/>
            <a:ext cx="3293422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4" name="Google Shape;174;p21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2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 rot="5400000">
            <a:off x="4198836" y="-1005200"/>
            <a:ext cx="4572000" cy="978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1" name="Google Shape;181;p22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 rot="5400000">
            <a:off x="7750175" y="2535237"/>
            <a:ext cx="5486400" cy="17875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4" name="Google Shape;184;p23"/>
          <p:cNvSpPr txBox="1"/>
          <p:nvPr>
            <p:ph idx="1" type="body"/>
          </p:nvPr>
        </p:nvSpPr>
        <p:spPr>
          <a:xfrm rot="5400000">
            <a:off x="2779712" y="-495300"/>
            <a:ext cx="5486400" cy="7848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5" name="Google Shape;185;p23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6" name="Google Shape;186;p23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7" name="Google Shape;187;p23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25"/>
          <p:cNvSpPr txBox="1"/>
          <p:nvPr>
            <p:ph idx="1" type="body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4" name="Google Shape;214;p25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5" name="Google Shape;215;p25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1598613" y="1600201"/>
            <a:ext cx="8283272" cy="2654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b="1" i="0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1598613" y="4259996"/>
            <a:ext cx="7264623" cy="1150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0" name="Google Shape;220;p26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1" name="Google Shape;221;p26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2" name="Google Shape;222;p26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5" name="Google Shape;225;p27"/>
          <p:cNvSpPr txBox="1"/>
          <p:nvPr>
            <p:ph idx="1" type="body"/>
          </p:nvPr>
        </p:nvSpPr>
        <p:spPr>
          <a:xfrm>
            <a:off x="1593436" y="1499616"/>
            <a:ext cx="4818888" cy="9387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6" name="Google Shape;226;p27"/>
          <p:cNvSpPr txBox="1"/>
          <p:nvPr>
            <p:ph idx="2" type="body"/>
          </p:nvPr>
        </p:nvSpPr>
        <p:spPr>
          <a:xfrm>
            <a:off x="1593436" y="2514706"/>
            <a:ext cx="4814586" cy="3657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›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3" type="body"/>
          </p:nvPr>
        </p:nvSpPr>
        <p:spPr>
          <a:xfrm>
            <a:off x="6557349" y="1499616"/>
            <a:ext cx="4818888" cy="9387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8" name="Google Shape;228;p27"/>
          <p:cNvSpPr txBox="1"/>
          <p:nvPr>
            <p:ph idx="4" type="body"/>
          </p:nvPr>
        </p:nvSpPr>
        <p:spPr>
          <a:xfrm>
            <a:off x="6557349" y="2514600"/>
            <a:ext cx="4818888" cy="365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›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9" name="Google Shape;229;p27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0" name="Google Shape;230;p27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1" name="Google Shape;231;p27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4" name="Google Shape;234;p28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5" name="Google Shape;235;p28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6" name="Google Shape;236;p28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9" name="Google Shape;239;p29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0" name="Google Shape;240;p29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1767358" y="381000"/>
            <a:ext cx="329342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entury Gothic"/>
              <a:buNone/>
              <a:defRPr b="1" i="0" sz="28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1" type="body"/>
          </p:nvPr>
        </p:nvSpPr>
        <p:spPr>
          <a:xfrm>
            <a:off x="5332411" y="482600"/>
            <a:ext cx="6043825" cy="5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2" type="body"/>
          </p:nvPr>
        </p:nvSpPr>
        <p:spPr>
          <a:xfrm>
            <a:off x="1767358" y="1828800"/>
            <a:ext cx="3293422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/>
          <p:nvPr/>
        </p:nvSpPr>
        <p:spPr>
          <a:xfrm>
            <a:off x="4875529" y="0"/>
            <a:ext cx="7313295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p31"/>
          <p:cNvSpPr txBox="1"/>
          <p:nvPr>
            <p:ph type="title"/>
          </p:nvPr>
        </p:nvSpPr>
        <p:spPr>
          <a:xfrm>
            <a:off x="1074240" y="381000"/>
            <a:ext cx="329342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entury Gothic"/>
              <a:buNone/>
              <a:defRPr b="1" i="0" sz="28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descr="An empty placeholder to add an image. Click on the placeholder and select the image that you wish to add" id="251" name="Google Shape;251;p31"/>
          <p:cNvSpPr/>
          <p:nvPr>
            <p:ph idx="2" type="pic"/>
          </p:nvPr>
        </p:nvSpPr>
        <p:spPr>
          <a:xfrm>
            <a:off x="5180251" y="482600"/>
            <a:ext cx="6195986" cy="5689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52" name="Google Shape;252;p31"/>
          <p:cNvSpPr txBox="1"/>
          <p:nvPr>
            <p:ph idx="1" type="body"/>
          </p:nvPr>
        </p:nvSpPr>
        <p:spPr>
          <a:xfrm>
            <a:off x="1074240" y="1828800"/>
            <a:ext cx="3293422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53" name="Google Shape;253;p31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54" name="Google Shape;254;p31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55" name="Google Shape;255;p31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idx="1" type="body"/>
          </p:nvPr>
        </p:nvSpPr>
        <p:spPr>
          <a:xfrm rot="5400000">
            <a:off x="4198836" y="-1005200"/>
            <a:ext cx="4572000" cy="978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59" name="Google Shape;259;p32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60" name="Google Shape;260;p32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 rot="5400000">
            <a:off x="7750175" y="2535237"/>
            <a:ext cx="5486400" cy="17875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 rot="5400000">
            <a:off x="2779712" y="-495300"/>
            <a:ext cx="5486400" cy="7848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65" name="Google Shape;265;p33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66" name="Google Shape;266;p33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67" name="Google Shape;267;p33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737691"/>
            </a:gs>
            <a:gs pos="100000">
              <a:srgbClr val="090F3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10604" y="-9144"/>
            <a:ext cx="12178221" cy="6878638"/>
            <a:chOff x="10604" y="-9144"/>
            <a:chExt cx="12178221" cy="6878638"/>
          </a:xfrm>
        </p:grpSpPr>
        <p:sp>
          <p:nvSpPr>
            <p:cNvPr id="11" name="Google Shape;11;p1"/>
            <p:cNvSpPr/>
            <p:nvPr/>
          </p:nvSpPr>
          <p:spPr>
            <a:xfrm>
              <a:off x="11884104" y="0"/>
              <a:ext cx="304721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60925" lIns="121875" spcFirstLastPara="1" rIns="12187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 flipH="1" rot="10800000">
              <a:off x="10604" y="-9144"/>
              <a:ext cx="1951038" cy="6878638"/>
              <a:chOff x="-4636" y="-9144"/>
              <a:chExt cx="1951038" cy="6878638"/>
            </a:xfrm>
          </p:grpSpPr>
          <p:sp>
            <p:nvSpPr>
              <p:cNvPr id="13" name="Google Shape;13;p1"/>
              <p:cNvSpPr/>
              <p:nvPr/>
            </p:nvSpPr>
            <p:spPr>
              <a:xfrm>
                <a:off x="135064" y="143256"/>
                <a:ext cx="709613" cy="825500"/>
              </a:xfrm>
              <a:custGeom>
                <a:pathLst>
                  <a:path extrusionOk="0" h="520" w="447">
                    <a:moveTo>
                      <a:pt x="272" y="519"/>
                    </a:moveTo>
                    <a:lnTo>
                      <a:pt x="265" y="512"/>
                    </a:lnTo>
                    <a:lnTo>
                      <a:pt x="259" y="505"/>
                    </a:lnTo>
                    <a:lnTo>
                      <a:pt x="254" y="495"/>
                    </a:lnTo>
                    <a:lnTo>
                      <a:pt x="252" y="486"/>
                    </a:lnTo>
                    <a:lnTo>
                      <a:pt x="248" y="475"/>
                    </a:lnTo>
                    <a:lnTo>
                      <a:pt x="246" y="465"/>
                    </a:lnTo>
                    <a:lnTo>
                      <a:pt x="245" y="454"/>
                    </a:lnTo>
                    <a:lnTo>
                      <a:pt x="242" y="444"/>
                    </a:lnTo>
                    <a:lnTo>
                      <a:pt x="239" y="434"/>
                    </a:lnTo>
                    <a:lnTo>
                      <a:pt x="235" y="425"/>
                    </a:lnTo>
                    <a:lnTo>
                      <a:pt x="230" y="417"/>
                    </a:lnTo>
                    <a:lnTo>
                      <a:pt x="223" y="411"/>
                    </a:lnTo>
                    <a:lnTo>
                      <a:pt x="215" y="406"/>
                    </a:lnTo>
                    <a:lnTo>
                      <a:pt x="205" y="403"/>
                    </a:lnTo>
                    <a:lnTo>
                      <a:pt x="193" y="402"/>
                    </a:lnTo>
                    <a:lnTo>
                      <a:pt x="177" y="403"/>
                    </a:lnTo>
                    <a:lnTo>
                      <a:pt x="168" y="407"/>
                    </a:lnTo>
                    <a:lnTo>
                      <a:pt x="159" y="410"/>
                    </a:lnTo>
                    <a:lnTo>
                      <a:pt x="150" y="412"/>
                    </a:lnTo>
                    <a:lnTo>
                      <a:pt x="140" y="415"/>
                    </a:lnTo>
                    <a:lnTo>
                      <a:pt x="131" y="416"/>
                    </a:lnTo>
                    <a:lnTo>
                      <a:pt x="122" y="417"/>
                    </a:lnTo>
                    <a:lnTo>
                      <a:pt x="112" y="417"/>
                    </a:lnTo>
                    <a:lnTo>
                      <a:pt x="102" y="417"/>
                    </a:lnTo>
                    <a:lnTo>
                      <a:pt x="99" y="412"/>
                    </a:lnTo>
                    <a:lnTo>
                      <a:pt x="96" y="406"/>
                    </a:lnTo>
                    <a:lnTo>
                      <a:pt x="93" y="399"/>
                    </a:lnTo>
                    <a:lnTo>
                      <a:pt x="90" y="393"/>
                    </a:lnTo>
                    <a:lnTo>
                      <a:pt x="87" y="385"/>
                    </a:lnTo>
                    <a:lnTo>
                      <a:pt x="84" y="378"/>
                    </a:lnTo>
                    <a:lnTo>
                      <a:pt x="81" y="370"/>
                    </a:lnTo>
                    <a:lnTo>
                      <a:pt x="79" y="362"/>
                    </a:lnTo>
                    <a:lnTo>
                      <a:pt x="78" y="355"/>
                    </a:lnTo>
                    <a:lnTo>
                      <a:pt x="76" y="347"/>
                    </a:lnTo>
                    <a:lnTo>
                      <a:pt x="75" y="339"/>
                    </a:lnTo>
                    <a:lnTo>
                      <a:pt x="74" y="332"/>
                    </a:lnTo>
                    <a:lnTo>
                      <a:pt x="74" y="324"/>
                    </a:lnTo>
                    <a:lnTo>
                      <a:pt x="75" y="316"/>
                    </a:lnTo>
                    <a:lnTo>
                      <a:pt x="76" y="309"/>
                    </a:lnTo>
                    <a:lnTo>
                      <a:pt x="78" y="302"/>
                    </a:lnTo>
                    <a:lnTo>
                      <a:pt x="87" y="299"/>
                    </a:lnTo>
                    <a:lnTo>
                      <a:pt x="97" y="298"/>
                    </a:lnTo>
                    <a:lnTo>
                      <a:pt x="106" y="300"/>
                    </a:lnTo>
                    <a:lnTo>
                      <a:pt x="116" y="302"/>
                    </a:lnTo>
                    <a:lnTo>
                      <a:pt x="126" y="305"/>
                    </a:lnTo>
                    <a:lnTo>
                      <a:pt x="136" y="306"/>
                    </a:lnTo>
                    <a:lnTo>
                      <a:pt x="146" y="307"/>
                    </a:lnTo>
                    <a:lnTo>
                      <a:pt x="157" y="305"/>
                    </a:lnTo>
                    <a:lnTo>
                      <a:pt x="165" y="302"/>
                    </a:lnTo>
                    <a:lnTo>
                      <a:pt x="170" y="298"/>
                    </a:lnTo>
                    <a:lnTo>
                      <a:pt x="175" y="294"/>
                    </a:lnTo>
                    <a:lnTo>
                      <a:pt x="179" y="290"/>
                    </a:lnTo>
                    <a:lnTo>
                      <a:pt x="182" y="284"/>
                    </a:lnTo>
                    <a:lnTo>
                      <a:pt x="185" y="278"/>
                    </a:lnTo>
                    <a:lnTo>
                      <a:pt x="186" y="273"/>
                    </a:lnTo>
                    <a:lnTo>
                      <a:pt x="187" y="266"/>
                    </a:lnTo>
                    <a:lnTo>
                      <a:pt x="188" y="259"/>
                    </a:lnTo>
                    <a:lnTo>
                      <a:pt x="189" y="253"/>
                    </a:lnTo>
                    <a:lnTo>
                      <a:pt x="189" y="246"/>
                    </a:lnTo>
                    <a:lnTo>
                      <a:pt x="189" y="239"/>
                    </a:lnTo>
                    <a:lnTo>
                      <a:pt x="189" y="232"/>
                    </a:lnTo>
                    <a:lnTo>
                      <a:pt x="189" y="226"/>
                    </a:lnTo>
                    <a:lnTo>
                      <a:pt x="188" y="219"/>
                    </a:lnTo>
                    <a:lnTo>
                      <a:pt x="188" y="213"/>
                    </a:lnTo>
                    <a:lnTo>
                      <a:pt x="186" y="204"/>
                    </a:lnTo>
                    <a:lnTo>
                      <a:pt x="182" y="198"/>
                    </a:lnTo>
                    <a:lnTo>
                      <a:pt x="178" y="191"/>
                    </a:lnTo>
                    <a:lnTo>
                      <a:pt x="173" y="185"/>
                    </a:lnTo>
                    <a:lnTo>
                      <a:pt x="167" y="180"/>
                    </a:lnTo>
                    <a:lnTo>
                      <a:pt x="161" y="176"/>
                    </a:lnTo>
                    <a:lnTo>
                      <a:pt x="153" y="171"/>
                    </a:lnTo>
                    <a:lnTo>
                      <a:pt x="146" y="167"/>
                    </a:lnTo>
                    <a:lnTo>
                      <a:pt x="138" y="167"/>
                    </a:lnTo>
                    <a:lnTo>
                      <a:pt x="130" y="170"/>
                    </a:lnTo>
                    <a:lnTo>
                      <a:pt x="123" y="172"/>
                    </a:lnTo>
                    <a:lnTo>
                      <a:pt x="116" y="175"/>
                    </a:lnTo>
                    <a:lnTo>
                      <a:pt x="108" y="178"/>
                    </a:lnTo>
                    <a:lnTo>
                      <a:pt x="100" y="182"/>
                    </a:lnTo>
                    <a:lnTo>
                      <a:pt x="93" y="185"/>
                    </a:lnTo>
                    <a:lnTo>
                      <a:pt x="86" y="189"/>
                    </a:lnTo>
                    <a:lnTo>
                      <a:pt x="79" y="191"/>
                    </a:lnTo>
                    <a:lnTo>
                      <a:pt x="71" y="194"/>
                    </a:lnTo>
                    <a:lnTo>
                      <a:pt x="64" y="194"/>
                    </a:lnTo>
                    <a:lnTo>
                      <a:pt x="56" y="194"/>
                    </a:lnTo>
                    <a:lnTo>
                      <a:pt x="48" y="193"/>
                    </a:lnTo>
                    <a:lnTo>
                      <a:pt x="41" y="190"/>
                    </a:lnTo>
                    <a:lnTo>
                      <a:pt x="34" y="185"/>
                    </a:lnTo>
                    <a:lnTo>
                      <a:pt x="26" y="179"/>
                    </a:lnTo>
                    <a:lnTo>
                      <a:pt x="24" y="175"/>
                    </a:lnTo>
                    <a:lnTo>
                      <a:pt x="21" y="171"/>
                    </a:lnTo>
                    <a:lnTo>
                      <a:pt x="19" y="166"/>
                    </a:lnTo>
                    <a:lnTo>
                      <a:pt x="15" y="162"/>
                    </a:lnTo>
                    <a:lnTo>
                      <a:pt x="13" y="157"/>
                    </a:lnTo>
                    <a:lnTo>
                      <a:pt x="11" y="151"/>
                    </a:lnTo>
                    <a:lnTo>
                      <a:pt x="9" y="146"/>
                    </a:lnTo>
                    <a:lnTo>
                      <a:pt x="7" y="139"/>
                    </a:lnTo>
                    <a:lnTo>
                      <a:pt x="6" y="134"/>
                    </a:lnTo>
                    <a:lnTo>
                      <a:pt x="4" y="129"/>
                    </a:lnTo>
                    <a:lnTo>
                      <a:pt x="2" y="122"/>
                    </a:lnTo>
                    <a:lnTo>
                      <a:pt x="1" y="116"/>
                    </a:lnTo>
                    <a:lnTo>
                      <a:pt x="0" y="111"/>
                    </a:lnTo>
                    <a:lnTo>
                      <a:pt x="0" y="104"/>
                    </a:lnTo>
                    <a:lnTo>
                      <a:pt x="0" y="98"/>
                    </a:lnTo>
                    <a:lnTo>
                      <a:pt x="0" y="92"/>
                    </a:lnTo>
                    <a:lnTo>
                      <a:pt x="378" y="0"/>
                    </a:lnTo>
                    <a:lnTo>
                      <a:pt x="383" y="5"/>
                    </a:lnTo>
                    <a:lnTo>
                      <a:pt x="387" y="12"/>
                    </a:lnTo>
                    <a:lnTo>
                      <a:pt x="391" y="18"/>
                    </a:lnTo>
                    <a:lnTo>
                      <a:pt x="394" y="26"/>
                    </a:lnTo>
                    <a:lnTo>
                      <a:pt x="397" y="33"/>
                    </a:lnTo>
                    <a:lnTo>
                      <a:pt x="399" y="41"/>
                    </a:lnTo>
                    <a:lnTo>
                      <a:pt x="401" y="49"/>
                    </a:lnTo>
                    <a:lnTo>
                      <a:pt x="403" y="57"/>
                    </a:lnTo>
                    <a:lnTo>
                      <a:pt x="405" y="65"/>
                    </a:lnTo>
                    <a:lnTo>
                      <a:pt x="406" y="74"/>
                    </a:lnTo>
                    <a:lnTo>
                      <a:pt x="407" y="82"/>
                    </a:lnTo>
                    <a:lnTo>
                      <a:pt x="408" y="91"/>
                    </a:lnTo>
                    <a:lnTo>
                      <a:pt x="410" y="99"/>
                    </a:lnTo>
                    <a:lnTo>
                      <a:pt x="411" y="107"/>
                    </a:lnTo>
                    <a:lnTo>
                      <a:pt x="412" y="115"/>
                    </a:lnTo>
                    <a:lnTo>
                      <a:pt x="413" y="123"/>
                    </a:lnTo>
                    <a:lnTo>
                      <a:pt x="401" y="138"/>
                    </a:lnTo>
                    <a:lnTo>
                      <a:pt x="396" y="141"/>
                    </a:lnTo>
                    <a:lnTo>
                      <a:pt x="391" y="143"/>
                    </a:lnTo>
                    <a:lnTo>
                      <a:pt x="386" y="144"/>
                    </a:lnTo>
                    <a:lnTo>
                      <a:pt x="380" y="144"/>
                    </a:lnTo>
                    <a:lnTo>
                      <a:pt x="375" y="144"/>
                    </a:lnTo>
                    <a:lnTo>
                      <a:pt x="370" y="144"/>
                    </a:lnTo>
                    <a:lnTo>
                      <a:pt x="365" y="143"/>
                    </a:lnTo>
                    <a:lnTo>
                      <a:pt x="359" y="142"/>
                    </a:lnTo>
                    <a:lnTo>
                      <a:pt x="354" y="141"/>
                    </a:lnTo>
                    <a:lnTo>
                      <a:pt x="348" y="139"/>
                    </a:lnTo>
                    <a:lnTo>
                      <a:pt x="343" y="139"/>
                    </a:lnTo>
                    <a:lnTo>
                      <a:pt x="338" y="138"/>
                    </a:lnTo>
                    <a:lnTo>
                      <a:pt x="332" y="137"/>
                    </a:lnTo>
                    <a:lnTo>
                      <a:pt x="326" y="136"/>
                    </a:lnTo>
                    <a:lnTo>
                      <a:pt x="320" y="137"/>
                    </a:lnTo>
                    <a:lnTo>
                      <a:pt x="314" y="138"/>
                    </a:lnTo>
                    <a:lnTo>
                      <a:pt x="307" y="141"/>
                    </a:lnTo>
                    <a:lnTo>
                      <a:pt x="301" y="146"/>
                    </a:lnTo>
                    <a:lnTo>
                      <a:pt x="295" y="152"/>
                    </a:lnTo>
                    <a:lnTo>
                      <a:pt x="290" y="159"/>
                    </a:lnTo>
                    <a:lnTo>
                      <a:pt x="286" y="166"/>
                    </a:lnTo>
                    <a:lnTo>
                      <a:pt x="284" y="175"/>
                    </a:lnTo>
                    <a:lnTo>
                      <a:pt x="282" y="184"/>
                    </a:lnTo>
                    <a:lnTo>
                      <a:pt x="283" y="194"/>
                    </a:lnTo>
                    <a:lnTo>
                      <a:pt x="285" y="199"/>
                    </a:lnTo>
                    <a:lnTo>
                      <a:pt x="286" y="204"/>
                    </a:lnTo>
                    <a:lnTo>
                      <a:pt x="286" y="210"/>
                    </a:lnTo>
                    <a:lnTo>
                      <a:pt x="287" y="217"/>
                    </a:lnTo>
                    <a:lnTo>
                      <a:pt x="289" y="222"/>
                    </a:lnTo>
                    <a:lnTo>
                      <a:pt x="290" y="229"/>
                    </a:lnTo>
                    <a:lnTo>
                      <a:pt x="292" y="235"/>
                    </a:lnTo>
                    <a:lnTo>
                      <a:pt x="293" y="241"/>
                    </a:lnTo>
                    <a:lnTo>
                      <a:pt x="295" y="247"/>
                    </a:lnTo>
                    <a:lnTo>
                      <a:pt x="298" y="253"/>
                    </a:lnTo>
                    <a:lnTo>
                      <a:pt x="300" y="259"/>
                    </a:lnTo>
                    <a:lnTo>
                      <a:pt x="304" y="264"/>
                    </a:lnTo>
                    <a:lnTo>
                      <a:pt x="308" y="268"/>
                    </a:lnTo>
                    <a:lnTo>
                      <a:pt x="313" y="273"/>
                    </a:lnTo>
                    <a:lnTo>
                      <a:pt x="319" y="276"/>
                    </a:lnTo>
                    <a:lnTo>
                      <a:pt x="326" y="279"/>
                    </a:lnTo>
                    <a:lnTo>
                      <a:pt x="332" y="282"/>
                    </a:lnTo>
                    <a:lnTo>
                      <a:pt x="339" y="284"/>
                    </a:lnTo>
                    <a:lnTo>
                      <a:pt x="345" y="284"/>
                    </a:lnTo>
                    <a:lnTo>
                      <a:pt x="351" y="284"/>
                    </a:lnTo>
                    <a:lnTo>
                      <a:pt x="357" y="282"/>
                    </a:lnTo>
                    <a:lnTo>
                      <a:pt x="362" y="280"/>
                    </a:lnTo>
                    <a:lnTo>
                      <a:pt x="367" y="278"/>
                    </a:lnTo>
                    <a:lnTo>
                      <a:pt x="373" y="274"/>
                    </a:lnTo>
                    <a:lnTo>
                      <a:pt x="379" y="272"/>
                    </a:lnTo>
                    <a:lnTo>
                      <a:pt x="385" y="268"/>
                    </a:lnTo>
                    <a:lnTo>
                      <a:pt x="390" y="266"/>
                    </a:lnTo>
                    <a:lnTo>
                      <a:pt x="396" y="264"/>
                    </a:lnTo>
                    <a:lnTo>
                      <a:pt x="402" y="262"/>
                    </a:lnTo>
                    <a:lnTo>
                      <a:pt x="407" y="260"/>
                    </a:lnTo>
                    <a:lnTo>
                      <a:pt x="414" y="260"/>
                    </a:lnTo>
                    <a:lnTo>
                      <a:pt x="420" y="261"/>
                    </a:lnTo>
                    <a:lnTo>
                      <a:pt x="426" y="265"/>
                    </a:lnTo>
                    <a:lnTo>
                      <a:pt x="429" y="270"/>
                    </a:lnTo>
                    <a:lnTo>
                      <a:pt x="432" y="275"/>
                    </a:lnTo>
                    <a:lnTo>
                      <a:pt x="434" y="281"/>
                    </a:lnTo>
                    <a:lnTo>
                      <a:pt x="436" y="287"/>
                    </a:lnTo>
                    <a:lnTo>
                      <a:pt x="439" y="292"/>
                    </a:lnTo>
                    <a:lnTo>
                      <a:pt x="439" y="299"/>
                    </a:lnTo>
                    <a:lnTo>
                      <a:pt x="440" y="305"/>
                    </a:lnTo>
                    <a:lnTo>
                      <a:pt x="442" y="312"/>
                    </a:lnTo>
                    <a:lnTo>
                      <a:pt x="442" y="319"/>
                    </a:lnTo>
                    <a:lnTo>
                      <a:pt x="443" y="325"/>
                    </a:lnTo>
                    <a:lnTo>
                      <a:pt x="443" y="332"/>
                    </a:lnTo>
                    <a:lnTo>
                      <a:pt x="444" y="338"/>
                    </a:lnTo>
                    <a:lnTo>
                      <a:pt x="445" y="345"/>
                    </a:lnTo>
                    <a:lnTo>
                      <a:pt x="445" y="352"/>
                    </a:lnTo>
                    <a:lnTo>
                      <a:pt x="446" y="358"/>
                    </a:lnTo>
                    <a:lnTo>
                      <a:pt x="436" y="358"/>
                    </a:lnTo>
                    <a:lnTo>
                      <a:pt x="426" y="359"/>
                    </a:lnTo>
                    <a:lnTo>
                      <a:pt x="417" y="361"/>
                    </a:lnTo>
                    <a:lnTo>
                      <a:pt x="406" y="363"/>
                    </a:lnTo>
                    <a:lnTo>
                      <a:pt x="397" y="366"/>
                    </a:lnTo>
                    <a:lnTo>
                      <a:pt x="386" y="369"/>
                    </a:lnTo>
                    <a:lnTo>
                      <a:pt x="377" y="372"/>
                    </a:lnTo>
                    <a:lnTo>
                      <a:pt x="366" y="377"/>
                    </a:lnTo>
                    <a:lnTo>
                      <a:pt x="363" y="380"/>
                    </a:lnTo>
                    <a:lnTo>
                      <a:pt x="359" y="385"/>
                    </a:lnTo>
                    <a:lnTo>
                      <a:pt x="354" y="391"/>
                    </a:lnTo>
                    <a:lnTo>
                      <a:pt x="351" y="398"/>
                    </a:lnTo>
                    <a:lnTo>
                      <a:pt x="347" y="406"/>
                    </a:lnTo>
                    <a:lnTo>
                      <a:pt x="346" y="414"/>
                    </a:lnTo>
                    <a:lnTo>
                      <a:pt x="347" y="421"/>
                    </a:lnTo>
                    <a:lnTo>
                      <a:pt x="350" y="429"/>
                    </a:lnTo>
                    <a:lnTo>
                      <a:pt x="353" y="437"/>
                    </a:lnTo>
                    <a:lnTo>
                      <a:pt x="358" y="444"/>
                    </a:lnTo>
                    <a:lnTo>
                      <a:pt x="363" y="450"/>
                    </a:lnTo>
                    <a:lnTo>
                      <a:pt x="368" y="458"/>
                    </a:lnTo>
                    <a:lnTo>
                      <a:pt x="372" y="464"/>
                    </a:lnTo>
                    <a:lnTo>
                      <a:pt x="374" y="472"/>
                    </a:lnTo>
                    <a:lnTo>
                      <a:pt x="375" y="480"/>
                    </a:lnTo>
                    <a:lnTo>
                      <a:pt x="373" y="489"/>
                    </a:lnTo>
                    <a:lnTo>
                      <a:pt x="369" y="492"/>
                    </a:lnTo>
                    <a:lnTo>
                      <a:pt x="364" y="495"/>
                    </a:lnTo>
                    <a:lnTo>
                      <a:pt x="359" y="498"/>
                    </a:lnTo>
                    <a:lnTo>
                      <a:pt x="353" y="500"/>
                    </a:lnTo>
                    <a:lnTo>
                      <a:pt x="347" y="503"/>
                    </a:lnTo>
                    <a:lnTo>
                      <a:pt x="341" y="505"/>
                    </a:lnTo>
                    <a:lnTo>
                      <a:pt x="336" y="508"/>
                    </a:lnTo>
                    <a:lnTo>
                      <a:pt x="330" y="509"/>
                    </a:lnTo>
                    <a:lnTo>
                      <a:pt x="323" y="511"/>
                    </a:lnTo>
                    <a:lnTo>
                      <a:pt x="317" y="512"/>
                    </a:lnTo>
                    <a:lnTo>
                      <a:pt x="311" y="514"/>
                    </a:lnTo>
                    <a:lnTo>
                      <a:pt x="304" y="515"/>
                    </a:lnTo>
                    <a:lnTo>
                      <a:pt x="298" y="516"/>
                    </a:lnTo>
                    <a:lnTo>
                      <a:pt x="292" y="517"/>
                    </a:lnTo>
                    <a:lnTo>
                      <a:pt x="285" y="518"/>
                    </a:lnTo>
                    <a:lnTo>
                      <a:pt x="279" y="519"/>
                    </a:lnTo>
                    <a:lnTo>
                      <a:pt x="272" y="51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42989" y="2829306"/>
                <a:ext cx="733425" cy="981075"/>
              </a:xfrm>
              <a:custGeom>
                <a:pathLst>
                  <a:path extrusionOk="0" h="618" w="462">
                    <a:moveTo>
                      <a:pt x="384" y="617"/>
                    </a:moveTo>
                    <a:lnTo>
                      <a:pt x="248" y="578"/>
                    </a:lnTo>
                    <a:lnTo>
                      <a:pt x="231" y="442"/>
                    </a:lnTo>
                    <a:lnTo>
                      <a:pt x="224" y="439"/>
                    </a:lnTo>
                    <a:lnTo>
                      <a:pt x="217" y="436"/>
                    </a:lnTo>
                    <a:lnTo>
                      <a:pt x="209" y="435"/>
                    </a:lnTo>
                    <a:lnTo>
                      <a:pt x="201" y="434"/>
                    </a:lnTo>
                    <a:lnTo>
                      <a:pt x="193" y="434"/>
                    </a:lnTo>
                    <a:lnTo>
                      <a:pt x="185" y="434"/>
                    </a:lnTo>
                    <a:lnTo>
                      <a:pt x="176" y="435"/>
                    </a:lnTo>
                    <a:lnTo>
                      <a:pt x="167" y="435"/>
                    </a:lnTo>
                    <a:lnTo>
                      <a:pt x="165" y="436"/>
                    </a:lnTo>
                    <a:lnTo>
                      <a:pt x="162" y="438"/>
                    </a:lnTo>
                    <a:lnTo>
                      <a:pt x="160" y="440"/>
                    </a:lnTo>
                    <a:lnTo>
                      <a:pt x="158" y="442"/>
                    </a:lnTo>
                    <a:lnTo>
                      <a:pt x="156" y="444"/>
                    </a:lnTo>
                    <a:lnTo>
                      <a:pt x="153" y="448"/>
                    </a:lnTo>
                    <a:lnTo>
                      <a:pt x="151" y="452"/>
                    </a:lnTo>
                    <a:lnTo>
                      <a:pt x="147" y="456"/>
                    </a:lnTo>
                    <a:lnTo>
                      <a:pt x="147" y="461"/>
                    </a:lnTo>
                    <a:lnTo>
                      <a:pt x="147" y="468"/>
                    </a:lnTo>
                    <a:lnTo>
                      <a:pt x="147" y="474"/>
                    </a:lnTo>
                    <a:lnTo>
                      <a:pt x="147" y="480"/>
                    </a:lnTo>
                    <a:lnTo>
                      <a:pt x="147" y="487"/>
                    </a:lnTo>
                    <a:lnTo>
                      <a:pt x="146" y="493"/>
                    </a:lnTo>
                    <a:lnTo>
                      <a:pt x="146" y="499"/>
                    </a:lnTo>
                    <a:lnTo>
                      <a:pt x="145" y="506"/>
                    </a:lnTo>
                    <a:lnTo>
                      <a:pt x="143" y="513"/>
                    </a:lnTo>
                    <a:lnTo>
                      <a:pt x="143" y="520"/>
                    </a:lnTo>
                    <a:lnTo>
                      <a:pt x="141" y="525"/>
                    </a:lnTo>
                    <a:lnTo>
                      <a:pt x="139" y="532"/>
                    </a:lnTo>
                    <a:lnTo>
                      <a:pt x="136" y="537"/>
                    </a:lnTo>
                    <a:lnTo>
                      <a:pt x="134" y="543"/>
                    </a:lnTo>
                    <a:lnTo>
                      <a:pt x="131" y="549"/>
                    </a:lnTo>
                    <a:lnTo>
                      <a:pt x="128" y="553"/>
                    </a:lnTo>
                    <a:lnTo>
                      <a:pt x="7" y="549"/>
                    </a:lnTo>
                    <a:lnTo>
                      <a:pt x="7" y="539"/>
                    </a:lnTo>
                    <a:lnTo>
                      <a:pt x="7" y="530"/>
                    </a:lnTo>
                    <a:lnTo>
                      <a:pt x="6" y="521"/>
                    </a:lnTo>
                    <a:lnTo>
                      <a:pt x="5" y="510"/>
                    </a:lnTo>
                    <a:lnTo>
                      <a:pt x="4" y="501"/>
                    </a:lnTo>
                    <a:lnTo>
                      <a:pt x="2" y="492"/>
                    </a:lnTo>
                    <a:lnTo>
                      <a:pt x="1" y="482"/>
                    </a:lnTo>
                    <a:lnTo>
                      <a:pt x="1" y="472"/>
                    </a:lnTo>
                    <a:lnTo>
                      <a:pt x="0" y="463"/>
                    </a:lnTo>
                    <a:lnTo>
                      <a:pt x="0" y="453"/>
                    </a:lnTo>
                    <a:lnTo>
                      <a:pt x="0" y="442"/>
                    </a:lnTo>
                    <a:lnTo>
                      <a:pt x="1" y="433"/>
                    </a:lnTo>
                    <a:lnTo>
                      <a:pt x="3" y="423"/>
                    </a:lnTo>
                    <a:lnTo>
                      <a:pt x="5" y="413"/>
                    </a:lnTo>
                    <a:lnTo>
                      <a:pt x="8" y="402"/>
                    </a:lnTo>
                    <a:lnTo>
                      <a:pt x="12" y="392"/>
                    </a:lnTo>
                    <a:lnTo>
                      <a:pt x="18" y="388"/>
                    </a:lnTo>
                    <a:lnTo>
                      <a:pt x="24" y="386"/>
                    </a:lnTo>
                    <a:lnTo>
                      <a:pt x="30" y="384"/>
                    </a:lnTo>
                    <a:lnTo>
                      <a:pt x="37" y="383"/>
                    </a:lnTo>
                    <a:lnTo>
                      <a:pt x="45" y="384"/>
                    </a:lnTo>
                    <a:lnTo>
                      <a:pt x="52" y="385"/>
                    </a:lnTo>
                    <a:lnTo>
                      <a:pt x="59" y="387"/>
                    </a:lnTo>
                    <a:lnTo>
                      <a:pt x="66" y="389"/>
                    </a:lnTo>
                    <a:lnTo>
                      <a:pt x="73" y="392"/>
                    </a:lnTo>
                    <a:lnTo>
                      <a:pt x="80" y="396"/>
                    </a:lnTo>
                    <a:lnTo>
                      <a:pt x="87" y="400"/>
                    </a:lnTo>
                    <a:lnTo>
                      <a:pt x="94" y="403"/>
                    </a:lnTo>
                    <a:lnTo>
                      <a:pt x="100" y="407"/>
                    </a:lnTo>
                    <a:lnTo>
                      <a:pt x="107" y="411"/>
                    </a:lnTo>
                    <a:lnTo>
                      <a:pt x="113" y="415"/>
                    </a:lnTo>
                    <a:lnTo>
                      <a:pt x="120" y="417"/>
                    </a:lnTo>
                    <a:lnTo>
                      <a:pt x="136" y="417"/>
                    </a:lnTo>
                    <a:lnTo>
                      <a:pt x="143" y="412"/>
                    </a:lnTo>
                    <a:lnTo>
                      <a:pt x="151" y="406"/>
                    </a:lnTo>
                    <a:lnTo>
                      <a:pt x="156" y="399"/>
                    </a:lnTo>
                    <a:lnTo>
                      <a:pt x="160" y="391"/>
                    </a:lnTo>
                    <a:lnTo>
                      <a:pt x="163" y="383"/>
                    </a:lnTo>
                    <a:lnTo>
                      <a:pt x="165" y="373"/>
                    </a:lnTo>
                    <a:lnTo>
                      <a:pt x="166" y="363"/>
                    </a:lnTo>
                    <a:lnTo>
                      <a:pt x="166" y="353"/>
                    </a:lnTo>
                    <a:lnTo>
                      <a:pt x="166" y="343"/>
                    </a:lnTo>
                    <a:lnTo>
                      <a:pt x="166" y="333"/>
                    </a:lnTo>
                    <a:lnTo>
                      <a:pt x="164" y="321"/>
                    </a:lnTo>
                    <a:lnTo>
                      <a:pt x="163" y="311"/>
                    </a:lnTo>
                    <a:lnTo>
                      <a:pt x="161" y="301"/>
                    </a:lnTo>
                    <a:lnTo>
                      <a:pt x="159" y="290"/>
                    </a:lnTo>
                    <a:lnTo>
                      <a:pt x="158" y="280"/>
                    </a:lnTo>
                    <a:lnTo>
                      <a:pt x="156" y="270"/>
                    </a:lnTo>
                    <a:lnTo>
                      <a:pt x="39" y="241"/>
                    </a:lnTo>
                    <a:lnTo>
                      <a:pt x="63" y="135"/>
                    </a:lnTo>
                    <a:lnTo>
                      <a:pt x="71" y="135"/>
                    </a:lnTo>
                    <a:lnTo>
                      <a:pt x="79" y="136"/>
                    </a:lnTo>
                    <a:lnTo>
                      <a:pt x="87" y="137"/>
                    </a:lnTo>
                    <a:lnTo>
                      <a:pt x="96" y="139"/>
                    </a:lnTo>
                    <a:lnTo>
                      <a:pt x="104" y="141"/>
                    </a:lnTo>
                    <a:lnTo>
                      <a:pt x="113" y="143"/>
                    </a:lnTo>
                    <a:lnTo>
                      <a:pt x="120" y="144"/>
                    </a:lnTo>
                    <a:lnTo>
                      <a:pt x="129" y="146"/>
                    </a:lnTo>
                    <a:lnTo>
                      <a:pt x="137" y="147"/>
                    </a:lnTo>
                    <a:lnTo>
                      <a:pt x="146" y="147"/>
                    </a:lnTo>
                    <a:lnTo>
                      <a:pt x="154" y="147"/>
                    </a:lnTo>
                    <a:lnTo>
                      <a:pt x="162" y="146"/>
                    </a:lnTo>
                    <a:lnTo>
                      <a:pt x="170" y="144"/>
                    </a:lnTo>
                    <a:lnTo>
                      <a:pt x="177" y="141"/>
                    </a:lnTo>
                    <a:lnTo>
                      <a:pt x="185" y="136"/>
                    </a:lnTo>
                    <a:lnTo>
                      <a:pt x="192" y="132"/>
                    </a:lnTo>
                    <a:lnTo>
                      <a:pt x="195" y="128"/>
                    </a:lnTo>
                    <a:lnTo>
                      <a:pt x="197" y="125"/>
                    </a:lnTo>
                    <a:lnTo>
                      <a:pt x="200" y="121"/>
                    </a:lnTo>
                    <a:lnTo>
                      <a:pt x="204" y="118"/>
                    </a:lnTo>
                    <a:lnTo>
                      <a:pt x="206" y="114"/>
                    </a:lnTo>
                    <a:lnTo>
                      <a:pt x="210" y="108"/>
                    </a:lnTo>
                    <a:lnTo>
                      <a:pt x="212" y="104"/>
                    </a:lnTo>
                    <a:lnTo>
                      <a:pt x="216" y="97"/>
                    </a:lnTo>
                    <a:lnTo>
                      <a:pt x="216" y="92"/>
                    </a:lnTo>
                    <a:lnTo>
                      <a:pt x="214" y="86"/>
                    </a:lnTo>
                    <a:lnTo>
                      <a:pt x="214" y="80"/>
                    </a:lnTo>
                    <a:lnTo>
                      <a:pt x="212" y="76"/>
                    </a:lnTo>
                    <a:lnTo>
                      <a:pt x="211" y="69"/>
                    </a:lnTo>
                    <a:lnTo>
                      <a:pt x="210" y="65"/>
                    </a:lnTo>
                    <a:lnTo>
                      <a:pt x="209" y="58"/>
                    </a:lnTo>
                    <a:lnTo>
                      <a:pt x="208" y="53"/>
                    </a:lnTo>
                    <a:lnTo>
                      <a:pt x="207" y="47"/>
                    </a:lnTo>
                    <a:lnTo>
                      <a:pt x="206" y="41"/>
                    </a:lnTo>
                    <a:lnTo>
                      <a:pt x="206" y="35"/>
                    </a:lnTo>
                    <a:lnTo>
                      <a:pt x="207" y="29"/>
                    </a:lnTo>
                    <a:lnTo>
                      <a:pt x="208" y="24"/>
                    </a:lnTo>
                    <a:lnTo>
                      <a:pt x="210" y="17"/>
                    </a:lnTo>
                    <a:lnTo>
                      <a:pt x="212" y="11"/>
                    </a:lnTo>
                    <a:lnTo>
                      <a:pt x="216" y="5"/>
                    </a:lnTo>
                    <a:lnTo>
                      <a:pt x="221" y="2"/>
                    </a:lnTo>
                    <a:lnTo>
                      <a:pt x="226" y="1"/>
                    </a:lnTo>
                    <a:lnTo>
                      <a:pt x="233" y="0"/>
                    </a:lnTo>
                    <a:lnTo>
                      <a:pt x="239" y="0"/>
                    </a:lnTo>
                    <a:lnTo>
                      <a:pt x="245" y="0"/>
                    </a:lnTo>
                    <a:lnTo>
                      <a:pt x="251" y="0"/>
                    </a:lnTo>
                    <a:lnTo>
                      <a:pt x="258" y="1"/>
                    </a:lnTo>
                    <a:lnTo>
                      <a:pt x="264" y="3"/>
                    </a:lnTo>
                    <a:lnTo>
                      <a:pt x="272" y="5"/>
                    </a:lnTo>
                    <a:lnTo>
                      <a:pt x="278" y="8"/>
                    </a:lnTo>
                    <a:lnTo>
                      <a:pt x="284" y="11"/>
                    </a:lnTo>
                    <a:lnTo>
                      <a:pt x="290" y="13"/>
                    </a:lnTo>
                    <a:lnTo>
                      <a:pt x="296" y="17"/>
                    </a:lnTo>
                    <a:lnTo>
                      <a:pt x="302" y="21"/>
                    </a:lnTo>
                    <a:lnTo>
                      <a:pt x="307" y="26"/>
                    </a:lnTo>
                    <a:lnTo>
                      <a:pt x="311" y="30"/>
                    </a:lnTo>
                    <a:lnTo>
                      <a:pt x="316" y="38"/>
                    </a:lnTo>
                    <a:lnTo>
                      <a:pt x="318" y="44"/>
                    </a:lnTo>
                    <a:lnTo>
                      <a:pt x="319" y="52"/>
                    </a:lnTo>
                    <a:lnTo>
                      <a:pt x="318" y="59"/>
                    </a:lnTo>
                    <a:lnTo>
                      <a:pt x="317" y="66"/>
                    </a:lnTo>
                    <a:lnTo>
                      <a:pt x="314" y="73"/>
                    </a:lnTo>
                    <a:lnTo>
                      <a:pt x="311" y="80"/>
                    </a:lnTo>
                    <a:lnTo>
                      <a:pt x="308" y="87"/>
                    </a:lnTo>
                    <a:lnTo>
                      <a:pt x="304" y="94"/>
                    </a:lnTo>
                    <a:lnTo>
                      <a:pt x="301" y="102"/>
                    </a:lnTo>
                    <a:lnTo>
                      <a:pt x="297" y="110"/>
                    </a:lnTo>
                    <a:lnTo>
                      <a:pt x="294" y="118"/>
                    </a:lnTo>
                    <a:lnTo>
                      <a:pt x="294" y="125"/>
                    </a:lnTo>
                    <a:lnTo>
                      <a:pt x="293" y="133"/>
                    </a:lnTo>
                    <a:lnTo>
                      <a:pt x="294" y="140"/>
                    </a:lnTo>
                    <a:lnTo>
                      <a:pt x="295" y="147"/>
                    </a:lnTo>
                    <a:lnTo>
                      <a:pt x="302" y="158"/>
                    </a:lnTo>
                    <a:lnTo>
                      <a:pt x="309" y="165"/>
                    </a:lnTo>
                    <a:lnTo>
                      <a:pt x="317" y="172"/>
                    </a:lnTo>
                    <a:lnTo>
                      <a:pt x="327" y="176"/>
                    </a:lnTo>
                    <a:lnTo>
                      <a:pt x="337" y="181"/>
                    </a:lnTo>
                    <a:lnTo>
                      <a:pt x="347" y="183"/>
                    </a:lnTo>
                    <a:lnTo>
                      <a:pt x="357" y="186"/>
                    </a:lnTo>
                    <a:lnTo>
                      <a:pt x="369" y="187"/>
                    </a:lnTo>
                    <a:lnTo>
                      <a:pt x="380" y="188"/>
                    </a:lnTo>
                    <a:lnTo>
                      <a:pt x="392" y="188"/>
                    </a:lnTo>
                    <a:lnTo>
                      <a:pt x="403" y="189"/>
                    </a:lnTo>
                    <a:lnTo>
                      <a:pt x="415" y="189"/>
                    </a:lnTo>
                    <a:lnTo>
                      <a:pt x="427" y="190"/>
                    </a:lnTo>
                    <a:lnTo>
                      <a:pt x="438" y="191"/>
                    </a:lnTo>
                    <a:lnTo>
                      <a:pt x="450" y="192"/>
                    </a:lnTo>
                    <a:lnTo>
                      <a:pt x="461" y="195"/>
                    </a:lnTo>
                    <a:lnTo>
                      <a:pt x="431" y="329"/>
                    </a:lnTo>
                    <a:lnTo>
                      <a:pt x="424" y="334"/>
                    </a:lnTo>
                    <a:lnTo>
                      <a:pt x="416" y="336"/>
                    </a:lnTo>
                    <a:lnTo>
                      <a:pt x="408" y="338"/>
                    </a:lnTo>
                    <a:lnTo>
                      <a:pt x="401" y="338"/>
                    </a:lnTo>
                    <a:lnTo>
                      <a:pt x="393" y="337"/>
                    </a:lnTo>
                    <a:lnTo>
                      <a:pt x="385" y="336"/>
                    </a:lnTo>
                    <a:lnTo>
                      <a:pt x="377" y="334"/>
                    </a:lnTo>
                    <a:lnTo>
                      <a:pt x="370" y="331"/>
                    </a:lnTo>
                    <a:lnTo>
                      <a:pt x="361" y="327"/>
                    </a:lnTo>
                    <a:lnTo>
                      <a:pt x="353" y="325"/>
                    </a:lnTo>
                    <a:lnTo>
                      <a:pt x="345" y="321"/>
                    </a:lnTo>
                    <a:lnTo>
                      <a:pt x="337" y="319"/>
                    </a:lnTo>
                    <a:lnTo>
                      <a:pt x="328" y="317"/>
                    </a:lnTo>
                    <a:lnTo>
                      <a:pt x="320" y="316"/>
                    </a:lnTo>
                    <a:lnTo>
                      <a:pt x="311" y="315"/>
                    </a:lnTo>
                    <a:lnTo>
                      <a:pt x="303" y="316"/>
                    </a:lnTo>
                    <a:lnTo>
                      <a:pt x="297" y="319"/>
                    </a:lnTo>
                    <a:lnTo>
                      <a:pt x="291" y="323"/>
                    </a:lnTo>
                    <a:lnTo>
                      <a:pt x="286" y="327"/>
                    </a:lnTo>
                    <a:lnTo>
                      <a:pt x="281" y="333"/>
                    </a:lnTo>
                    <a:lnTo>
                      <a:pt x="277" y="339"/>
                    </a:lnTo>
                    <a:lnTo>
                      <a:pt x="274" y="346"/>
                    </a:lnTo>
                    <a:lnTo>
                      <a:pt x="271" y="353"/>
                    </a:lnTo>
                    <a:lnTo>
                      <a:pt x="268" y="361"/>
                    </a:lnTo>
                    <a:lnTo>
                      <a:pt x="266" y="368"/>
                    </a:lnTo>
                    <a:lnTo>
                      <a:pt x="264" y="376"/>
                    </a:lnTo>
                    <a:lnTo>
                      <a:pt x="264" y="385"/>
                    </a:lnTo>
                    <a:lnTo>
                      <a:pt x="263" y="393"/>
                    </a:lnTo>
                    <a:lnTo>
                      <a:pt x="263" y="402"/>
                    </a:lnTo>
                    <a:lnTo>
                      <a:pt x="263" y="410"/>
                    </a:lnTo>
                    <a:lnTo>
                      <a:pt x="264" y="418"/>
                    </a:lnTo>
                    <a:lnTo>
                      <a:pt x="264" y="427"/>
                    </a:lnTo>
                    <a:lnTo>
                      <a:pt x="268" y="438"/>
                    </a:lnTo>
                    <a:lnTo>
                      <a:pt x="273" y="446"/>
                    </a:lnTo>
                    <a:lnTo>
                      <a:pt x="279" y="454"/>
                    </a:lnTo>
                    <a:lnTo>
                      <a:pt x="286" y="457"/>
                    </a:lnTo>
                    <a:lnTo>
                      <a:pt x="293" y="461"/>
                    </a:lnTo>
                    <a:lnTo>
                      <a:pt x="300" y="463"/>
                    </a:lnTo>
                    <a:lnTo>
                      <a:pt x="308" y="464"/>
                    </a:lnTo>
                    <a:lnTo>
                      <a:pt x="317" y="464"/>
                    </a:lnTo>
                    <a:lnTo>
                      <a:pt x="326" y="463"/>
                    </a:lnTo>
                    <a:lnTo>
                      <a:pt x="335" y="463"/>
                    </a:lnTo>
                    <a:lnTo>
                      <a:pt x="344" y="462"/>
                    </a:lnTo>
                    <a:lnTo>
                      <a:pt x="354" y="463"/>
                    </a:lnTo>
                    <a:lnTo>
                      <a:pt x="363" y="463"/>
                    </a:lnTo>
                    <a:lnTo>
                      <a:pt x="373" y="465"/>
                    </a:lnTo>
                    <a:lnTo>
                      <a:pt x="383" y="468"/>
                    </a:lnTo>
                    <a:lnTo>
                      <a:pt x="392" y="473"/>
                    </a:lnTo>
                    <a:lnTo>
                      <a:pt x="395" y="482"/>
                    </a:lnTo>
                    <a:lnTo>
                      <a:pt x="398" y="491"/>
                    </a:lnTo>
                    <a:lnTo>
                      <a:pt x="400" y="499"/>
                    </a:lnTo>
                    <a:lnTo>
                      <a:pt x="401" y="509"/>
                    </a:lnTo>
                    <a:lnTo>
                      <a:pt x="403" y="518"/>
                    </a:lnTo>
                    <a:lnTo>
                      <a:pt x="404" y="527"/>
                    </a:lnTo>
                    <a:lnTo>
                      <a:pt x="404" y="536"/>
                    </a:lnTo>
                    <a:lnTo>
                      <a:pt x="403" y="547"/>
                    </a:lnTo>
                    <a:lnTo>
                      <a:pt x="403" y="555"/>
                    </a:lnTo>
                    <a:lnTo>
                      <a:pt x="401" y="564"/>
                    </a:lnTo>
                    <a:lnTo>
                      <a:pt x="400" y="574"/>
                    </a:lnTo>
                    <a:lnTo>
                      <a:pt x="398" y="583"/>
                    </a:lnTo>
                    <a:lnTo>
                      <a:pt x="396" y="591"/>
                    </a:lnTo>
                    <a:lnTo>
                      <a:pt x="393" y="600"/>
                    </a:lnTo>
                    <a:lnTo>
                      <a:pt x="391" y="608"/>
                    </a:lnTo>
                    <a:lnTo>
                      <a:pt x="388" y="617"/>
                    </a:lnTo>
                    <a:lnTo>
                      <a:pt x="384" y="617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89027" y="2084769"/>
                <a:ext cx="990600" cy="588963"/>
              </a:xfrm>
              <a:custGeom>
                <a:pathLst>
                  <a:path extrusionOk="0" h="371" w="624">
                    <a:moveTo>
                      <a:pt x="191" y="370"/>
                    </a:moveTo>
                    <a:lnTo>
                      <a:pt x="190" y="363"/>
                    </a:lnTo>
                    <a:lnTo>
                      <a:pt x="189" y="356"/>
                    </a:lnTo>
                    <a:lnTo>
                      <a:pt x="188" y="349"/>
                    </a:lnTo>
                    <a:lnTo>
                      <a:pt x="186" y="342"/>
                    </a:lnTo>
                    <a:lnTo>
                      <a:pt x="185" y="335"/>
                    </a:lnTo>
                    <a:lnTo>
                      <a:pt x="182" y="328"/>
                    </a:lnTo>
                    <a:lnTo>
                      <a:pt x="181" y="321"/>
                    </a:lnTo>
                    <a:lnTo>
                      <a:pt x="178" y="315"/>
                    </a:lnTo>
                    <a:lnTo>
                      <a:pt x="175" y="308"/>
                    </a:lnTo>
                    <a:lnTo>
                      <a:pt x="171" y="302"/>
                    </a:lnTo>
                    <a:lnTo>
                      <a:pt x="167" y="296"/>
                    </a:lnTo>
                    <a:lnTo>
                      <a:pt x="162" y="290"/>
                    </a:lnTo>
                    <a:lnTo>
                      <a:pt x="156" y="285"/>
                    </a:lnTo>
                    <a:lnTo>
                      <a:pt x="149" y="280"/>
                    </a:lnTo>
                    <a:lnTo>
                      <a:pt x="143" y="276"/>
                    </a:lnTo>
                    <a:lnTo>
                      <a:pt x="134" y="273"/>
                    </a:lnTo>
                    <a:lnTo>
                      <a:pt x="131" y="271"/>
                    </a:lnTo>
                    <a:lnTo>
                      <a:pt x="128" y="270"/>
                    </a:lnTo>
                    <a:lnTo>
                      <a:pt x="124" y="270"/>
                    </a:lnTo>
                    <a:lnTo>
                      <a:pt x="121" y="270"/>
                    </a:lnTo>
                    <a:lnTo>
                      <a:pt x="117" y="270"/>
                    </a:lnTo>
                    <a:lnTo>
                      <a:pt x="113" y="271"/>
                    </a:lnTo>
                    <a:lnTo>
                      <a:pt x="109" y="270"/>
                    </a:lnTo>
                    <a:lnTo>
                      <a:pt x="104" y="269"/>
                    </a:lnTo>
                    <a:lnTo>
                      <a:pt x="22" y="307"/>
                    </a:lnTo>
                    <a:lnTo>
                      <a:pt x="19" y="304"/>
                    </a:lnTo>
                    <a:lnTo>
                      <a:pt x="15" y="300"/>
                    </a:lnTo>
                    <a:lnTo>
                      <a:pt x="13" y="296"/>
                    </a:lnTo>
                    <a:lnTo>
                      <a:pt x="10" y="290"/>
                    </a:lnTo>
                    <a:lnTo>
                      <a:pt x="9" y="286"/>
                    </a:lnTo>
                    <a:lnTo>
                      <a:pt x="6" y="280"/>
                    </a:lnTo>
                    <a:lnTo>
                      <a:pt x="5" y="275"/>
                    </a:lnTo>
                    <a:lnTo>
                      <a:pt x="4" y="270"/>
                    </a:lnTo>
                    <a:lnTo>
                      <a:pt x="3" y="264"/>
                    </a:lnTo>
                    <a:lnTo>
                      <a:pt x="2" y="258"/>
                    </a:lnTo>
                    <a:lnTo>
                      <a:pt x="0" y="252"/>
                    </a:lnTo>
                    <a:lnTo>
                      <a:pt x="0" y="246"/>
                    </a:lnTo>
                    <a:lnTo>
                      <a:pt x="0" y="241"/>
                    </a:lnTo>
                    <a:lnTo>
                      <a:pt x="0" y="236"/>
                    </a:lnTo>
                    <a:lnTo>
                      <a:pt x="0" y="229"/>
                    </a:lnTo>
                    <a:lnTo>
                      <a:pt x="0" y="224"/>
                    </a:lnTo>
                    <a:lnTo>
                      <a:pt x="0" y="221"/>
                    </a:lnTo>
                    <a:lnTo>
                      <a:pt x="2" y="217"/>
                    </a:lnTo>
                    <a:lnTo>
                      <a:pt x="4" y="214"/>
                    </a:lnTo>
                    <a:lnTo>
                      <a:pt x="6" y="211"/>
                    </a:lnTo>
                    <a:lnTo>
                      <a:pt x="9" y="208"/>
                    </a:lnTo>
                    <a:lnTo>
                      <a:pt x="12" y="206"/>
                    </a:lnTo>
                    <a:lnTo>
                      <a:pt x="16" y="203"/>
                    </a:lnTo>
                    <a:lnTo>
                      <a:pt x="22" y="200"/>
                    </a:lnTo>
                    <a:lnTo>
                      <a:pt x="28" y="200"/>
                    </a:lnTo>
                    <a:lnTo>
                      <a:pt x="33" y="200"/>
                    </a:lnTo>
                    <a:lnTo>
                      <a:pt x="40" y="200"/>
                    </a:lnTo>
                    <a:lnTo>
                      <a:pt x="47" y="200"/>
                    </a:lnTo>
                    <a:lnTo>
                      <a:pt x="53" y="200"/>
                    </a:lnTo>
                    <a:lnTo>
                      <a:pt x="60" y="201"/>
                    </a:lnTo>
                    <a:lnTo>
                      <a:pt x="67" y="204"/>
                    </a:lnTo>
                    <a:lnTo>
                      <a:pt x="74" y="207"/>
                    </a:lnTo>
                    <a:lnTo>
                      <a:pt x="81" y="208"/>
                    </a:lnTo>
                    <a:lnTo>
                      <a:pt x="90" y="208"/>
                    </a:lnTo>
                    <a:lnTo>
                      <a:pt x="97" y="207"/>
                    </a:lnTo>
                    <a:lnTo>
                      <a:pt x="105" y="204"/>
                    </a:lnTo>
                    <a:lnTo>
                      <a:pt x="113" y="200"/>
                    </a:lnTo>
                    <a:lnTo>
                      <a:pt x="119" y="196"/>
                    </a:lnTo>
                    <a:lnTo>
                      <a:pt x="126" y="190"/>
                    </a:lnTo>
                    <a:lnTo>
                      <a:pt x="131" y="183"/>
                    </a:lnTo>
                    <a:lnTo>
                      <a:pt x="127" y="35"/>
                    </a:lnTo>
                    <a:lnTo>
                      <a:pt x="133" y="35"/>
                    </a:lnTo>
                    <a:lnTo>
                      <a:pt x="138" y="34"/>
                    </a:lnTo>
                    <a:lnTo>
                      <a:pt x="144" y="33"/>
                    </a:lnTo>
                    <a:lnTo>
                      <a:pt x="150" y="32"/>
                    </a:lnTo>
                    <a:lnTo>
                      <a:pt x="156" y="31"/>
                    </a:lnTo>
                    <a:lnTo>
                      <a:pt x="162" y="30"/>
                    </a:lnTo>
                    <a:lnTo>
                      <a:pt x="168" y="29"/>
                    </a:lnTo>
                    <a:lnTo>
                      <a:pt x="174" y="28"/>
                    </a:lnTo>
                    <a:lnTo>
                      <a:pt x="181" y="28"/>
                    </a:lnTo>
                    <a:lnTo>
                      <a:pt x="186" y="28"/>
                    </a:lnTo>
                    <a:lnTo>
                      <a:pt x="193" y="28"/>
                    </a:lnTo>
                    <a:lnTo>
                      <a:pt x="199" y="30"/>
                    </a:lnTo>
                    <a:lnTo>
                      <a:pt x="206" y="31"/>
                    </a:lnTo>
                    <a:lnTo>
                      <a:pt x="211" y="34"/>
                    </a:lnTo>
                    <a:lnTo>
                      <a:pt x="218" y="37"/>
                    </a:lnTo>
                    <a:lnTo>
                      <a:pt x="225" y="41"/>
                    </a:lnTo>
                    <a:lnTo>
                      <a:pt x="228" y="48"/>
                    </a:lnTo>
                    <a:lnTo>
                      <a:pt x="230" y="57"/>
                    </a:lnTo>
                    <a:lnTo>
                      <a:pt x="232" y="65"/>
                    </a:lnTo>
                    <a:lnTo>
                      <a:pt x="234" y="73"/>
                    </a:lnTo>
                    <a:lnTo>
                      <a:pt x="234" y="82"/>
                    </a:lnTo>
                    <a:lnTo>
                      <a:pt x="235" y="91"/>
                    </a:lnTo>
                    <a:lnTo>
                      <a:pt x="236" y="99"/>
                    </a:lnTo>
                    <a:lnTo>
                      <a:pt x="238" y="108"/>
                    </a:lnTo>
                    <a:lnTo>
                      <a:pt x="239" y="116"/>
                    </a:lnTo>
                    <a:lnTo>
                      <a:pt x="242" y="124"/>
                    </a:lnTo>
                    <a:lnTo>
                      <a:pt x="245" y="131"/>
                    </a:lnTo>
                    <a:lnTo>
                      <a:pt x="249" y="138"/>
                    </a:lnTo>
                    <a:lnTo>
                      <a:pt x="256" y="145"/>
                    </a:lnTo>
                    <a:lnTo>
                      <a:pt x="263" y="150"/>
                    </a:lnTo>
                    <a:lnTo>
                      <a:pt x="273" y="155"/>
                    </a:lnTo>
                    <a:lnTo>
                      <a:pt x="284" y="159"/>
                    </a:lnTo>
                    <a:lnTo>
                      <a:pt x="293" y="159"/>
                    </a:lnTo>
                    <a:lnTo>
                      <a:pt x="303" y="159"/>
                    </a:lnTo>
                    <a:lnTo>
                      <a:pt x="314" y="158"/>
                    </a:lnTo>
                    <a:lnTo>
                      <a:pt x="325" y="156"/>
                    </a:lnTo>
                    <a:lnTo>
                      <a:pt x="335" y="152"/>
                    </a:lnTo>
                    <a:lnTo>
                      <a:pt x="345" y="148"/>
                    </a:lnTo>
                    <a:lnTo>
                      <a:pt x="353" y="142"/>
                    </a:lnTo>
                    <a:lnTo>
                      <a:pt x="359" y="134"/>
                    </a:lnTo>
                    <a:lnTo>
                      <a:pt x="363" y="129"/>
                    </a:lnTo>
                    <a:lnTo>
                      <a:pt x="365" y="124"/>
                    </a:lnTo>
                    <a:lnTo>
                      <a:pt x="366" y="119"/>
                    </a:lnTo>
                    <a:lnTo>
                      <a:pt x="366" y="113"/>
                    </a:lnTo>
                    <a:lnTo>
                      <a:pt x="366" y="108"/>
                    </a:lnTo>
                    <a:lnTo>
                      <a:pt x="365" y="102"/>
                    </a:lnTo>
                    <a:lnTo>
                      <a:pt x="364" y="96"/>
                    </a:lnTo>
                    <a:lnTo>
                      <a:pt x="361" y="91"/>
                    </a:lnTo>
                    <a:lnTo>
                      <a:pt x="359" y="86"/>
                    </a:lnTo>
                    <a:lnTo>
                      <a:pt x="357" y="79"/>
                    </a:lnTo>
                    <a:lnTo>
                      <a:pt x="354" y="73"/>
                    </a:lnTo>
                    <a:lnTo>
                      <a:pt x="354" y="68"/>
                    </a:lnTo>
                    <a:lnTo>
                      <a:pt x="352" y="62"/>
                    </a:lnTo>
                    <a:lnTo>
                      <a:pt x="351" y="57"/>
                    </a:lnTo>
                    <a:lnTo>
                      <a:pt x="351" y="51"/>
                    </a:lnTo>
                    <a:lnTo>
                      <a:pt x="352" y="44"/>
                    </a:lnTo>
                    <a:lnTo>
                      <a:pt x="357" y="39"/>
                    </a:lnTo>
                    <a:lnTo>
                      <a:pt x="363" y="34"/>
                    </a:lnTo>
                    <a:lnTo>
                      <a:pt x="369" y="30"/>
                    </a:lnTo>
                    <a:lnTo>
                      <a:pt x="376" y="26"/>
                    </a:lnTo>
                    <a:lnTo>
                      <a:pt x="383" y="22"/>
                    </a:lnTo>
                    <a:lnTo>
                      <a:pt x="391" y="19"/>
                    </a:lnTo>
                    <a:lnTo>
                      <a:pt x="398" y="17"/>
                    </a:lnTo>
                    <a:lnTo>
                      <a:pt x="407" y="14"/>
                    </a:lnTo>
                    <a:lnTo>
                      <a:pt x="414" y="12"/>
                    </a:lnTo>
                    <a:lnTo>
                      <a:pt x="422" y="10"/>
                    </a:lnTo>
                    <a:lnTo>
                      <a:pt x="431" y="9"/>
                    </a:lnTo>
                    <a:lnTo>
                      <a:pt x="439" y="7"/>
                    </a:lnTo>
                    <a:lnTo>
                      <a:pt x="448" y="5"/>
                    </a:lnTo>
                    <a:lnTo>
                      <a:pt x="456" y="3"/>
                    </a:lnTo>
                    <a:lnTo>
                      <a:pt x="464" y="2"/>
                    </a:lnTo>
                    <a:lnTo>
                      <a:pt x="472" y="0"/>
                    </a:lnTo>
                    <a:lnTo>
                      <a:pt x="474" y="5"/>
                    </a:lnTo>
                    <a:lnTo>
                      <a:pt x="476" y="11"/>
                    </a:lnTo>
                    <a:lnTo>
                      <a:pt x="477" y="17"/>
                    </a:lnTo>
                    <a:lnTo>
                      <a:pt x="478" y="24"/>
                    </a:lnTo>
                    <a:lnTo>
                      <a:pt x="478" y="30"/>
                    </a:lnTo>
                    <a:lnTo>
                      <a:pt x="479" y="37"/>
                    </a:lnTo>
                    <a:lnTo>
                      <a:pt x="479" y="44"/>
                    </a:lnTo>
                    <a:lnTo>
                      <a:pt x="479" y="51"/>
                    </a:lnTo>
                    <a:lnTo>
                      <a:pt x="479" y="57"/>
                    </a:lnTo>
                    <a:lnTo>
                      <a:pt x="481" y="64"/>
                    </a:lnTo>
                    <a:lnTo>
                      <a:pt x="483" y="70"/>
                    </a:lnTo>
                    <a:lnTo>
                      <a:pt x="485" y="76"/>
                    </a:lnTo>
                    <a:lnTo>
                      <a:pt x="488" y="82"/>
                    </a:lnTo>
                    <a:lnTo>
                      <a:pt x="493" y="88"/>
                    </a:lnTo>
                    <a:lnTo>
                      <a:pt x="499" y="92"/>
                    </a:lnTo>
                    <a:lnTo>
                      <a:pt x="507" y="97"/>
                    </a:lnTo>
                    <a:lnTo>
                      <a:pt x="512" y="99"/>
                    </a:lnTo>
                    <a:lnTo>
                      <a:pt x="517" y="101"/>
                    </a:lnTo>
                    <a:lnTo>
                      <a:pt x="523" y="102"/>
                    </a:lnTo>
                    <a:lnTo>
                      <a:pt x="529" y="102"/>
                    </a:lnTo>
                    <a:lnTo>
                      <a:pt x="535" y="101"/>
                    </a:lnTo>
                    <a:lnTo>
                      <a:pt x="541" y="99"/>
                    </a:lnTo>
                    <a:lnTo>
                      <a:pt x="547" y="98"/>
                    </a:lnTo>
                    <a:lnTo>
                      <a:pt x="554" y="97"/>
                    </a:lnTo>
                    <a:lnTo>
                      <a:pt x="560" y="95"/>
                    </a:lnTo>
                    <a:lnTo>
                      <a:pt x="566" y="94"/>
                    </a:lnTo>
                    <a:lnTo>
                      <a:pt x="572" y="92"/>
                    </a:lnTo>
                    <a:lnTo>
                      <a:pt x="579" y="92"/>
                    </a:lnTo>
                    <a:lnTo>
                      <a:pt x="584" y="92"/>
                    </a:lnTo>
                    <a:lnTo>
                      <a:pt x="591" y="92"/>
                    </a:lnTo>
                    <a:lnTo>
                      <a:pt x="598" y="94"/>
                    </a:lnTo>
                    <a:lnTo>
                      <a:pt x="603" y="97"/>
                    </a:lnTo>
                    <a:lnTo>
                      <a:pt x="610" y="102"/>
                    </a:lnTo>
                    <a:lnTo>
                      <a:pt x="614" y="109"/>
                    </a:lnTo>
                    <a:lnTo>
                      <a:pt x="618" y="117"/>
                    </a:lnTo>
                    <a:lnTo>
                      <a:pt x="620" y="125"/>
                    </a:lnTo>
                    <a:lnTo>
                      <a:pt x="621" y="133"/>
                    </a:lnTo>
                    <a:lnTo>
                      <a:pt x="622" y="142"/>
                    </a:lnTo>
                    <a:lnTo>
                      <a:pt x="623" y="151"/>
                    </a:lnTo>
                    <a:lnTo>
                      <a:pt x="623" y="159"/>
                    </a:lnTo>
                    <a:lnTo>
                      <a:pt x="621" y="162"/>
                    </a:lnTo>
                    <a:lnTo>
                      <a:pt x="619" y="165"/>
                    </a:lnTo>
                    <a:lnTo>
                      <a:pt x="618" y="169"/>
                    </a:lnTo>
                    <a:lnTo>
                      <a:pt x="615" y="172"/>
                    </a:lnTo>
                    <a:lnTo>
                      <a:pt x="612" y="175"/>
                    </a:lnTo>
                    <a:lnTo>
                      <a:pt x="608" y="178"/>
                    </a:lnTo>
                    <a:lnTo>
                      <a:pt x="604" y="181"/>
                    </a:lnTo>
                    <a:lnTo>
                      <a:pt x="599" y="183"/>
                    </a:lnTo>
                    <a:lnTo>
                      <a:pt x="591" y="184"/>
                    </a:lnTo>
                    <a:lnTo>
                      <a:pt x="582" y="184"/>
                    </a:lnTo>
                    <a:lnTo>
                      <a:pt x="573" y="183"/>
                    </a:lnTo>
                    <a:lnTo>
                      <a:pt x="564" y="182"/>
                    </a:lnTo>
                    <a:lnTo>
                      <a:pt x="554" y="181"/>
                    </a:lnTo>
                    <a:lnTo>
                      <a:pt x="545" y="182"/>
                    </a:lnTo>
                    <a:lnTo>
                      <a:pt x="535" y="183"/>
                    </a:lnTo>
                    <a:lnTo>
                      <a:pt x="524" y="186"/>
                    </a:lnTo>
                    <a:lnTo>
                      <a:pt x="523" y="188"/>
                    </a:lnTo>
                    <a:lnTo>
                      <a:pt x="521" y="191"/>
                    </a:lnTo>
                    <a:lnTo>
                      <a:pt x="519" y="192"/>
                    </a:lnTo>
                    <a:lnTo>
                      <a:pt x="517" y="194"/>
                    </a:lnTo>
                    <a:lnTo>
                      <a:pt x="514" y="197"/>
                    </a:lnTo>
                    <a:lnTo>
                      <a:pt x="512" y="199"/>
                    </a:lnTo>
                    <a:lnTo>
                      <a:pt x="509" y="203"/>
                    </a:lnTo>
                    <a:lnTo>
                      <a:pt x="507" y="207"/>
                    </a:lnTo>
                    <a:lnTo>
                      <a:pt x="524" y="331"/>
                    </a:lnTo>
                    <a:lnTo>
                      <a:pt x="519" y="333"/>
                    </a:lnTo>
                    <a:lnTo>
                      <a:pt x="512" y="335"/>
                    </a:lnTo>
                    <a:lnTo>
                      <a:pt x="507" y="338"/>
                    </a:lnTo>
                    <a:lnTo>
                      <a:pt x="500" y="339"/>
                    </a:lnTo>
                    <a:lnTo>
                      <a:pt x="493" y="341"/>
                    </a:lnTo>
                    <a:lnTo>
                      <a:pt x="486" y="342"/>
                    </a:lnTo>
                    <a:lnTo>
                      <a:pt x="479" y="343"/>
                    </a:lnTo>
                    <a:lnTo>
                      <a:pt x="471" y="344"/>
                    </a:lnTo>
                    <a:lnTo>
                      <a:pt x="464" y="344"/>
                    </a:lnTo>
                    <a:lnTo>
                      <a:pt x="456" y="344"/>
                    </a:lnTo>
                    <a:lnTo>
                      <a:pt x="449" y="344"/>
                    </a:lnTo>
                    <a:lnTo>
                      <a:pt x="441" y="344"/>
                    </a:lnTo>
                    <a:lnTo>
                      <a:pt x="433" y="342"/>
                    </a:lnTo>
                    <a:lnTo>
                      <a:pt x="426" y="341"/>
                    </a:lnTo>
                    <a:lnTo>
                      <a:pt x="419" y="340"/>
                    </a:lnTo>
                    <a:lnTo>
                      <a:pt x="412" y="338"/>
                    </a:lnTo>
                    <a:lnTo>
                      <a:pt x="408" y="333"/>
                    </a:lnTo>
                    <a:lnTo>
                      <a:pt x="405" y="328"/>
                    </a:lnTo>
                    <a:lnTo>
                      <a:pt x="403" y="322"/>
                    </a:lnTo>
                    <a:lnTo>
                      <a:pt x="402" y="316"/>
                    </a:lnTo>
                    <a:lnTo>
                      <a:pt x="402" y="311"/>
                    </a:lnTo>
                    <a:lnTo>
                      <a:pt x="401" y="306"/>
                    </a:lnTo>
                    <a:lnTo>
                      <a:pt x="401" y="300"/>
                    </a:lnTo>
                    <a:lnTo>
                      <a:pt x="401" y="294"/>
                    </a:lnTo>
                    <a:lnTo>
                      <a:pt x="402" y="289"/>
                    </a:lnTo>
                    <a:lnTo>
                      <a:pt x="402" y="283"/>
                    </a:lnTo>
                    <a:lnTo>
                      <a:pt x="402" y="277"/>
                    </a:lnTo>
                    <a:lnTo>
                      <a:pt x="401" y="271"/>
                    </a:lnTo>
                    <a:lnTo>
                      <a:pt x="400" y="266"/>
                    </a:lnTo>
                    <a:lnTo>
                      <a:pt x="398" y="260"/>
                    </a:lnTo>
                    <a:lnTo>
                      <a:pt x="397" y="254"/>
                    </a:lnTo>
                    <a:lnTo>
                      <a:pt x="393" y="248"/>
                    </a:lnTo>
                    <a:lnTo>
                      <a:pt x="388" y="244"/>
                    </a:lnTo>
                    <a:lnTo>
                      <a:pt x="381" y="240"/>
                    </a:lnTo>
                    <a:lnTo>
                      <a:pt x="374" y="238"/>
                    </a:lnTo>
                    <a:lnTo>
                      <a:pt x="367" y="236"/>
                    </a:lnTo>
                    <a:lnTo>
                      <a:pt x="360" y="235"/>
                    </a:lnTo>
                    <a:lnTo>
                      <a:pt x="353" y="235"/>
                    </a:lnTo>
                    <a:lnTo>
                      <a:pt x="345" y="235"/>
                    </a:lnTo>
                    <a:lnTo>
                      <a:pt x="337" y="236"/>
                    </a:lnTo>
                    <a:lnTo>
                      <a:pt x="329" y="237"/>
                    </a:lnTo>
                    <a:lnTo>
                      <a:pt x="321" y="239"/>
                    </a:lnTo>
                    <a:lnTo>
                      <a:pt x="313" y="241"/>
                    </a:lnTo>
                    <a:lnTo>
                      <a:pt x="306" y="243"/>
                    </a:lnTo>
                    <a:lnTo>
                      <a:pt x="297" y="245"/>
                    </a:lnTo>
                    <a:lnTo>
                      <a:pt x="289" y="248"/>
                    </a:lnTo>
                    <a:lnTo>
                      <a:pt x="281" y="250"/>
                    </a:lnTo>
                    <a:lnTo>
                      <a:pt x="273" y="252"/>
                    </a:lnTo>
                    <a:lnTo>
                      <a:pt x="270" y="255"/>
                    </a:lnTo>
                    <a:lnTo>
                      <a:pt x="267" y="260"/>
                    </a:lnTo>
                    <a:lnTo>
                      <a:pt x="263" y="264"/>
                    </a:lnTo>
                    <a:lnTo>
                      <a:pt x="260" y="270"/>
                    </a:lnTo>
                    <a:lnTo>
                      <a:pt x="258" y="276"/>
                    </a:lnTo>
                    <a:lnTo>
                      <a:pt x="258" y="282"/>
                    </a:lnTo>
                    <a:lnTo>
                      <a:pt x="258" y="287"/>
                    </a:lnTo>
                    <a:lnTo>
                      <a:pt x="262" y="293"/>
                    </a:lnTo>
                    <a:lnTo>
                      <a:pt x="265" y="299"/>
                    </a:lnTo>
                    <a:lnTo>
                      <a:pt x="268" y="304"/>
                    </a:lnTo>
                    <a:lnTo>
                      <a:pt x="271" y="310"/>
                    </a:lnTo>
                    <a:lnTo>
                      <a:pt x="273" y="316"/>
                    </a:lnTo>
                    <a:lnTo>
                      <a:pt x="276" y="322"/>
                    </a:lnTo>
                    <a:lnTo>
                      <a:pt x="277" y="328"/>
                    </a:lnTo>
                    <a:lnTo>
                      <a:pt x="277" y="334"/>
                    </a:lnTo>
                    <a:lnTo>
                      <a:pt x="277" y="341"/>
                    </a:lnTo>
                    <a:lnTo>
                      <a:pt x="266" y="355"/>
                    </a:lnTo>
                    <a:lnTo>
                      <a:pt x="257" y="360"/>
                    </a:lnTo>
                    <a:lnTo>
                      <a:pt x="248" y="362"/>
                    </a:lnTo>
                    <a:lnTo>
                      <a:pt x="239" y="363"/>
                    </a:lnTo>
                    <a:lnTo>
                      <a:pt x="230" y="363"/>
                    </a:lnTo>
                    <a:lnTo>
                      <a:pt x="220" y="364"/>
                    </a:lnTo>
                    <a:lnTo>
                      <a:pt x="210" y="364"/>
                    </a:lnTo>
                    <a:lnTo>
                      <a:pt x="201" y="366"/>
                    </a:lnTo>
                    <a:lnTo>
                      <a:pt x="191" y="37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12827" y="1132269"/>
                <a:ext cx="803275" cy="746125"/>
              </a:xfrm>
              <a:custGeom>
                <a:pathLst>
                  <a:path extrusionOk="0" h="470" w="506">
                    <a:moveTo>
                      <a:pt x="252" y="469"/>
                    </a:moveTo>
                    <a:lnTo>
                      <a:pt x="245" y="463"/>
                    </a:lnTo>
                    <a:lnTo>
                      <a:pt x="237" y="458"/>
                    </a:lnTo>
                    <a:lnTo>
                      <a:pt x="229" y="453"/>
                    </a:lnTo>
                    <a:lnTo>
                      <a:pt x="221" y="447"/>
                    </a:lnTo>
                    <a:lnTo>
                      <a:pt x="214" y="441"/>
                    </a:lnTo>
                    <a:lnTo>
                      <a:pt x="207" y="435"/>
                    </a:lnTo>
                    <a:lnTo>
                      <a:pt x="200" y="429"/>
                    </a:lnTo>
                    <a:lnTo>
                      <a:pt x="193" y="423"/>
                    </a:lnTo>
                    <a:lnTo>
                      <a:pt x="187" y="416"/>
                    </a:lnTo>
                    <a:lnTo>
                      <a:pt x="181" y="409"/>
                    </a:lnTo>
                    <a:lnTo>
                      <a:pt x="175" y="402"/>
                    </a:lnTo>
                    <a:lnTo>
                      <a:pt x="171" y="394"/>
                    </a:lnTo>
                    <a:lnTo>
                      <a:pt x="166" y="386"/>
                    </a:lnTo>
                    <a:lnTo>
                      <a:pt x="162" y="377"/>
                    </a:lnTo>
                    <a:lnTo>
                      <a:pt x="158" y="368"/>
                    </a:lnTo>
                    <a:lnTo>
                      <a:pt x="156" y="359"/>
                    </a:lnTo>
                    <a:lnTo>
                      <a:pt x="245" y="290"/>
                    </a:lnTo>
                    <a:lnTo>
                      <a:pt x="242" y="282"/>
                    </a:lnTo>
                    <a:lnTo>
                      <a:pt x="241" y="275"/>
                    </a:lnTo>
                    <a:lnTo>
                      <a:pt x="237" y="267"/>
                    </a:lnTo>
                    <a:lnTo>
                      <a:pt x="233" y="261"/>
                    </a:lnTo>
                    <a:lnTo>
                      <a:pt x="229" y="254"/>
                    </a:lnTo>
                    <a:lnTo>
                      <a:pt x="224" y="248"/>
                    </a:lnTo>
                    <a:lnTo>
                      <a:pt x="218" y="242"/>
                    </a:lnTo>
                    <a:lnTo>
                      <a:pt x="212" y="237"/>
                    </a:lnTo>
                    <a:lnTo>
                      <a:pt x="205" y="232"/>
                    </a:lnTo>
                    <a:lnTo>
                      <a:pt x="198" y="228"/>
                    </a:lnTo>
                    <a:lnTo>
                      <a:pt x="191" y="223"/>
                    </a:lnTo>
                    <a:lnTo>
                      <a:pt x="183" y="219"/>
                    </a:lnTo>
                    <a:lnTo>
                      <a:pt x="175" y="216"/>
                    </a:lnTo>
                    <a:lnTo>
                      <a:pt x="166" y="214"/>
                    </a:lnTo>
                    <a:lnTo>
                      <a:pt x="158" y="212"/>
                    </a:lnTo>
                    <a:lnTo>
                      <a:pt x="150" y="210"/>
                    </a:lnTo>
                    <a:lnTo>
                      <a:pt x="144" y="213"/>
                    </a:lnTo>
                    <a:lnTo>
                      <a:pt x="139" y="217"/>
                    </a:lnTo>
                    <a:lnTo>
                      <a:pt x="135" y="221"/>
                    </a:lnTo>
                    <a:lnTo>
                      <a:pt x="133" y="227"/>
                    </a:lnTo>
                    <a:lnTo>
                      <a:pt x="129" y="232"/>
                    </a:lnTo>
                    <a:lnTo>
                      <a:pt x="128" y="238"/>
                    </a:lnTo>
                    <a:lnTo>
                      <a:pt x="126" y="244"/>
                    </a:lnTo>
                    <a:lnTo>
                      <a:pt x="125" y="250"/>
                    </a:lnTo>
                    <a:lnTo>
                      <a:pt x="122" y="256"/>
                    </a:lnTo>
                    <a:lnTo>
                      <a:pt x="120" y="262"/>
                    </a:lnTo>
                    <a:lnTo>
                      <a:pt x="116" y="268"/>
                    </a:lnTo>
                    <a:lnTo>
                      <a:pt x="113" y="273"/>
                    </a:lnTo>
                    <a:lnTo>
                      <a:pt x="109" y="278"/>
                    </a:lnTo>
                    <a:lnTo>
                      <a:pt x="104" y="283"/>
                    </a:lnTo>
                    <a:lnTo>
                      <a:pt x="98" y="287"/>
                    </a:lnTo>
                    <a:lnTo>
                      <a:pt x="90" y="290"/>
                    </a:lnTo>
                    <a:lnTo>
                      <a:pt x="83" y="291"/>
                    </a:lnTo>
                    <a:lnTo>
                      <a:pt x="77" y="291"/>
                    </a:lnTo>
                    <a:lnTo>
                      <a:pt x="70" y="291"/>
                    </a:lnTo>
                    <a:lnTo>
                      <a:pt x="65" y="291"/>
                    </a:lnTo>
                    <a:lnTo>
                      <a:pt x="58" y="289"/>
                    </a:lnTo>
                    <a:lnTo>
                      <a:pt x="53" y="288"/>
                    </a:lnTo>
                    <a:lnTo>
                      <a:pt x="47" y="285"/>
                    </a:lnTo>
                    <a:lnTo>
                      <a:pt x="41" y="282"/>
                    </a:lnTo>
                    <a:lnTo>
                      <a:pt x="36" y="278"/>
                    </a:lnTo>
                    <a:lnTo>
                      <a:pt x="31" y="275"/>
                    </a:lnTo>
                    <a:lnTo>
                      <a:pt x="25" y="270"/>
                    </a:lnTo>
                    <a:lnTo>
                      <a:pt x="20" y="266"/>
                    </a:lnTo>
                    <a:lnTo>
                      <a:pt x="16" y="262"/>
                    </a:lnTo>
                    <a:lnTo>
                      <a:pt x="12" y="257"/>
                    </a:lnTo>
                    <a:lnTo>
                      <a:pt x="7" y="253"/>
                    </a:lnTo>
                    <a:lnTo>
                      <a:pt x="3" y="248"/>
                    </a:lnTo>
                    <a:lnTo>
                      <a:pt x="65" y="117"/>
                    </a:lnTo>
                    <a:lnTo>
                      <a:pt x="61" y="109"/>
                    </a:lnTo>
                    <a:lnTo>
                      <a:pt x="53" y="102"/>
                    </a:lnTo>
                    <a:lnTo>
                      <a:pt x="44" y="96"/>
                    </a:lnTo>
                    <a:lnTo>
                      <a:pt x="33" y="91"/>
                    </a:lnTo>
                    <a:lnTo>
                      <a:pt x="24" y="85"/>
                    </a:lnTo>
                    <a:lnTo>
                      <a:pt x="13" y="79"/>
                    </a:lnTo>
                    <a:lnTo>
                      <a:pt x="5" y="71"/>
                    </a:lnTo>
                    <a:lnTo>
                      <a:pt x="0" y="62"/>
                    </a:lnTo>
                    <a:lnTo>
                      <a:pt x="0" y="53"/>
                    </a:lnTo>
                    <a:lnTo>
                      <a:pt x="3" y="44"/>
                    </a:lnTo>
                    <a:lnTo>
                      <a:pt x="7" y="37"/>
                    </a:lnTo>
                    <a:lnTo>
                      <a:pt x="12" y="28"/>
                    </a:lnTo>
                    <a:lnTo>
                      <a:pt x="19" y="22"/>
                    </a:lnTo>
                    <a:lnTo>
                      <a:pt x="27" y="15"/>
                    </a:lnTo>
                    <a:lnTo>
                      <a:pt x="37" y="9"/>
                    </a:lnTo>
                    <a:lnTo>
                      <a:pt x="46" y="3"/>
                    </a:lnTo>
                    <a:lnTo>
                      <a:pt x="54" y="0"/>
                    </a:lnTo>
                    <a:lnTo>
                      <a:pt x="61" y="0"/>
                    </a:lnTo>
                    <a:lnTo>
                      <a:pt x="68" y="0"/>
                    </a:lnTo>
                    <a:lnTo>
                      <a:pt x="75" y="3"/>
                    </a:lnTo>
                    <a:lnTo>
                      <a:pt x="82" y="6"/>
                    </a:lnTo>
                    <a:lnTo>
                      <a:pt x="88" y="11"/>
                    </a:lnTo>
                    <a:lnTo>
                      <a:pt x="94" y="15"/>
                    </a:lnTo>
                    <a:lnTo>
                      <a:pt x="98" y="21"/>
                    </a:lnTo>
                    <a:lnTo>
                      <a:pt x="103" y="29"/>
                    </a:lnTo>
                    <a:lnTo>
                      <a:pt x="108" y="38"/>
                    </a:lnTo>
                    <a:lnTo>
                      <a:pt x="116" y="45"/>
                    </a:lnTo>
                    <a:lnTo>
                      <a:pt x="123" y="52"/>
                    </a:lnTo>
                    <a:lnTo>
                      <a:pt x="132" y="57"/>
                    </a:lnTo>
                    <a:lnTo>
                      <a:pt x="141" y="62"/>
                    </a:lnTo>
                    <a:lnTo>
                      <a:pt x="152" y="64"/>
                    </a:lnTo>
                    <a:lnTo>
                      <a:pt x="164" y="66"/>
                    </a:lnTo>
                    <a:lnTo>
                      <a:pt x="175" y="64"/>
                    </a:lnTo>
                    <a:lnTo>
                      <a:pt x="187" y="61"/>
                    </a:lnTo>
                    <a:lnTo>
                      <a:pt x="196" y="57"/>
                    </a:lnTo>
                    <a:lnTo>
                      <a:pt x="206" y="50"/>
                    </a:lnTo>
                    <a:lnTo>
                      <a:pt x="215" y="43"/>
                    </a:lnTo>
                    <a:lnTo>
                      <a:pt x="223" y="34"/>
                    </a:lnTo>
                    <a:lnTo>
                      <a:pt x="230" y="26"/>
                    </a:lnTo>
                    <a:lnTo>
                      <a:pt x="237" y="17"/>
                    </a:lnTo>
                    <a:lnTo>
                      <a:pt x="243" y="16"/>
                    </a:lnTo>
                    <a:lnTo>
                      <a:pt x="249" y="17"/>
                    </a:lnTo>
                    <a:lnTo>
                      <a:pt x="254" y="18"/>
                    </a:lnTo>
                    <a:lnTo>
                      <a:pt x="260" y="20"/>
                    </a:lnTo>
                    <a:lnTo>
                      <a:pt x="265" y="22"/>
                    </a:lnTo>
                    <a:lnTo>
                      <a:pt x="270" y="25"/>
                    </a:lnTo>
                    <a:lnTo>
                      <a:pt x="275" y="27"/>
                    </a:lnTo>
                    <a:lnTo>
                      <a:pt x="279" y="31"/>
                    </a:lnTo>
                    <a:lnTo>
                      <a:pt x="284" y="34"/>
                    </a:lnTo>
                    <a:lnTo>
                      <a:pt x="288" y="38"/>
                    </a:lnTo>
                    <a:lnTo>
                      <a:pt x="293" y="43"/>
                    </a:lnTo>
                    <a:lnTo>
                      <a:pt x="297" y="47"/>
                    </a:lnTo>
                    <a:lnTo>
                      <a:pt x="301" y="52"/>
                    </a:lnTo>
                    <a:lnTo>
                      <a:pt x="305" y="56"/>
                    </a:lnTo>
                    <a:lnTo>
                      <a:pt x="309" y="61"/>
                    </a:lnTo>
                    <a:lnTo>
                      <a:pt x="314" y="66"/>
                    </a:lnTo>
                    <a:lnTo>
                      <a:pt x="318" y="72"/>
                    </a:lnTo>
                    <a:lnTo>
                      <a:pt x="320" y="79"/>
                    </a:lnTo>
                    <a:lnTo>
                      <a:pt x="319" y="85"/>
                    </a:lnTo>
                    <a:lnTo>
                      <a:pt x="317" y="92"/>
                    </a:lnTo>
                    <a:lnTo>
                      <a:pt x="314" y="98"/>
                    </a:lnTo>
                    <a:lnTo>
                      <a:pt x="309" y="104"/>
                    </a:lnTo>
                    <a:lnTo>
                      <a:pt x="305" y="109"/>
                    </a:lnTo>
                    <a:lnTo>
                      <a:pt x="300" y="114"/>
                    </a:lnTo>
                    <a:lnTo>
                      <a:pt x="296" y="115"/>
                    </a:lnTo>
                    <a:lnTo>
                      <a:pt x="291" y="117"/>
                    </a:lnTo>
                    <a:lnTo>
                      <a:pt x="287" y="119"/>
                    </a:lnTo>
                    <a:lnTo>
                      <a:pt x="283" y="120"/>
                    </a:lnTo>
                    <a:lnTo>
                      <a:pt x="278" y="123"/>
                    </a:lnTo>
                    <a:lnTo>
                      <a:pt x="273" y="124"/>
                    </a:lnTo>
                    <a:lnTo>
                      <a:pt x="268" y="126"/>
                    </a:lnTo>
                    <a:lnTo>
                      <a:pt x="262" y="127"/>
                    </a:lnTo>
                    <a:lnTo>
                      <a:pt x="260" y="130"/>
                    </a:lnTo>
                    <a:lnTo>
                      <a:pt x="257" y="135"/>
                    </a:lnTo>
                    <a:lnTo>
                      <a:pt x="254" y="140"/>
                    </a:lnTo>
                    <a:lnTo>
                      <a:pt x="250" y="145"/>
                    </a:lnTo>
                    <a:lnTo>
                      <a:pt x="249" y="152"/>
                    </a:lnTo>
                    <a:lnTo>
                      <a:pt x="248" y="158"/>
                    </a:lnTo>
                    <a:lnTo>
                      <a:pt x="249" y="164"/>
                    </a:lnTo>
                    <a:lnTo>
                      <a:pt x="252" y="169"/>
                    </a:lnTo>
                    <a:lnTo>
                      <a:pt x="257" y="180"/>
                    </a:lnTo>
                    <a:lnTo>
                      <a:pt x="263" y="189"/>
                    </a:lnTo>
                    <a:lnTo>
                      <a:pt x="271" y="196"/>
                    </a:lnTo>
                    <a:lnTo>
                      <a:pt x="279" y="204"/>
                    </a:lnTo>
                    <a:lnTo>
                      <a:pt x="288" y="210"/>
                    </a:lnTo>
                    <a:lnTo>
                      <a:pt x="298" y="217"/>
                    </a:lnTo>
                    <a:lnTo>
                      <a:pt x="308" y="224"/>
                    </a:lnTo>
                    <a:lnTo>
                      <a:pt x="317" y="231"/>
                    </a:lnTo>
                    <a:lnTo>
                      <a:pt x="321" y="231"/>
                    </a:lnTo>
                    <a:lnTo>
                      <a:pt x="326" y="231"/>
                    </a:lnTo>
                    <a:lnTo>
                      <a:pt x="330" y="231"/>
                    </a:lnTo>
                    <a:lnTo>
                      <a:pt x="334" y="231"/>
                    </a:lnTo>
                    <a:lnTo>
                      <a:pt x="339" y="231"/>
                    </a:lnTo>
                    <a:lnTo>
                      <a:pt x="344" y="231"/>
                    </a:lnTo>
                    <a:lnTo>
                      <a:pt x="349" y="231"/>
                    </a:lnTo>
                    <a:lnTo>
                      <a:pt x="354" y="231"/>
                    </a:lnTo>
                    <a:lnTo>
                      <a:pt x="358" y="228"/>
                    </a:lnTo>
                    <a:lnTo>
                      <a:pt x="363" y="222"/>
                    </a:lnTo>
                    <a:lnTo>
                      <a:pt x="368" y="215"/>
                    </a:lnTo>
                    <a:lnTo>
                      <a:pt x="373" y="209"/>
                    </a:lnTo>
                    <a:lnTo>
                      <a:pt x="377" y="200"/>
                    </a:lnTo>
                    <a:lnTo>
                      <a:pt x="380" y="192"/>
                    </a:lnTo>
                    <a:lnTo>
                      <a:pt x="383" y="183"/>
                    </a:lnTo>
                    <a:lnTo>
                      <a:pt x="383" y="176"/>
                    </a:lnTo>
                    <a:lnTo>
                      <a:pt x="385" y="171"/>
                    </a:lnTo>
                    <a:lnTo>
                      <a:pt x="388" y="167"/>
                    </a:lnTo>
                    <a:lnTo>
                      <a:pt x="392" y="163"/>
                    </a:lnTo>
                    <a:lnTo>
                      <a:pt x="398" y="160"/>
                    </a:lnTo>
                    <a:lnTo>
                      <a:pt x="404" y="158"/>
                    </a:lnTo>
                    <a:lnTo>
                      <a:pt x="410" y="156"/>
                    </a:lnTo>
                    <a:lnTo>
                      <a:pt x="417" y="155"/>
                    </a:lnTo>
                    <a:lnTo>
                      <a:pt x="423" y="155"/>
                    </a:lnTo>
                    <a:lnTo>
                      <a:pt x="497" y="213"/>
                    </a:lnTo>
                    <a:lnTo>
                      <a:pt x="495" y="221"/>
                    </a:lnTo>
                    <a:lnTo>
                      <a:pt x="492" y="227"/>
                    </a:lnTo>
                    <a:lnTo>
                      <a:pt x="487" y="232"/>
                    </a:lnTo>
                    <a:lnTo>
                      <a:pt x="482" y="238"/>
                    </a:lnTo>
                    <a:lnTo>
                      <a:pt x="476" y="243"/>
                    </a:lnTo>
                    <a:lnTo>
                      <a:pt x="470" y="248"/>
                    </a:lnTo>
                    <a:lnTo>
                      <a:pt x="464" y="253"/>
                    </a:lnTo>
                    <a:lnTo>
                      <a:pt x="458" y="259"/>
                    </a:lnTo>
                    <a:lnTo>
                      <a:pt x="451" y="264"/>
                    </a:lnTo>
                    <a:lnTo>
                      <a:pt x="446" y="269"/>
                    </a:lnTo>
                    <a:lnTo>
                      <a:pt x="441" y="275"/>
                    </a:lnTo>
                    <a:lnTo>
                      <a:pt x="438" y="282"/>
                    </a:lnTo>
                    <a:lnTo>
                      <a:pt x="434" y="288"/>
                    </a:lnTo>
                    <a:lnTo>
                      <a:pt x="433" y="296"/>
                    </a:lnTo>
                    <a:lnTo>
                      <a:pt x="433" y="304"/>
                    </a:lnTo>
                    <a:lnTo>
                      <a:pt x="434" y="313"/>
                    </a:lnTo>
                    <a:lnTo>
                      <a:pt x="439" y="323"/>
                    </a:lnTo>
                    <a:lnTo>
                      <a:pt x="446" y="329"/>
                    </a:lnTo>
                    <a:lnTo>
                      <a:pt x="456" y="335"/>
                    </a:lnTo>
                    <a:lnTo>
                      <a:pt x="467" y="339"/>
                    </a:lnTo>
                    <a:lnTo>
                      <a:pt x="478" y="343"/>
                    </a:lnTo>
                    <a:lnTo>
                      <a:pt x="488" y="348"/>
                    </a:lnTo>
                    <a:lnTo>
                      <a:pt x="497" y="354"/>
                    </a:lnTo>
                    <a:lnTo>
                      <a:pt x="505" y="362"/>
                    </a:lnTo>
                    <a:lnTo>
                      <a:pt x="442" y="445"/>
                    </a:lnTo>
                    <a:lnTo>
                      <a:pt x="343" y="362"/>
                    </a:lnTo>
                    <a:lnTo>
                      <a:pt x="336" y="366"/>
                    </a:lnTo>
                    <a:lnTo>
                      <a:pt x="329" y="370"/>
                    </a:lnTo>
                    <a:lnTo>
                      <a:pt x="323" y="377"/>
                    </a:lnTo>
                    <a:lnTo>
                      <a:pt x="317" y="382"/>
                    </a:lnTo>
                    <a:lnTo>
                      <a:pt x="312" y="388"/>
                    </a:lnTo>
                    <a:lnTo>
                      <a:pt x="306" y="395"/>
                    </a:lnTo>
                    <a:lnTo>
                      <a:pt x="302" y="401"/>
                    </a:lnTo>
                    <a:lnTo>
                      <a:pt x="296" y="408"/>
                    </a:lnTo>
                    <a:lnTo>
                      <a:pt x="292" y="415"/>
                    </a:lnTo>
                    <a:lnTo>
                      <a:pt x="287" y="423"/>
                    </a:lnTo>
                    <a:lnTo>
                      <a:pt x="283" y="430"/>
                    </a:lnTo>
                    <a:lnTo>
                      <a:pt x="278" y="437"/>
                    </a:lnTo>
                    <a:lnTo>
                      <a:pt x="272" y="445"/>
                    </a:lnTo>
                    <a:lnTo>
                      <a:pt x="267" y="452"/>
                    </a:lnTo>
                    <a:lnTo>
                      <a:pt x="262" y="459"/>
                    </a:lnTo>
                    <a:lnTo>
                      <a:pt x="256" y="465"/>
                    </a:lnTo>
                    <a:lnTo>
                      <a:pt x="252" y="46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866902" y="711581"/>
                <a:ext cx="812800" cy="808038"/>
              </a:xfrm>
              <a:custGeom>
                <a:pathLst>
                  <a:path extrusionOk="0" h="509" w="512">
                    <a:moveTo>
                      <a:pt x="98" y="508"/>
                    </a:moveTo>
                    <a:lnTo>
                      <a:pt x="86" y="504"/>
                    </a:lnTo>
                    <a:lnTo>
                      <a:pt x="76" y="498"/>
                    </a:lnTo>
                    <a:lnTo>
                      <a:pt x="67" y="492"/>
                    </a:lnTo>
                    <a:lnTo>
                      <a:pt x="60" y="483"/>
                    </a:lnTo>
                    <a:lnTo>
                      <a:pt x="53" y="474"/>
                    </a:lnTo>
                    <a:lnTo>
                      <a:pt x="49" y="463"/>
                    </a:lnTo>
                    <a:lnTo>
                      <a:pt x="45" y="451"/>
                    </a:lnTo>
                    <a:lnTo>
                      <a:pt x="43" y="439"/>
                    </a:lnTo>
                    <a:lnTo>
                      <a:pt x="49" y="432"/>
                    </a:lnTo>
                    <a:lnTo>
                      <a:pt x="58" y="425"/>
                    </a:lnTo>
                    <a:lnTo>
                      <a:pt x="68" y="418"/>
                    </a:lnTo>
                    <a:lnTo>
                      <a:pt x="78" y="413"/>
                    </a:lnTo>
                    <a:lnTo>
                      <a:pt x="88" y="407"/>
                    </a:lnTo>
                    <a:lnTo>
                      <a:pt x="98" y="399"/>
                    </a:lnTo>
                    <a:lnTo>
                      <a:pt x="106" y="391"/>
                    </a:lnTo>
                    <a:lnTo>
                      <a:pt x="113" y="380"/>
                    </a:lnTo>
                    <a:lnTo>
                      <a:pt x="112" y="370"/>
                    </a:lnTo>
                    <a:lnTo>
                      <a:pt x="109" y="360"/>
                    </a:lnTo>
                    <a:lnTo>
                      <a:pt x="105" y="352"/>
                    </a:lnTo>
                    <a:lnTo>
                      <a:pt x="100" y="344"/>
                    </a:lnTo>
                    <a:lnTo>
                      <a:pt x="93" y="337"/>
                    </a:lnTo>
                    <a:lnTo>
                      <a:pt x="87" y="330"/>
                    </a:lnTo>
                    <a:lnTo>
                      <a:pt x="79" y="324"/>
                    </a:lnTo>
                    <a:lnTo>
                      <a:pt x="71" y="318"/>
                    </a:lnTo>
                    <a:lnTo>
                      <a:pt x="62" y="313"/>
                    </a:lnTo>
                    <a:lnTo>
                      <a:pt x="53" y="308"/>
                    </a:lnTo>
                    <a:lnTo>
                      <a:pt x="44" y="302"/>
                    </a:lnTo>
                    <a:lnTo>
                      <a:pt x="35" y="297"/>
                    </a:lnTo>
                    <a:lnTo>
                      <a:pt x="25" y="291"/>
                    </a:lnTo>
                    <a:lnTo>
                      <a:pt x="17" y="286"/>
                    </a:lnTo>
                    <a:lnTo>
                      <a:pt x="7" y="280"/>
                    </a:lnTo>
                    <a:lnTo>
                      <a:pt x="0" y="273"/>
                    </a:lnTo>
                    <a:lnTo>
                      <a:pt x="0" y="268"/>
                    </a:lnTo>
                    <a:lnTo>
                      <a:pt x="0" y="263"/>
                    </a:lnTo>
                    <a:lnTo>
                      <a:pt x="2" y="258"/>
                    </a:lnTo>
                    <a:lnTo>
                      <a:pt x="4" y="253"/>
                    </a:lnTo>
                    <a:lnTo>
                      <a:pt x="7" y="248"/>
                    </a:lnTo>
                    <a:lnTo>
                      <a:pt x="10" y="244"/>
                    </a:lnTo>
                    <a:lnTo>
                      <a:pt x="13" y="239"/>
                    </a:lnTo>
                    <a:lnTo>
                      <a:pt x="17" y="234"/>
                    </a:lnTo>
                    <a:lnTo>
                      <a:pt x="20" y="230"/>
                    </a:lnTo>
                    <a:lnTo>
                      <a:pt x="24" y="225"/>
                    </a:lnTo>
                    <a:lnTo>
                      <a:pt x="29" y="220"/>
                    </a:lnTo>
                    <a:lnTo>
                      <a:pt x="32" y="216"/>
                    </a:lnTo>
                    <a:lnTo>
                      <a:pt x="37" y="210"/>
                    </a:lnTo>
                    <a:lnTo>
                      <a:pt x="40" y="205"/>
                    </a:lnTo>
                    <a:lnTo>
                      <a:pt x="43" y="201"/>
                    </a:lnTo>
                    <a:lnTo>
                      <a:pt x="46" y="195"/>
                    </a:lnTo>
                    <a:lnTo>
                      <a:pt x="51" y="190"/>
                    </a:lnTo>
                    <a:lnTo>
                      <a:pt x="58" y="186"/>
                    </a:lnTo>
                    <a:lnTo>
                      <a:pt x="65" y="184"/>
                    </a:lnTo>
                    <a:lnTo>
                      <a:pt x="73" y="184"/>
                    </a:lnTo>
                    <a:lnTo>
                      <a:pt x="82" y="186"/>
                    </a:lnTo>
                    <a:lnTo>
                      <a:pt x="91" y="187"/>
                    </a:lnTo>
                    <a:lnTo>
                      <a:pt x="100" y="191"/>
                    </a:lnTo>
                    <a:lnTo>
                      <a:pt x="109" y="195"/>
                    </a:lnTo>
                    <a:lnTo>
                      <a:pt x="114" y="199"/>
                    </a:lnTo>
                    <a:lnTo>
                      <a:pt x="120" y="205"/>
                    </a:lnTo>
                    <a:lnTo>
                      <a:pt x="124" y="210"/>
                    </a:lnTo>
                    <a:lnTo>
                      <a:pt x="130" y="216"/>
                    </a:lnTo>
                    <a:lnTo>
                      <a:pt x="136" y="222"/>
                    </a:lnTo>
                    <a:lnTo>
                      <a:pt x="143" y="228"/>
                    </a:lnTo>
                    <a:lnTo>
                      <a:pt x="150" y="233"/>
                    </a:lnTo>
                    <a:lnTo>
                      <a:pt x="160" y="237"/>
                    </a:lnTo>
                    <a:lnTo>
                      <a:pt x="166" y="236"/>
                    </a:lnTo>
                    <a:lnTo>
                      <a:pt x="173" y="234"/>
                    </a:lnTo>
                    <a:lnTo>
                      <a:pt x="179" y="232"/>
                    </a:lnTo>
                    <a:lnTo>
                      <a:pt x="186" y="230"/>
                    </a:lnTo>
                    <a:lnTo>
                      <a:pt x="193" y="228"/>
                    </a:lnTo>
                    <a:lnTo>
                      <a:pt x="200" y="225"/>
                    </a:lnTo>
                    <a:lnTo>
                      <a:pt x="207" y="223"/>
                    </a:lnTo>
                    <a:lnTo>
                      <a:pt x="215" y="220"/>
                    </a:lnTo>
                    <a:lnTo>
                      <a:pt x="218" y="213"/>
                    </a:lnTo>
                    <a:lnTo>
                      <a:pt x="224" y="205"/>
                    </a:lnTo>
                    <a:lnTo>
                      <a:pt x="230" y="198"/>
                    </a:lnTo>
                    <a:lnTo>
                      <a:pt x="235" y="190"/>
                    </a:lnTo>
                    <a:lnTo>
                      <a:pt x="239" y="182"/>
                    </a:lnTo>
                    <a:lnTo>
                      <a:pt x="242" y="174"/>
                    </a:lnTo>
                    <a:lnTo>
                      <a:pt x="242" y="165"/>
                    </a:lnTo>
                    <a:lnTo>
                      <a:pt x="238" y="156"/>
                    </a:lnTo>
                    <a:lnTo>
                      <a:pt x="235" y="151"/>
                    </a:lnTo>
                    <a:lnTo>
                      <a:pt x="230" y="147"/>
                    </a:lnTo>
                    <a:lnTo>
                      <a:pt x="226" y="143"/>
                    </a:lnTo>
                    <a:lnTo>
                      <a:pt x="220" y="140"/>
                    </a:lnTo>
                    <a:lnTo>
                      <a:pt x="215" y="136"/>
                    </a:lnTo>
                    <a:lnTo>
                      <a:pt x="209" y="134"/>
                    </a:lnTo>
                    <a:lnTo>
                      <a:pt x="203" y="132"/>
                    </a:lnTo>
                    <a:lnTo>
                      <a:pt x="196" y="129"/>
                    </a:lnTo>
                    <a:lnTo>
                      <a:pt x="189" y="127"/>
                    </a:lnTo>
                    <a:lnTo>
                      <a:pt x="183" y="125"/>
                    </a:lnTo>
                    <a:lnTo>
                      <a:pt x="176" y="122"/>
                    </a:lnTo>
                    <a:lnTo>
                      <a:pt x="170" y="121"/>
                    </a:lnTo>
                    <a:lnTo>
                      <a:pt x="164" y="117"/>
                    </a:lnTo>
                    <a:lnTo>
                      <a:pt x="158" y="114"/>
                    </a:lnTo>
                    <a:lnTo>
                      <a:pt x="153" y="111"/>
                    </a:lnTo>
                    <a:lnTo>
                      <a:pt x="148" y="106"/>
                    </a:lnTo>
                    <a:lnTo>
                      <a:pt x="143" y="98"/>
                    </a:lnTo>
                    <a:lnTo>
                      <a:pt x="142" y="90"/>
                    </a:lnTo>
                    <a:lnTo>
                      <a:pt x="142" y="80"/>
                    </a:lnTo>
                    <a:lnTo>
                      <a:pt x="145" y="72"/>
                    </a:lnTo>
                    <a:lnTo>
                      <a:pt x="149" y="64"/>
                    </a:lnTo>
                    <a:lnTo>
                      <a:pt x="156" y="57"/>
                    </a:lnTo>
                    <a:lnTo>
                      <a:pt x="163" y="50"/>
                    </a:lnTo>
                    <a:lnTo>
                      <a:pt x="172" y="46"/>
                    </a:lnTo>
                    <a:lnTo>
                      <a:pt x="177" y="43"/>
                    </a:lnTo>
                    <a:lnTo>
                      <a:pt x="183" y="39"/>
                    </a:lnTo>
                    <a:lnTo>
                      <a:pt x="187" y="36"/>
                    </a:lnTo>
                    <a:lnTo>
                      <a:pt x="193" y="31"/>
                    </a:lnTo>
                    <a:lnTo>
                      <a:pt x="199" y="27"/>
                    </a:lnTo>
                    <a:lnTo>
                      <a:pt x="205" y="23"/>
                    </a:lnTo>
                    <a:lnTo>
                      <a:pt x="211" y="18"/>
                    </a:lnTo>
                    <a:lnTo>
                      <a:pt x="218" y="14"/>
                    </a:lnTo>
                    <a:lnTo>
                      <a:pt x="226" y="18"/>
                    </a:lnTo>
                    <a:lnTo>
                      <a:pt x="235" y="22"/>
                    </a:lnTo>
                    <a:lnTo>
                      <a:pt x="243" y="28"/>
                    </a:lnTo>
                    <a:lnTo>
                      <a:pt x="251" y="34"/>
                    </a:lnTo>
                    <a:lnTo>
                      <a:pt x="259" y="40"/>
                    </a:lnTo>
                    <a:lnTo>
                      <a:pt x="267" y="47"/>
                    </a:lnTo>
                    <a:lnTo>
                      <a:pt x="277" y="54"/>
                    </a:lnTo>
                    <a:lnTo>
                      <a:pt x="286" y="60"/>
                    </a:lnTo>
                    <a:lnTo>
                      <a:pt x="294" y="65"/>
                    </a:lnTo>
                    <a:lnTo>
                      <a:pt x="304" y="69"/>
                    </a:lnTo>
                    <a:lnTo>
                      <a:pt x="314" y="72"/>
                    </a:lnTo>
                    <a:lnTo>
                      <a:pt x="324" y="75"/>
                    </a:lnTo>
                    <a:lnTo>
                      <a:pt x="334" y="74"/>
                    </a:lnTo>
                    <a:lnTo>
                      <a:pt x="344" y="72"/>
                    </a:lnTo>
                    <a:lnTo>
                      <a:pt x="355" y="68"/>
                    </a:lnTo>
                    <a:lnTo>
                      <a:pt x="367" y="60"/>
                    </a:lnTo>
                    <a:lnTo>
                      <a:pt x="373" y="54"/>
                    </a:lnTo>
                    <a:lnTo>
                      <a:pt x="378" y="46"/>
                    </a:lnTo>
                    <a:lnTo>
                      <a:pt x="382" y="36"/>
                    </a:lnTo>
                    <a:lnTo>
                      <a:pt x="387" y="27"/>
                    </a:lnTo>
                    <a:lnTo>
                      <a:pt x="393" y="18"/>
                    </a:lnTo>
                    <a:lnTo>
                      <a:pt x="401" y="10"/>
                    </a:lnTo>
                    <a:lnTo>
                      <a:pt x="411" y="3"/>
                    </a:lnTo>
                    <a:lnTo>
                      <a:pt x="422" y="0"/>
                    </a:lnTo>
                    <a:lnTo>
                      <a:pt x="432" y="3"/>
                    </a:lnTo>
                    <a:lnTo>
                      <a:pt x="442" y="6"/>
                    </a:lnTo>
                    <a:lnTo>
                      <a:pt x="453" y="10"/>
                    </a:lnTo>
                    <a:lnTo>
                      <a:pt x="463" y="15"/>
                    </a:lnTo>
                    <a:lnTo>
                      <a:pt x="472" y="21"/>
                    </a:lnTo>
                    <a:lnTo>
                      <a:pt x="479" y="28"/>
                    </a:lnTo>
                    <a:lnTo>
                      <a:pt x="486" y="36"/>
                    </a:lnTo>
                    <a:lnTo>
                      <a:pt x="492" y="46"/>
                    </a:lnTo>
                    <a:lnTo>
                      <a:pt x="493" y="54"/>
                    </a:lnTo>
                    <a:lnTo>
                      <a:pt x="492" y="61"/>
                    </a:lnTo>
                    <a:lnTo>
                      <a:pt x="489" y="68"/>
                    </a:lnTo>
                    <a:lnTo>
                      <a:pt x="485" y="73"/>
                    </a:lnTo>
                    <a:lnTo>
                      <a:pt x="479" y="79"/>
                    </a:lnTo>
                    <a:lnTo>
                      <a:pt x="473" y="83"/>
                    </a:lnTo>
                    <a:lnTo>
                      <a:pt x="466" y="88"/>
                    </a:lnTo>
                    <a:lnTo>
                      <a:pt x="458" y="93"/>
                    </a:lnTo>
                    <a:lnTo>
                      <a:pt x="451" y="97"/>
                    </a:lnTo>
                    <a:lnTo>
                      <a:pt x="443" y="101"/>
                    </a:lnTo>
                    <a:lnTo>
                      <a:pt x="437" y="107"/>
                    </a:lnTo>
                    <a:lnTo>
                      <a:pt x="431" y="112"/>
                    </a:lnTo>
                    <a:lnTo>
                      <a:pt x="427" y="118"/>
                    </a:lnTo>
                    <a:lnTo>
                      <a:pt x="423" y="125"/>
                    </a:lnTo>
                    <a:lnTo>
                      <a:pt x="422" y="133"/>
                    </a:lnTo>
                    <a:lnTo>
                      <a:pt x="422" y="142"/>
                    </a:lnTo>
                    <a:lnTo>
                      <a:pt x="511" y="227"/>
                    </a:lnTo>
                    <a:lnTo>
                      <a:pt x="429" y="316"/>
                    </a:lnTo>
                    <a:lnTo>
                      <a:pt x="419" y="317"/>
                    </a:lnTo>
                    <a:lnTo>
                      <a:pt x="411" y="315"/>
                    </a:lnTo>
                    <a:lnTo>
                      <a:pt x="402" y="312"/>
                    </a:lnTo>
                    <a:lnTo>
                      <a:pt x="395" y="308"/>
                    </a:lnTo>
                    <a:lnTo>
                      <a:pt x="388" y="302"/>
                    </a:lnTo>
                    <a:lnTo>
                      <a:pt x="382" y="295"/>
                    </a:lnTo>
                    <a:lnTo>
                      <a:pt x="376" y="288"/>
                    </a:lnTo>
                    <a:lnTo>
                      <a:pt x="370" y="281"/>
                    </a:lnTo>
                    <a:lnTo>
                      <a:pt x="364" y="273"/>
                    </a:lnTo>
                    <a:lnTo>
                      <a:pt x="358" y="266"/>
                    </a:lnTo>
                    <a:lnTo>
                      <a:pt x="351" y="260"/>
                    </a:lnTo>
                    <a:lnTo>
                      <a:pt x="344" y="255"/>
                    </a:lnTo>
                    <a:lnTo>
                      <a:pt x="336" y="250"/>
                    </a:lnTo>
                    <a:lnTo>
                      <a:pt x="327" y="248"/>
                    </a:lnTo>
                    <a:lnTo>
                      <a:pt x="317" y="247"/>
                    </a:lnTo>
                    <a:lnTo>
                      <a:pt x="305" y="248"/>
                    </a:lnTo>
                    <a:lnTo>
                      <a:pt x="299" y="252"/>
                    </a:lnTo>
                    <a:lnTo>
                      <a:pt x="293" y="255"/>
                    </a:lnTo>
                    <a:lnTo>
                      <a:pt x="287" y="260"/>
                    </a:lnTo>
                    <a:lnTo>
                      <a:pt x="281" y="265"/>
                    </a:lnTo>
                    <a:lnTo>
                      <a:pt x="275" y="270"/>
                    </a:lnTo>
                    <a:lnTo>
                      <a:pt x="270" y="275"/>
                    </a:lnTo>
                    <a:lnTo>
                      <a:pt x="265" y="281"/>
                    </a:lnTo>
                    <a:lnTo>
                      <a:pt x="260" y="288"/>
                    </a:lnTo>
                    <a:lnTo>
                      <a:pt x="255" y="294"/>
                    </a:lnTo>
                    <a:lnTo>
                      <a:pt x="251" y="300"/>
                    </a:lnTo>
                    <a:lnTo>
                      <a:pt x="247" y="308"/>
                    </a:lnTo>
                    <a:lnTo>
                      <a:pt x="244" y="315"/>
                    </a:lnTo>
                    <a:lnTo>
                      <a:pt x="242" y="323"/>
                    </a:lnTo>
                    <a:lnTo>
                      <a:pt x="239" y="331"/>
                    </a:lnTo>
                    <a:lnTo>
                      <a:pt x="238" y="339"/>
                    </a:lnTo>
                    <a:lnTo>
                      <a:pt x="238" y="348"/>
                    </a:lnTo>
                    <a:lnTo>
                      <a:pt x="241" y="353"/>
                    </a:lnTo>
                    <a:lnTo>
                      <a:pt x="244" y="356"/>
                    </a:lnTo>
                    <a:lnTo>
                      <a:pt x="248" y="360"/>
                    </a:lnTo>
                    <a:lnTo>
                      <a:pt x="252" y="362"/>
                    </a:lnTo>
                    <a:lnTo>
                      <a:pt x="257" y="364"/>
                    </a:lnTo>
                    <a:lnTo>
                      <a:pt x="262" y="366"/>
                    </a:lnTo>
                    <a:lnTo>
                      <a:pt x="267" y="367"/>
                    </a:lnTo>
                    <a:lnTo>
                      <a:pt x="274" y="368"/>
                    </a:lnTo>
                    <a:lnTo>
                      <a:pt x="279" y="368"/>
                    </a:lnTo>
                    <a:lnTo>
                      <a:pt x="285" y="369"/>
                    </a:lnTo>
                    <a:lnTo>
                      <a:pt x="292" y="370"/>
                    </a:lnTo>
                    <a:lnTo>
                      <a:pt x="298" y="370"/>
                    </a:lnTo>
                    <a:lnTo>
                      <a:pt x="304" y="370"/>
                    </a:lnTo>
                    <a:lnTo>
                      <a:pt x="309" y="371"/>
                    </a:lnTo>
                    <a:lnTo>
                      <a:pt x="315" y="371"/>
                    </a:lnTo>
                    <a:lnTo>
                      <a:pt x="320" y="373"/>
                    </a:lnTo>
                    <a:lnTo>
                      <a:pt x="330" y="376"/>
                    </a:lnTo>
                    <a:lnTo>
                      <a:pt x="337" y="382"/>
                    </a:lnTo>
                    <a:lnTo>
                      <a:pt x="344" y="389"/>
                    </a:lnTo>
                    <a:lnTo>
                      <a:pt x="349" y="398"/>
                    </a:lnTo>
                    <a:lnTo>
                      <a:pt x="353" y="407"/>
                    </a:lnTo>
                    <a:lnTo>
                      <a:pt x="355" y="417"/>
                    </a:lnTo>
                    <a:lnTo>
                      <a:pt x="356" y="427"/>
                    </a:lnTo>
                    <a:lnTo>
                      <a:pt x="355" y="436"/>
                    </a:lnTo>
                    <a:lnTo>
                      <a:pt x="352" y="443"/>
                    </a:lnTo>
                    <a:lnTo>
                      <a:pt x="348" y="448"/>
                    </a:lnTo>
                    <a:lnTo>
                      <a:pt x="343" y="453"/>
                    </a:lnTo>
                    <a:lnTo>
                      <a:pt x="339" y="458"/>
                    </a:lnTo>
                    <a:lnTo>
                      <a:pt x="334" y="462"/>
                    </a:lnTo>
                    <a:lnTo>
                      <a:pt x="330" y="468"/>
                    </a:lnTo>
                    <a:lnTo>
                      <a:pt x="324" y="473"/>
                    </a:lnTo>
                    <a:lnTo>
                      <a:pt x="320" y="479"/>
                    </a:lnTo>
                    <a:lnTo>
                      <a:pt x="311" y="479"/>
                    </a:lnTo>
                    <a:lnTo>
                      <a:pt x="304" y="477"/>
                    </a:lnTo>
                    <a:lnTo>
                      <a:pt x="295" y="474"/>
                    </a:lnTo>
                    <a:lnTo>
                      <a:pt x="286" y="470"/>
                    </a:lnTo>
                    <a:lnTo>
                      <a:pt x="278" y="465"/>
                    </a:lnTo>
                    <a:lnTo>
                      <a:pt x="268" y="461"/>
                    </a:lnTo>
                    <a:lnTo>
                      <a:pt x="259" y="455"/>
                    </a:lnTo>
                    <a:lnTo>
                      <a:pt x="250" y="450"/>
                    </a:lnTo>
                    <a:lnTo>
                      <a:pt x="241" y="445"/>
                    </a:lnTo>
                    <a:lnTo>
                      <a:pt x="231" y="441"/>
                    </a:lnTo>
                    <a:lnTo>
                      <a:pt x="222" y="437"/>
                    </a:lnTo>
                    <a:lnTo>
                      <a:pt x="211" y="435"/>
                    </a:lnTo>
                    <a:lnTo>
                      <a:pt x="202" y="432"/>
                    </a:lnTo>
                    <a:lnTo>
                      <a:pt x="193" y="432"/>
                    </a:lnTo>
                    <a:lnTo>
                      <a:pt x="182" y="433"/>
                    </a:lnTo>
                    <a:lnTo>
                      <a:pt x="172" y="436"/>
                    </a:lnTo>
                    <a:lnTo>
                      <a:pt x="98" y="508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741489" y="3732594"/>
                <a:ext cx="803275" cy="746125"/>
              </a:xfrm>
              <a:custGeom>
                <a:pathLst>
                  <a:path extrusionOk="0" h="470" w="506">
                    <a:moveTo>
                      <a:pt x="252" y="469"/>
                    </a:moveTo>
                    <a:lnTo>
                      <a:pt x="245" y="463"/>
                    </a:lnTo>
                    <a:lnTo>
                      <a:pt x="237" y="458"/>
                    </a:lnTo>
                    <a:lnTo>
                      <a:pt x="229" y="453"/>
                    </a:lnTo>
                    <a:lnTo>
                      <a:pt x="221" y="447"/>
                    </a:lnTo>
                    <a:lnTo>
                      <a:pt x="214" y="441"/>
                    </a:lnTo>
                    <a:lnTo>
                      <a:pt x="207" y="435"/>
                    </a:lnTo>
                    <a:lnTo>
                      <a:pt x="200" y="429"/>
                    </a:lnTo>
                    <a:lnTo>
                      <a:pt x="193" y="423"/>
                    </a:lnTo>
                    <a:lnTo>
                      <a:pt x="187" y="416"/>
                    </a:lnTo>
                    <a:lnTo>
                      <a:pt x="181" y="409"/>
                    </a:lnTo>
                    <a:lnTo>
                      <a:pt x="175" y="402"/>
                    </a:lnTo>
                    <a:lnTo>
                      <a:pt x="171" y="394"/>
                    </a:lnTo>
                    <a:lnTo>
                      <a:pt x="166" y="386"/>
                    </a:lnTo>
                    <a:lnTo>
                      <a:pt x="162" y="377"/>
                    </a:lnTo>
                    <a:lnTo>
                      <a:pt x="158" y="368"/>
                    </a:lnTo>
                    <a:lnTo>
                      <a:pt x="156" y="359"/>
                    </a:lnTo>
                    <a:lnTo>
                      <a:pt x="245" y="290"/>
                    </a:lnTo>
                    <a:lnTo>
                      <a:pt x="242" y="282"/>
                    </a:lnTo>
                    <a:lnTo>
                      <a:pt x="241" y="275"/>
                    </a:lnTo>
                    <a:lnTo>
                      <a:pt x="237" y="267"/>
                    </a:lnTo>
                    <a:lnTo>
                      <a:pt x="233" y="261"/>
                    </a:lnTo>
                    <a:lnTo>
                      <a:pt x="229" y="254"/>
                    </a:lnTo>
                    <a:lnTo>
                      <a:pt x="224" y="248"/>
                    </a:lnTo>
                    <a:lnTo>
                      <a:pt x="218" y="242"/>
                    </a:lnTo>
                    <a:lnTo>
                      <a:pt x="212" y="237"/>
                    </a:lnTo>
                    <a:lnTo>
                      <a:pt x="205" y="232"/>
                    </a:lnTo>
                    <a:lnTo>
                      <a:pt x="198" y="228"/>
                    </a:lnTo>
                    <a:lnTo>
                      <a:pt x="191" y="223"/>
                    </a:lnTo>
                    <a:lnTo>
                      <a:pt x="183" y="219"/>
                    </a:lnTo>
                    <a:lnTo>
                      <a:pt x="175" y="216"/>
                    </a:lnTo>
                    <a:lnTo>
                      <a:pt x="166" y="214"/>
                    </a:lnTo>
                    <a:lnTo>
                      <a:pt x="158" y="212"/>
                    </a:lnTo>
                    <a:lnTo>
                      <a:pt x="150" y="210"/>
                    </a:lnTo>
                    <a:lnTo>
                      <a:pt x="144" y="213"/>
                    </a:lnTo>
                    <a:lnTo>
                      <a:pt x="139" y="217"/>
                    </a:lnTo>
                    <a:lnTo>
                      <a:pt x="135" y="221"/>
                    </a:lnTo>
                    <a:lnTo>
                      <a:pt x="133" y="227"/>
                    </a:lnTo>
                    <a:lnTo>
                      <a:pt x="129" y="232"/>
                    </a:lnTo>
                    <a:lnTo>
                      <a:pt x="128" y="238"/>
                    </a:lnTo>
                    <a:lnTo>
                      <a:pt x="126" y="244"/>
                    </a:lnTo>
                    <a:lnTo>
                      <a:pt x="125" y="250"/>
                    </a:lnTo>
                    <a:lnTo>
                      <a:pt x="122" y="256"/>
                    </a:lnTo>
                    <a:lnTo>
                      <a:pt x="120" y="262"/>
                    </a:lnTo>
                    <a:lnTo>
                      <a:pt x="116" y="268"/>
                    </a:lnTo>
                    <a:lnTo>
                      <a:pt x="113" y="273"/>
                    </a:lnTo>
                    <a:lnTo>
                      <a:pt x="109" y="278"/>
                    </a:lnTo>
                    <a:lnTo>
                      <a:pt x="104" y="283"/>
                    </a:lnTo>
                    <a:lnTo>
                      <a:pt x="98" y="287"/>
                    </a:lnTo>
                    <a:lnTo>
                      <a:pt x="90" y="290"/>
                    </a:lnTo>
                    <a:lnTo>
                      <a:pt x="83" y="291"/>
                    </a:lnTo>
                    <a:lnTo>
                      <a:pt x="77" y="291"/>
                    </a:lnTo>
                    <a:lnTo>
                      <a:pt x="70" y="291"/>
                    </a:lnTo>
                    <a:lnTo>
                      <a:pt x="65" y="291"/>
                    </a:lnTo>
                    <a:lnTo>
                      <a:pt x="58" y="289"/>
                    </a:lnTo>
                    <a:lnTo>
                      <a:pt x="53" y="288"/>
                    </a:lnTo>
                    <a:lnTo>
                      <a:pt x="47" y="285"/>
                    </a:lnTo>
                    <a:lnTo>
                      <a:pt x="41" y="282"/>
                    </a:lnTo>
                    <a:lnTo>
                      <a:pt x="36" y="278"/>
                    </a:lnTo>
                    <a:lnTo>
                      <a:pt x="31" y="275"/>
                    </a:lnTo>
                    <a:lnTo>
                      <a:pt x="25" y="270"/>
                    </a:lnTo>
                    <a:lnTo>
                      <a:pt x="20" y="266"/>
                    </a:lnTo>
                    <a:lnTo>
                      <a:pt x="16" y="262"/>
                    </a:lnTo>
                    <a:lnTo>
                      <a:pt x="12" y="257"/>
                    </a:lnTo>
                    <a:lnTo>
                      <a:pt x="7" y="253"/>
                    </a:lnTo>
                    <a:lnTo>
                      <a:pt x="3" y="248"/>
                    </a:lnTo>
                    <a:lnTo>
                      <a:pt x="65" y="117"/>
                    </a:lnTo>
                    <a:lnTo>
                      <a:pt x="61" y="109"/>
                    </a:lnTo>
                    <a:lnTo>
                      <a:pt x="53" y="102"/>
                    </a:lnTo>
                    <a:lnTo>
                      <a:pt x="44" y="96"/>
                    </a:lnTo>
                    <a:lnTo>
                      <a:pt x="33" y="91"/>
                    </a:lnTo>
                    <a:lnTo>
                      <a:pt x="24" y="85"/>
                    </a:lnTo>
                    <a:lnTo>
                      <a:pt x="13" y="79"/>
                    </a:lnTo>
                    <a:lnTo>
                      <a:pt x="5" y="71"/>
                    </a:lnTo>
                    <a:lnTo>
                      <a:pt x="0" y="62"/>
                    </a:lnTo>
                    <a:lnTo>
                      <a:pt x="0" y="53"/>
                    </a:lnTo>
                    <a:lnTo>
                      <a:pt x="3" y="44"/>
                    </a:lnTo>
                    <a:lnTo>
                      <a:pt x="7" y="37"/>
                    </a:lnTo>
                    <a:lnTo>
                      <a:pt x="12" y="28"/>
                    </a:lnTo>
                    <a:lnTo>
                      <a:pt x="19" y="22"/>
                    </a:lnTo>
                    <a:lnTo>
                      <a:pt x="27" y="15"/>
                    </a:lnTo>
                    <a:lnTo>
                      <a:pt x="37" y="9"/>
                    </a:lnTo>
                    <a:lnTo>
                      <a:pt x="46" y="3"/>
                    </a:lnTo>
                    <a:lnTo>
                      <a:pt x="54" y="0"/>
                    </a:lnTo>
                    <a:lnTo>
                      <a:pt x="61" y="0"/>
                    </a:lnTo>
                    <a:lnTo>
                      <a:pt x="68" y="0"/>
                    </a:lnTo>
                    <a:lnTo>
                      <a:pt x="75" y="3"/>
                    </a:lnTo>
                    <a:lnTo>
                      <a:pt x="82" y="6"/>
                    </a:lnTo>
                    <a:lnTo>
                      <a:pt x="88" y="11"/>
                    </a:lnTo>
                    <a:lnTo>
                      <a:pt x="94" y="15"/>
                    </a:lnTo>
                    <a:lnTo>
                      <a:pt x="98" y="21"/>
                    </a:lnTo>
                    <a:lnTo>
                      <a:pt x="103" y="29"/>
                    </a:lnTo>
                    <a:lnTo>
                      <a:pt x="108" y="38"/>
                    </a:lnTo>
                    <a:lnTo>
                      <a:pt x="116" y="45"/>
                    </a:lnTo>
                    <a:lnTo>
                      <a:pt x="123" y="52"/>
                    </a:lnTo>
                    <a:lnTo>
                      <a:pt x="132" y="57"/>
                    </a:lnTo>
                    <a:lnTo>
                      <a:pt x="141" y="62"/>
                    </a:lnTo>
                    <a:lnTo>
                      <a:pt x="152" y="64"/>
                    </a:lnTo>
                    <a:lnTo>
                      <a:pt x="164" y="66"/>
                    </a:lnTo>
                    <a:lnTo>
                      <a:pt x="175" y="64"/>
                    </a:lnTo>
                    <a:lnTo>
                      <a:pt x="187" y="61"/>
                    </a:lnTo>
                    <a:lnTo>
                      <a:pt x="196" y="57"/>
                    </a:lnTo>
                    <a:lnTo>
                      <a:pt x="206" y="50"/>
                    </a:lnTo>
                    <a:lnTo>
                      <a:pt x="215" y="43"/>
                    </a:lnTo>
                    <a:lnTo>
                      <a:pt x="223" y="34"/>
                    </a:lnTo>
                    <a:lnTo>
                      <a:pt x="230" y="26"/>
                    </a:lnTo>
                    <a:lnTo>
                      <a:pt x="237" y="17"/>
                    </a:lnTo>
                    <a:lnTo>
                      <a:pt x="243" y="16"/>
                    </a:lnTo>
                    <a:lnTo>
                      <a:pt x="249" y="17"/>
                    </a:lnTo>
                    <a:lnTo>
                      <a:pt x="254" y="18"/>
                    </a:lnTo>
                    <a:lnTo>
                      <a:pt x="260" y="20"/>
                    </a:lnTo>
                    <a:lnTo>
                      <a:pt x="265" y="22"/>
                    </a:lnTo>
                    <a:lnTo>
                      <a:pt x="270" y="25"/>
                    </a:lnTo>
                    <a:lnTo>
                      <a:pt x="275" y="27"/>
                    </a:lnTo>
                    <a:lnTo>
                      <a:pt x="279" y="31"/>
                    </a:lnTo>
                    <a:lnTo>
                      <a:pt x="284" y="34"/>
                    </a:lnTo>
                    <a:lnTo>
                      <a:pt x="288" y="38"/>
                    </a:lnTo>
                    <a:lnTo>
                      <a:pt x="293" y="43"/>
                    </a:lnTo>
                    <a:lnTo>
                      <a:pt x="297" y="47"/>
                    </a:lnTo>
                    <a:lnTo>
                      <a:pt x="301" y="52"/>
                    </a:lnTo>
                    <a:lnTo>
                      <a:pt x="305" y="56"/>
                    </a:lnTo>
                    <a:lnTo>
                      <a:pt x="309" y="61"/>
                    </a:lnTo>
                    <a:lnTo>
                      <a:pt x="314" y="66"/>
                    </a:lnTo>
                    <a:lnTo>
                      <a:pt x="318" y="72"/>
                    </a:lnTo>
                    <a:lnTo>
                      <a:pt x="320" y="79"/>
                    </a:lnTo>
                    <a:lnTo>
                      <a:pt x="319" y="85"/>
                    </a:lnTo>
                    <a:lnTo>
                      <a:pt x="317" y="92"/>
                    </a:lnTo>
                    <a:lnTo>
                      <a:pt x="314" y="98"/>
                    </a:lnTo>
                    <a:lnTo>
                      <a:pt x="309" y="104"/>
                    </a:lnTo>
                    <a:lnTo>
                      <a:pt x="305" y="109"/>
                    </a:lnTo>
                    <a:lnTo>
                      <a:pt x="300" y="114"/>
                    </a:lnTo>
                    <a:lnTo>
                      <a:pt x="296" y="115"/>
                    </a:lnTo>
                    <a:lnTo>
                      <a:pt x="291" y="117"/>
                    </a:lnTo>
                    <a:lnTo>
                      <a:pt x="287" y="119"/>
                    </a:lnTo>
                    <a:lnTo>
                      <a:pt x="283" y="120"/>
                    </a:lnTo>
                    <a:lnTo>
                      <a:pt x="278" y="123"/>
                    </a:lnTo>
                    <a:lnTo>
                      <a:pt x="273" y="124"/>
                    </a:lnTo>
                    <a:lnTo>
                      <a:pt x="268" y="126"/>
                    </a:lnTo>
                    <a:lnTo>
                      <a:pt x="262" y="127"/>
                    </a:lnTo>
                    <a:lnTo>
                      <a:pt x="260" y="130"/>
                    </a:lnTo>
                    <a:lnTo>
                      <a:pt x="257" y="135"/>
                    </a:lnTo>
                    <a:lnTo>
                      <a:pt x="254" y="140"/>
                    </a:lnTo>
                    <a:lnTo>
                      <a:pt x="250" y="145"/>
                    </a:lnTo>
                    <a:lnTo>
                      <a:pt x="249" y="152"/>
                    </a:lnTo>
                    <a:lnTo>
                      <a:pt x="248" y="158"/>
                    </a:lnTo>
                    <a:lnTo>
                      <a:pt x="249" y="164"/>
                    </a:lnTo>
                    <a:lnTo>
                      <a:pt x="252" y="169"/>
                    </a:lnTo>
                    <a:lnTo>
                      <a:pt x="257" y="180"/>
                    </a:lnTo>
                    <a:lnTo>
                      <a:pt x="263" y="189"/>
                    </a:lnTo>
                    <a:lnTo>
                      <a:pt x="271" y="196"/>
                    </a:lnTo>
                    <a:lnTo>
                      <a:pt x="279" y="204"/>
                    </a:lnTo>
                    <a:lnTo>
                      <a:pt x="288" y="210"/>
                    </a:lnTo>
                    <a:lnTo>
                      <a:pt x="298" y="217"/>
                    </a:lnTo>
                    <a:lnTo>
                      <a:pt x="308" y="224"/>
                    </a:lnTo>
                    <a:lnTo>
                      <a:pt x="317" y="231"/>
                    </a:lnTo>
                    <a:lnTo>
                      <a:pt x="321" y="231"/>
                    </a:lnTo>
                    <a:lnTo>
                      <a:pt x="326" y="231"/>
                    </a:lnTo>
                    <a:lnTo>
                      <a:pt x="330" y="231"/>
                    </a:lnTo>
                    <a:lnTo>
                      <a:pt x="334" y="231"/>
                    </a:lnTo>
                    <a:lnTo>
                      <a:pt x="339" y="231"/>
                    </a:lnTo>
                    <a:lnTo>
                      <a:pt x="344" y="231"/>
                    </a:lnTo>
                    <a:lnTo>
                      <a:pt x="349" y="231"/>
                    </a:lnTo>
                    <a:lnTo>
                      <a:pt x="354" y="231"/>
                    </a:lnTo>
                    <a:lnTo>
                      <a:pt x="358" y="228"/>
                    </a:lnTo>
                    <a:lnTo>
                      <a:pt x="363" y="222"/>
                    </a:lnTo>
                    <a:lnTo>
                      <a:pt x="368" y="215"/>
                    </a:lnTo>
                    <a:lnTo>
                      <a:pt x="373" y="209"/>
                    </a:lnTo>
                    <a:lnTo>
                      <a:pt x="377" y="200"/>
                    </a:lnTo>
                    <a:lnTo>
                      <a:pt x="380" y="192"/>
                    </a:lnTo>
                    <a:lnTo>
                      <a:pt x="383" y="183"/>
                    </a:lnTo>
                    <a:lnTo>
                      <a:pt x="383" y="176"/>
                    </a:lnTo>
                    <a:lnTo>
                      <a:pt x="385" y="171"/>
                    </a:lnTo>
                    <a:lnTo>
                      <a:pt x="388" y="167"/>
                    </a:lnTo>
                    <a:lnTo>
                      <a:pt x="392" y="163"/>
                    </a:lnTo>
                    <a:lnTo>
                      <a:pt x="398" y="160"/>
                    </a:lnTo>
                    <a:lnTo>
                      <a:pt x="404" y="158"/>
                    </a:lnTo>
                    <a:lnTo>
                      <a:pt x="410" y="156"/>
                    </a:lnTo>
                    <a:lnTo>
                      <a:pt x="417" y="155"/>
                    </a:lnTo>
                    <a:lnTo>
                      <a:pt x="423" y="155"/>
                    </a:lnTo>
                    <a:lnTo>
                      <a:pt x="497" y="213"/>
                    </a:lnTo>
                    <a:lnTo>
                      <a:pt x="495" y="221"/>
                    </a:lnTo>
                    <a:lnTo>
                      <a:pt x="492" y="227"/>
                    </a:lnTo>
                    <a:lnTo>
                      <a:pt x="487" y="232"/>
                    </a:lnTo>
                    <a:lnTo>
                      <a:pt x="482" y="238"/>
                    </a:lnTo>
                    <a:lnTo>
                      <a:pt x="476" y="243"/>
                    </a:lnTo>
                    <a:lnTo>
                      <a:pt x="470" y="248"/>
                    </a:lnTo>
                    <a:lnTo>
                      <a:pt x="464" y="253"/>
                    </a:lnTo>
                    <a:lnTo>
                      <a:pt x="458" y="259"/>
                    </a:lnTo>
                    <a:lnTo>
                      <a:pt x="451" y="264"/>
                    </a:lnTo>
                    <a:lnTo>
                      <a:pt x="446" y="269"/>
                    </a:lnTo>
                    <a:lnTo>
                      <a:pt x="441" y="275"/>
                    </a:lnTo>
                    <a:lnTo>
                      <a:pt x="438" y="282"/>
                    </a:lnTo>
                    <a:lnTo>
                      <a:pt x="434" y="288"/>
                    </a:lnTo>
                    <a:lnTo>
                      <a:pt x="433" y="296"/>
                    </a:lnTo>
                    <a:lnTo>
                      <a:pt x="433" y="304"/>
                    </a:lnTo>
                    <a:lnTo>
                      <a:pt x="434" y="313"/>
                    </a:lnTo>
                    <a:lnTo>
                      <a:pt x="439" y="323"/>
                    </a:lnTo>
                    <a:lnTo>
                      <a:pt x="446" y="329"/>
                    </a:lnTo>
                    <a:lnTo>
                      <a:pt x="456" y="335"/>
                    </a:lnTo>
                    <a:lnTo>
                      <a:pt x="467" y="339"/>
                    </a:lnTo>
                    <a:lnTo>
                      <a:pt x="478" y="343"/>
                    </a:lnTo>
                    <a:lnTo>
                      <a:pt x="488" y="348"/>
                    </a:lnTo>
                    <a:lnTo>
                      <a:pt x="497" y="354"/>
                    </a:lnTo>
                    <a:lnTo>
                      <a:pt x="505" y="362"/>
                    </a:lnTo>
                    <a:lnTo>
                      <a:pt x="442" y="445"/>
                    </a:lnTo>
                    <a:lnTo>
                      <a:pt x="343" y="362"/>
                    </a:lnTo>
                    <a:lnTo>
                      <a:pt x="336" y="366"/>
                    </a:lnTo>
                    <a:lnTo>
                      <a:pt x="329" y="370"/>
                    </a:lnTo>
                    <a:lnTo>
                      <a:pt x="323" y="377"/>
                    </a:lnTo>
                    <a:lnTo>
                      <a:pt x="317" y="382"/>
                    </a:lnTo>
                    <a:lnTo>
                      <a:pt x="312" y="388"/>
                    </a:lnTo>
                    <a:lnTo>
                      <a:pt x="306" y="395"/>
                    </a:lnTo>
                    <a:lnTo>
                      <a:pt x="302" y="401"/>
                    </a:lnTo>
                    <a:lnTo>
                      <a:pt x="296" y="408"/>
                    </a:lnTo>
                    <a:lnTo>
                      <a:pt x="292" y="415"/>
                    </a:lnTo>
                    <a:lnTo>
                      <a:pt x="287" y="423"/>
                    </a:lnTo>
                    <a:lnTo>
                      <a:pt x="283" y="430"/>
                    </a:lnTo>
                    <a:lnTo>
                      <a:pt x="278" y="437"/>
                    </a:lnTo>
                    <a:lnTo>
                      <a:pt x="272" y="445"/>
                    </a:lnTo>
                    <a:lnTo>
                      <a:pt x="267" y="452"/>
                    </a:lnTo>
                    <a:lnTo>
                      <a:pt x="262" y="459"/>
                    </a:lnTo>
                    <a:lnTo>
                      <a:pt x="256" y="465"/>
                    </a:lnTo>
                    <a:lnTo>
                      <a:pt x="252" y="46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>
                <a:off x="770064" y="4589844"/>
                <a:ext cx="709613" cy="825500"/>
              </a:xfrm>
              <a:custGeom>
                <a:pathLst>
                  <a:path extrusionOk="0" h="520" w="447">
                    <a:moveTo>
                      <a:pt x="272" y="519"/>
                    </a:moveTo>
                    <a:lnTo>
                      <a:pt x="265" y="512"/>
                    </a:lnTo>
                    <a:lnTo>
                      <a:pt x="259" y="505"/>
                    </a:lnTo>
                    <a:lnTo>
                      <a:pt x="254" y="495"/>
                    </a:lnTo>
                    <a:lnTo>
                      <a:pt x="252" y="486"/>
                    </a:lnTo>
                    <a:lnTo>
                      <a:pt x="248" y="475"/>
                    </a:lnTo>
                    <a:lnTo>
                      <a:pt x="246" y="465"/>
                    </a:lnTo>
                    <a:lnTo>
                      <a:pt x="245" y="454"/>
                    </a:lnTo>
                    <a:lnTo>
                      <a:pt x="242" y="444"/>
                    </a:lnTo>
                    <a:lnTo>
                      <a:pt x="239" y="434"/>
                    </a:lnTo>
                    <a:lnTo>
                      <a:pt x="235" y="425"/>
                    </a:lnTo>
                    <a:lnTo>
                      <a:pt x="230" y="417"/>
                    </a:lnTo>
                    <a:lnTo>
                      <a:pt x="223" y="411"/>
                    </a:lnTo>
                    <a:lnTo>
                      <a:pt x="215" y="406"/>
                    </a:lnTo>
                    <a:lnTo>
                      <a:pt x="205" y="403"/>
                    </a:lnTo>
                    <a:lnTo>
                      <a:pt x="193" y="402"/>
                    </a:lnTo>
                    <a:lnTo>
                      <a:pt x="177" y="403"/>
                    </a:lnTo>
                    <a:lnTo>
                      <a:pt x="168" y="407"/>
                    </a:lnTo>
                    <a:lnTo>
                      <a:pt x="159" y="410"/>
                    </a:lnTo>
                    <a:lnTo>
                      <a:pt x="150" y="412"/>
                    </a:lnTo>
                    <a:lnTo>
                      <a:pt x="140" y="415"/>
                    </a:lnTo>
                    <a:lnTo>
                      <a:pt x="131" y="416"/>
                    </a:lnTo>
                    <a:lnTo>
                      <a:pt x="122" y="417"/>
                    </a:lnTo>
                    <a:lnTo>
                      <a:pt x="112" y="417"/>
                    </a:lnTo>
                    <a:lnTo>
                      <a:pt x="102" y="417"/>
                    </a:lnTo>
                    <a:lnTo>
                      <a:pt x="99" y="412"/>
                    </a:lnTo>
                    <a:lnTo>
                      <a:pt x="96" y="406"/>
                    </a:lnTo>
                    <a:lnTo>
                      <a:pt x="93" y="399"/>
                    </a:lnTo>
                    <a:lnTo>
                      <a:pt x="90" y="393"/>
                    </a:lnTo>
                    <a:lnTo>
                      <a:pt x="87" y="385"/>
                    </a:lnTo>
                    <a:lnTo>
                      <a:pt x="84" y="378"/>
                    </a:lnTo>
                    <a:lnTo>
                      <a:pt x="81" y="370"/>
                    </a:lnTo>
                    <a:lnTo>
                      <a:pt x="79" y="362"/>
                    </a:lnTo>
                    <a:lnTo>
                      <a:pt x="78" y="355"/>
                    </a:lnTo>
                    <a:lnTo>
                      <a:pt x="76" y="347"/>
                    </a:lnTo>
                    <a:lnTo>
                      <a:pt x="75" y="339"/>
                    </a:lnTo>
                    <a:lnTo>
                      <a:pt x="74" y="332"/>
                    </a:lnTo>
                    <a:lnTo>
                      <a:pt x="74" y="324"/>
                    </a:lnTo>
                    <a:lnTo>
                      <a:pt x="75" y="316"/>
                    </a:lnTo>
                    <a:lnTo>
                      <a:pt x="76" y="309"/>
                    </a:lnTo>
                    <a:lnTo>
                      <a:pt x="78" y="302"/>
                    </a:lnTo>
                    <a:lnTo>
                      <a:pt x="87" y="299"/>
                    </a:lnTo>
                    <a:lnTo>
                      <a:pt x="97" y="298"/>
                    </a:lnTo>
                    <a:lnTo>
                      <a:pt x="106" y="300"/>
                    </a:lnTo>
                    <a:lnTo>
                      <a:pt x="116" y="302"/>
                    </a:lnTo>
                    <a:lnTo>
                      <a:pt x="126" y="305"/>
                    </a:lnTo>
                    <a:lnTo>
                      <a:pt x="136" y="306"/>
                    </a:lnTo>
                    <a:lnTo>
                      <a:pt x="146" y="307"/>
                    </a:lnTo>
                    <a:lnTo>
                      <a:pt x="157" y="305"/>
                    </a:lnTo>
                    <a:lnTo>
                      <a:pt x="165" y="302"/>
                    </a:lnTo>
                    <a:lnTo>
                      <a:pt x="170" y="298"/>
                    </a:lnTo>
                    <a:lnTo>
                      <a:pt x="175" y="294"/>
                    </a:lnTo>
                    <a:lnTo>
                      <a:pt x="179" y="290"/>
                    </a:lnTo>
                    <a:lnTo>
                      <a:pt x="182" y="284"/>
                    </a:lnTo>
                    <a:lnTo>
                      <a:pt x="185" y="278"/>
                    </a:lnTo>
                    <a:lnTo>
                      <a:pt x="186" y="273"/>
                    </a:lnTo>
                    <a:lnTo>
                      <a:pt x="187" y="266"/>
                    </a:lnTo>
                    <a:lnTo>
                      <a:pt x="188" y="259"/>
                    </a:lnTo>
                    <a:lnTo>
                      <a:pt x="189" y="253"/>
                    </a:lnTo>
                    <a:lnTo>
                      <a:pt x="189" y="246"/>
                    </a:lnTo>
                    <a:lnTo>
                      <a:pt x="189" y="239"/>
                    </a:lnTo>
                    <a:lnTo>
                      <a:pt x="189" y="232"/>
                    </a:lnTo>
                    <a:lnTo>
                      <a:pt x="189" y="226"/>
                    </a:lnTo>
                    <a:lnTo>
                      <a:pt x="188" y="219"/>
                    </a:lnTo>
                    <a:lnTo>
                      <a:pt x="188" y="213"/>
                    </a:lnTo>
                    <a:lnTo>
                      <a:pt x="186" y="204"/>
                    </a:lnTo>
                    <a:lnTo>
                      <a:pt x="182" y="198"/>
                    </a:lnTo>
                    <a:lnTo>
                      <a:pt x="178" y="191"/>
                    </a:lnTo>
                    <a:lnTo>
                      <a:pt x="173" y="185"/>
                    </a:lnTo>
                    <a:lnTo>
                      <a:pt x="167" y="180"/>
                    </a:lnTo>
                    <a:lnTo>
                      <a:pt x="161" y="176"/>
                    </a:lnTo>
                    <a:lnTo>
                      <a:pt x="153" y="171"/>
                    </a:lnTo>
                    <a:lnTo>
                      <a:pt x="146" y="167"/>
                    </a:lnTo>
                    <a:lnTo>
                      <a:pt x="138" y="167"/>
                    </a:lnTo>
                    <a:lnTo>
                      <a:pt x="130" y="170"/>
                    </a:lnTo>
                    <a:lnTo>
                      <a:pt x="123" y="172"/>
                    </a:lnTo>
                    <a:lnTo>
                      <a:pt x="116" y="175"/>
                    </a:lnTo>
                    <a:lnTo>
                      <a:pt x="108" y="178"/>
                    </a:lnTo>
                    <a:lnTo>
                      <a:pt x="100" y="182"/>
                    </a:lnTo>
                    <a:lnTo>
                      <a:pt x="93" y="185"/>
                    </a:lnTo>
                    <a:lnTo>
                      <a:pt x="86" y="189"/>
                    </a:lnTo>
                    <a:lnTo>
                      <a:pt x="79" y="191"/>
                    </a:lnTo>
                    <a:lnTo>
                      <a:pt x="71" y="194"/>
                    </a:lnTo>
                    <a:lnTo>
                      <a:pt x="64" y="194"/>
                    </a:lnTo>
                    <a:lnTo>
                      <a:pt x="56" y="194"/>
                    </a:lnTo>
                    <a:lnTo>
                      <a:pt x="48" y="193"/>
                    </a:lnTo>
                    <a:lnTo>
                      <a:pt x="41" y="190"/>
                    </a:lnTo>
                    <a:lnTo>
                      <a:pt x="34" y="185"/>
                    </a:lnTo>
                    <a:lnTo>
                      <a:pt x="26" y="179"/>
                    </a:lnTo>
                    <a:lnTo>
                      <a:pt x="24" y="175"/>
                    </a:lnTo>
                    <a:lnTo>
                      <a:pt x="21" y="171"/>
                    </a:lnTo>
                    <a:lnTo>
                      <a:pt x="19" y="166"/>
                    </a:lnTo>
                    <a:lnTo>
                      <a:pt x="15" y="162"/>
                    </a:lnTo>
                    <a:lnTo>
                      <a:pt x="13" y="157"/>
                    </a:lnTo>
                    <a:lnTo>
                      <a:pt x="11" y="151"/>
                    </a:lnTo>
                    <a:lnTo>
                      <a:pt x="9" y="146"/>
                    </a:lnTo>
                    <a:lnTo>
                      <a:pt x="7" y="139"/>
                    </a:lnTo>
                    <a:lnTo>
                      <a:pt x="6" y="134"/>
                    </a:lnTo>
                    <a:lnTo>
                      <a:pt x="4" y="129"/>
                    </a:lnTo>
                    <a:lnTo>
                      <a:pt x="2" y="122"/>
                    </a:lnTo>
                    <a:lnTo>
                      <a:pt x="1" y="116"/>
                    </a:lnTo>
                    <a:lnTo>
                      <a:pt x="0" y="111"/>
                    </a:lnTo>
                    <a:lnTo>
                      <a:pt x="0" y="104"/>
                    </a:lnTo>
                    <a:lnTo>
                      <a:pt x="0" y="98"/>
                    </a:lnTo>
                    <a:lnTo>
                      <a:pt x="0" y="92"/>
                    </a:lnTo>
                    <a:lnTo>
                      <a:pt x="378" y="0"/>
                    </a:lnTo>
                    <a:lnTo>
                      <a:pt x="383" y="5"/>
                    </a:lnTo>
                    <a:lnTo>
                      <a:pt x="387" y="12"/>
                    </a:lnTo>
                    <a:lnTo>
                      <a:pt x="391" y="18"/>
                    </a:lnTo>
                    <a:lnTo>
                      <a:pt x="394" y="26"/>
                    </a:lnTo>
                    <a:lnTo>
                      <a:pt x="397" y="33"/>
                    </a:lnTo>
                    <a:lnTo>
                      <a:pt x="399" y="41"/>
                    </a:lnTo>
                    <a:lnTo>
                      <a:pt x="401" y="49"/>
                    </a:lnTo>
                    <a:lnTo>
                      <a:pt x="403" y="57"/>
                    </a:lnTo>
                    <a:lnTo>
                      <a:pt x="405" y="65"/>
                    </a:lnTo>
                    <a:lnTo>
                      <a:pt x="406" y="74"/>
                    </a:lnTo>
                    <a:lnTo>
                      <a:pt x="407" y="82"/>
                    </a:lnTo>
                    <a:lnTo>
                      <a:pt x="408" y="91"/>
                    </a:lnTo>
                    <a:lnTo>
                      <a:pt x="410" y="99"/>
                    </a:lnTo>
                    <a:lnTo>
                      <a:pt x="411" y="107"/>
                    </a:lnTo>
                    <a:lnTo>
                      <a:pt x="412" y="115"/>
                    </a:lnTo>
                    <a:lnTo>
                      <a:pt x="413" y="123"/>
                    </a:lnTo>
                    <a:lnTo>
                      <a:pt x="401" y="138"/>
                    </a:lnTo>
                    <a:lnTo>
                      <a:pt x="396" y="141"/>
                    </a:lnTo>
                    <a:lnTo>
                      <a:pt x="391" y="143"/>
                    </a:lnTo>
                    <a:lnTo>
                      <a:pt x="386" y="144"/>
                    </a:lnTo>
                    <a:lnTo>
                      <a:pt x="380" y="144"/>
                    </a:lnTo>
                    <a:lnTo>
                      <a:pt x="375" y="144"/>
                    </a:lnTo>
                    <a:lnTo>
                      <a:pt x="370" y="144"/>
                    </a:lnTo>
                    <a:lnTo>
                      <a:pt x="365" y="143"/>
                    </a:lnTo>
                    <a:lnTo>
                      <a:pt x="359" y="142"/>
                    </a:lnTo>
                    <a:lnTo>
                      <a:pt x="354" y="141"/>
                    </a:lnTo>
                    <a:lnTo>
                      <a:pt x="348" y="139"/>
                    </a:lnTo>
                    <a:lnTo>
                      <a:pt x="343" y="139"/>
                    </a:lnTo>
                    <a:lnTo>
                      <a:pt x="338" y="138"/>
                    </a:lnTo>
                    <a:lnTo>
                      <a:pt x="332" y="137"/>
                    </a:lnTo>
                    <a:lnTo>
                      <a:pt x="326" y="136"/>
                    </a:lnTo>
                    <a:lnTo>
                      <a:pt x="320" y="137"/>
                    </a:lnTo>
                    <a:lnTo>
                      <a:pt x="314" y="138"/>
                    </a:lnTo>
                    <a:lnTo>
                      <a:pt x="307" y="141"/>
                    </a:lnTo>
                    <a:lnTo>
                      <a:pt x="301" y="146"/>
                    </a:lnTo>
                    <a:lnTo>
                      <a:pt x="295" y="152"/>
                    </a:lnTo>
                    <a:lnTo>
                      <a:pt x="290" y="159"/>
                    </a:lnTo>
                    <a:lnTo>
                      <a:pt x="286" y="166"/>
                    </a:lnTo>
                    <a:lnTo>
                      <a:pt x="284" y="175"/>
                    </a:lnTo>
                    <a:lnTo>
                      <a:pt x="282" y="184"/>
                    </a:lnTo>
                    <a:lnTo>
                      <a:pt x="283" y="194"/>
                    </a:lnTo>
                    <a:lnTo>
                      <a:pt x="285" y="199"/>
                    </a:lnTo>
                    <a:lnTo>
                      <a:pt x="286" y="204"/>
                    </a:lnTo>
                    <a:lnTo>
                      <a:pt x="286" y="210"/>
                    </a:lnTo>
                    <a:lnTo>
                      <a:pt x="287" y="217"/>
                    </a:lnTo>
                    <a:lnTo>
                      <a:pt x="289" y="222"/>
                    </a:lnTo>
                    <a:lnTo>
                      <a:pt x="290" y="229"/>
                    </a:lnTo>
                    <a:lnTo>
                      <a:pt x="292" y="235"/>
                    </a:lnTo>
                    <a:lnTo>
                      <a:pt x="293" y="241"/>
                    </a:lnTo>
                    <a:lnTo>
                      <a:pt x="295" y="247"/>
                    </a:lnTo>
                    <a:lnTo>
                      <a:pt x="298" y="253"/>
                    </a:lnTo>
                    <a:lnTo>
                      <a:pt x="300" y="259"/>
                    </a:lnTo>
                    <a:lnTo>
                      <a:pt x="304" y="264"/>
                    </a:lnTo>
                    <a:lnTo>
                      <a:pt x="308" y="268"/>
                    </a:lnTo>
                    <a:lnTo>
                      <a:pt x="313" y="273"/>
                    </a:lnTo>
                    <a:lnTo>
                      <a:pt x="319" y="276"/>
                    </a:lnTo>
                    <a:lnTo>
                      <a:pt x="326" y="279"/>
                    </a:lnTo>
                    <a:lnTo>
                      <a:pt x="332" y="282"/>
                    </a:lnTo>
                    <a:lnTo>
                      <a:pt x="339" y="284"/>
                    </a:lnTo>
                    <a:lnTo>
                      <a:pt x="345" y="284"/>
                    </a:lnTo>
                    <a:lnTo>
                      <a:pt x="351" y="284"/>
                    </a:lnTo>
                    <a:lnTo>
                      <a:pt x="357" y="282"/>
                    </a:lnTo>
                    <a:lnTo>
                      <a:pt x="362" y="280"/>
                    </a:lnTo>
                    <a:lnTo>
                      <a:pt x="367" y="278"/>
                    </a:lnTo>
                    <a:lnTo>
                      <a:pt x="373" y="274"/>
                    </a:lnTo>
                    <a:lnTo>
                      <a:pt x="379" y="272"/>
                    </a:lnTo>
                    <a:lnTo>
                      <a:pt x="385" y="268"/>
                    </a:lnTo>
                    <a:lnTo>
                      <a:pt x="390" y="266"/>
                    </a:lnTo>
                    <a:lnTo>
                      <a:pt x="396" y="264"/>
                    </a:lnTo>
                    <a:lnTo>
                      <a:pt x="402" y="262"/>
                    </a:lnTo>
                    <a:lnTo>
                      <a:pt x="407" y="260"/>
                    </a:lnTo>
                    <a:lnTo>
                      <a:pt x="414" y="260"/>
                    </a:lnTo>
                    <a:lnTo>
                      <a:pt x="420" y="261"/>
                    </a:lnTo>
                    <a:lnTo>
                      <a:pt x="426" y="265"/>
                    </a:lnTo>
                    <a:lnTo>
                      <a:pt x="429" y="270"/>
                    </a:lnTo>
                    <a:lnTo>
                      <a:pt x="432" y="275"/>
                    </a:lnTo>
                    <a:lnTo>
                      <a:pt x="434" y="281"/>
                    </a:lnTo>
                    <a:lnTo>
                      <a:pt x="436" y="287"/>
                    </a:lnTo>
                    <a:lnTo>
                      <a:pt x="439" y="292"/>
                    </a:lnTo>
                    <a:lnTo>
                      <a:pt x="439" y="299"/>
                    </a:lnTo>
                    <a:lnTo>
                      <a:pt x="440" y="305"/>
                    </a:lnTo>
                    <a:lnTo>
                      <a:pt x="442" y="312"/>
                    </a:lnTo>
                    <a:lnTo>
                      <a:pt x="442" y="319"/>
                    </a:lnTo>
                    <a:lnTo>
                      <a:pt x="443" y="325"/>
                    </a:lnTo>
                    <a:lnTo>
                      <a:pt x="443" y="332"/>
                    </a:lnTo>
                    <a:lnTo>
                      <a:pt x="444" y="338"/>
                    </a:lnTo>
                    <a:lnTo>
                      <a:pt x="445" y="345"/>
                    </a:lnTo>
                    <a:lnTo>
                      <a:pt x="445" y="352"/>
                    </a:lnTo>
                    <a:lnTo>
                      <a:pt x="446" y="358"/>
                    </a:lnTo>
                    <a:lnTo>
                      <a:pt x="436" y="358"/>
                    </a:lnTo>
                    <a:lnTo>
                      <a:pt x="426" y="359"/>
                    </a:lnTo>
                    <a:lnTo>
                      <a:pt x="417" y="361"/>
                    </a:lnTo>
                    <a:lnTo>
                      <a:pt x="406" y="363"/>
                    </a:lnTo>
                    <a:lnTo>
                      <a:pt x="397" y="366"/>
                    </a:lnTo>
                    <a:lnTo>
                      <a:pt x="386" y="369"/>
                    </a:lnTo>
                    <a:lnTo>
                      <a:pt x="377" y="372"/>
                    </a:lnTo>
                    <a:lnTo>
                      <a:pt x="366" y="377"/>
                    </a:lnTo>
                    <a:lnTo>
                      <a:pt x="363" y="380"/>
                    </a:lnTo>
                    <a:lnTo>
                      <a:pt x="359" y="385"/>
                    </a:lnTo>
                    <a:lnTo>
                      <a:pt x="354" y="391"/>
                    </a:lnTo>
                    <a:lnTo>
                      <a:pt x="351" y="398"/>
                    </a:lnTo>
                    <a:lnTo>
                      <a:pt x="347" y="406"/>
                    </a:lnTo>
                    <a:lnTo>
                      <a:pt x="346" y="414"/>
                    </a:lnTo>
                    <a:lnTo>
                      <a:pt x="347" y="421"/>
                    </a:lnTo>
                    <a:lnTo>
                      <a:pt x="350" y="429"/>
                    </a:lnTo>
                    <a:lnTo>
                      <a:pt x="353" y="437"/>
                    </a:lnTo>
                    <a:lnTo>
                      <a:pt x="358" y="444"/>
                    </a:lnTo>
                    <a:lnTo>
                      <a:pt x="363" y="450"/>
                    </a:lnTo>
                    <a:lnTo>
                      <a:pt x="368" y="458"/>
                    </a:lnTo>
                    <a:lnTo>
                      <a:pt x="372" y="464"/>
                    </a:lnTo>
                    <a:lnTo>
                      <a:pt x="374" y="472"/>
                    </a:lnTo>
                    <a:lnTo>
                      <a:pt x="375" y="480"/>
                    </a:lnTo>
                    <a:lnTo>
                      <a:pt x="373" y="489"/>
                    </a:lnTo>
                    <a:lnTo>
                      <a:pt x="369" y="492"/>
                    </a:lnTo>
                    <a:lnTo>
                      <a:pt x="364" y="495"/>
                    </a:lnTo>
                    <a:lnTo>
                      <a:pt x="359" y="498"/>
                    </a:lnTo>
                    <a:lnTo>
                      <a:pt x="353" y="500"/>
                    </a:lnTo>
                    <a:lnTo>
                      <a:pt x="347" y="503"/>
                    </a:lnTo>
                    <a:lnTo>
                      <a:pt x="341" y="505"/>
                    </a:lnTo>
                    <a:lnTo>
                      <a:pt x="336" y="508"/>
                    </a:lnTo>
                    <a:lnTo>
                      <a:pt x="330" y="509"/>
                    </a:lnTo>
                    <a:lnTo>
                      <a:pt x="323" y="511"/>
                    </a:lnTo>
                    <a:lnTo>
                      <a:pt x="317" y="512"/>
                    </a:lnTo>
                    <a:lnTo>
                      <a:pt x="311" y="514"/>
                    </a:lnTo>
                    <a:lnTo>
                      <a:pt x="304" y="515"/>
                    </a:lnTo>
                    <a:lnTo>
                      <a:pt x="298" y="516"/>
                    </a:lnTo>
                    <a:lnTo>
                      <a:pt x="292" y="517"/>
                    </a:lnTo>
                    <a:lnTo>
                      <a:pt x="285" y="518"/>
                    </a:lnTo>
                    <a:lnTo>
                      <a:pt x="279" y="519"/>
                    </a:lnTo>
                    <a:lnTo>
                      <a:pt x="272" y="51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" name="Google Shape;20;p1"/>
              <p:cNvSpPr/>
              <p:nvPr/>
            </p:nvSpPr>
            <p:spPr>
              <a:xfrm>
                <a:off x="90614" y="3884994"/>
                <a:ext cx="649288" cy="985838"/>
              </a:xfrm>
              <a:custGeom>
                <a:pathLst>
                  <a:path extrusionOk="0" h="621" w="409">
                    <a:moveTo>
                      <a:pt x="266" y="611"/>
                    </a:moveTo>
                    <a:lnTo>
                      <a:pt x="254" y="616"/>
                    </a:lnTo>
                    <a:lnTo>
                      <a:pt x="243" y="618"/>
                    </a:lnTo>
                    <a:lnTo>
                      <a:pt x="232" y="620"/>
                    </a:lnTo>
                    <a:lnTo>
                      <a:pt x="221" y="619"/>
                    </a:lnTo>
                    <a:lnTo>
                      <a:pt x="210" y="617"/>
                    </a:lnTo>
                    <a:lnTo>
                      <a:pt x="199" y="611"/>
                    </a:lnTo>
                    <a:lnTo>
                      <a:pt x="189" y="605"/>
                    </a:lnTo>
                    <a:lnTo>
                      <a:pt x="179" y="598"/>
                    </a:lnTo>
                    <a:lnTo>
                      <a:pt x="179" y="588"/>
                    </a:lnTo>
                    <a:lnTo>
                      <a:pt x="180" y="577"/>
                    </a:lnTo>
                    <a:lnTo>
                      <a:pt x="182" y="565"/>
                    </a:lnTo>
                    <a:lnTo>
                      <a:pt x="186" y="555"/>
                    </a:lnTo>
                    <a:lnTo>
                      <a:pt x="190" y="543"/>
                    </a:lnTo>
                    <a:lnTo>
                      <a:pt x="192" y="531"/>
                    </a:lnTo>
                    <a:lnTo>
                      <a:pt x="193" y="519"/>
                    </a:lnTo>
                    <a:lnTo>
                      <a:pt x="189" y="506"/>
                    </a:lnTo>
                    <a:lnTo>
                      <a:pt x="182" y="500"/>
                    </a:lnTo>
                    <a:lnTo>
                      <a:pt x="173" y="495"/>
                    </a:lnTo>
                    <a:lnTo>
                      <a:pt x="165" y="492"/>
                    </a:lnTo>
                    <a:lnTo>
                      <a:pt x="155" y="489"/>
                    </a:lnTo>
                    <a:lnTo>
                      <a:pt x="146" y="489"/>
                    </a:lnTo>
                    <a:lnTo>
                      <a:pt x="136" y="488"/>
                    </a:lnTo>
                    <a:lnTo>
                      <a:pt x="126" y="490"/>
                    </a:lnTo>
                    <a:lnTo>
                      <a:pt x="117" y="490"/>
                    </a:lnTo>
                    <a:lnTo>
                      <a:pt x="107" y="493"/>
                    </a:lnTo>
                    <a:lnTo>
                      <a:pt x="97" y="495"/>
                    </a:lnTo>
                    <a:lnTo>
                      <a:pt x="87" y="497"/>
                    </a:lnTo>
                    <a:lnTo>
                      <a:pt x="76" y="499"/>
                    </a:lnTo>
                    <a:lnTo>
                      <a:pt x="65" y="502"/>
                    </a:lnTo>
                    <a:lnTo>
                      <a:pt x="55" y="503"/>
                    </a:lnTo>
                    <a:lnTo>
                      <a:pt x="44" y="505"/>
                    </a:lnTo>
                    <a:lnTo>
                      <a:pt x="34" y="506"/>
                    </a:lnTo>
                    <a:lnTo>
                      <a:pt x="30" y="502"/>
                    </a:lnTo>
                    <a:lnTo>
                      <a:pt x="28" y="498"/>
                    </a:lnTo>
                    <a:lnTo>
                      <a:pt x="25" y="493"/>
                    </a:lnTo>
                    <a:lnTo>
                      <a:pt x="23" y="489"/>
                    </a:lnTo>
                    <a:lnTo>
                      <a:pt x="23" y="483"/>
                    </a:lnTo>
                    <a:lnTo>
                      <a:pt x="21" y="478"/>
                    </a:lnTo>
                    <a:lnTo>
                      <a:pt x="21" y="472"/>
                    </a:lnTo>
                    <a:lnTo>
                      <a:pt x="20" y="466"/>
                    </a:lnTo>
                    <a:lnTo>
                      <a:pt x="19" y="460"/>
                    </a:lnTo>
                    <a:lnTo>
                      <a:pt x="19" y="454"/>
                    </a:lnTo>
                    <a:lnTo>
                      <a:pt x="19" y="448"/>
                    </a:lnTo>
                    <a:lnTo>
                      <a:pt x="19" y="442"/>
                    </a:lnTo>
                    <a:lnTo>
                      <a:pt x="18" y="435"/>
                    </a:lnTo>
                    <a:lnTo>
                      <a:pt x="17" y="429"/>
                    </a:lnTo>
                    <a:lnTo>
                      <a:pt x="17" y="423"/>
                    </a:lnTo>
                    <a:lnTo>
                      <a:pt x="15" y="417"/>
                    </a:lnTo>
                    <a:lnTo>
                      <a:pt x="14" y="410"/>
                    </a:lnTo>
                    <a:lnTo>
                      <a:pt x="17" y="402"/>
                    </a:lnTo>
                    <a:lnTo>
                      <a:pt x="21" y="396"/>
                    </a:lnTo>
                    <a:lnTo>
                      <a:pt x="26" y="391"/>
                    </a:lnTo>
                    <a:lnTo>
                      <a:pt x="35" y="386"/>
                    </a:lnTo>
                    <a:lnTo>
                      <a:pt x="42" y="381"/>
                    </a:lnTo>
                    <a:lnTo>
                      <a:pt x="52" y="377"/>
                    </a:lnTo>
                    <a:lnTo>
                      <a:pt x="61" y="374"/>
                    </a:lnTo>
                    <a:lnTo>
                      <a:pt x="67" y="373"/>
                    </a:lnTo>
                    <a:lnTo>
                      <a:pt x="75" y="374"/>
                    </a:lnTo>
                    <a:lnTo>
                      <a:pt x="82" y="375"/>
                    </a:lnTo>
                    <a:lnTo>
                      <a:pt x="91" y="375"/>
                    </a:lnTo>
                    <a:lnTo>
                      <a:pt x="98" y="376"/>
                    </a:lnTo>
                    <a:lnTo>
                      <a:pt x="107" y="375"/>
                    </a:lnTo>
                    <a:lnTo>
                      <a:pt x="116" y="373"/>
                    </a:lnTo>
                    <a:lnTo>
                      <a:pt x="127" y="371"/>
                    </a:lnTo>
                    <a:lnTo>
                      <a:pt x="130" y="366"/>
                    </a:lnTo>
                    <a:lnTo>
                      <a:pt x="134" y="359"/>
                    </a:lnTo>
                    <a:lnTo>
                      <a:pt x="137" y="354"/>
                    </a:lnTo>
                    <a:lnTo>
                      <a:pt x="140" y="348"/>
                    </a:lnTo>
                    <a:lnTo>
                      <a:pt x="144" y="341"/>
                    </a:lnTo>
                    <a:lnTo>
                      <a:pt x="148" y="334"/>
                    </a:lnTo>
                    <a:lnTo>
                      <a:pt x="151" y="327"/>
                    </a:lnTo>
                    <a:lnTo>
                      <a:pt x="156" y="321"/>
                    </a:lnTo>
                    <a:lnTo>
                      <a:pt x="153" y="313"/>
                    </a:lnTo>
                    <a:lnTo>
                      <a:pt x="151" y="304"/>
                    </a:lnTo>
                    <a:lnTo>
                      <a:pt x="151" y="294"/>
                    </a:lnTo>
                    <a:lnTo>
                      <a:pt x="149" y="285"/>
                    </a:lnTo>
                    <a:lnTo>
                      <a:pt x="147" y="275"/>
                    </a:lnTo>
                    <a:lnTo>
                      <a:pt x="143" y="269"/>
                    </a:lnTo>
                    <a:lnTo>
                      <a:pt x="137" y="262"/>
                    </a:lnTo>
                    <a:lnTo>
                      <a:pt x="129" y="257"/>
                    </a:lnTo>
                    <a:lnTo>
                      <a:pt x="123" y="257"/>
                    </a:lnTo>
                    <a:lnTo>
                      <a:pt x="117" y="257"/>
                    </a:lnTo>
                    <a:lnTo>
                      <a:pt x="111" y="256"/>
                    </a:lnTo>
                    <a:lnTo>
                      <a:pt x="104" y="258"/>
                    </a:lnTo>
                    <a:lnTo>
                      <a:pt x="98" y="259"/>
                    </a:lnTo>
                    <a:lnTo>
                      <a:pt x="92" y="261"/>
                    </a:lnTo>
                    <a:lnTo>
                      <a:pt x="86" y="264"/>
                    </a:lnTo>
                    <a:lnTo>
                      <a:pt x="80" y="266"/>
                    </a:lnTo>
                    <a:lnTo>
                      <a:pt x="73" y="270"/>
                    </a:lnTo>
                    <a:lnTo>
                      <a:pt x="67" y="273"/>
                    </a:lnTo>
                    <a:lnTo>
                      <a:pt x="60" y="275"/>
                    </a:lnTo>
                    <a:lnTo>
                      <a:pt x="55" y="278"/>
                    </a:lnTo>
                    <a:lnTo>
                      <a:pt x="48" y="280"/>
                    </a:lnTo>
                    <a:lnTo>
                      <a:pt x="41" y="282"/>
                    </a:lnTo>
                    <a:lnTo>
                      <a:pt x="35" y="282"/>
                    </a:lnTo>
                    <a:lnTo>
                      <a:pt x="28" y="283"/>
                    </a:lnTo>
                    <a:lnTo>
                      <a:pt x="20" y="280"/>
                    </a:lnTo>
                    <a:lnTo>
                      <a:pt x="12" y="275"/>
                    </a:lnTo>
                    <a:lnTo>
                      <a:pt x="6" y="268"/>
                    </a:lnTo>
                    <a:lnTo>
                      <a:pt x="2" y="259"/>
                    </a:lnTo>
                    <a:lnTo>
                      <a:pt x="2" y="252"/>
                    </a:lnTo>
                    <a:lnTo>
                      <a:pt x="0" y="241"/>
                    </a:lnTo>
                    <a:lnTo>
                      <a:pt x="1" y="231"/>
                    </a:lnTo>
                    <a:lnTo>
                      <a:pt x="5" y="222"/>
                    </a:lnTo>
                    <a:lnTo>
                      <a:pt x="6" y="217"/>
                    </a:lnTo>
                    <a:lnTo>
                      <a:pt x="8" y="210"/>
                    </a:lnTo>
                    <a:lnTo>
                      <a:pt x="9" y="205"/>
                    </a:lnTo>
                    <a:lnTo>
                      <a:pt x="10" y="196"/>
                    </a:lnTo>
                    <a:lnTo>
                      <a:pt x="12" y="190"/>
                    </a:lnTo>
                    <a:lnTo>
                      <a:pt x="13" y="183"/>
                    </a:lnTo>
                    <a:lnTo>
                      <a:pt x="15" y="175"/>
                    </a:lnTo>
                    <a:lnTo>
                      <a:pt x="17" y="167"/>
                    </a:lnTo>
                    <a:lnTo>
                      <a:pt x="26" y="165"/>
                    </a:lnTo>
                    <a:lnTo>
                      <a:pt x="34" y="163"/>
                    </a:lnTo>
                    <a:lnTo>
                      <a:pt x="44" y="161"/>
                    </a:lnTo>
                    <a:lnTo>
                      <a:pt x="54" y="160"/>
                    </a:lnTo>
                    <a:lnTo>
                      <a:pt x="64" y="158"/>
                    </a:lnTo>
                    <a:lnTo>
                      <a:pt x="75" y="158"/>
                    </a:lnTo>
                    <a:lnTo>
                      <a:pt x="87" y="156"/>
                    </a:lnTo>
                    <a:lnTo>
                      <a:pt x="97" y="155"/>
                    </a:lnTo>
                    <a:lnTo>
                      <a:pt x="108" y="153"/>
                    </a:lnTo>
                    <a:lnTo>
                      <a:pt x="118" y="150"/>
                    </a:lnTo>
                    <a:lnTo>
                      <a:pt x="127" y="145"/>
                    </a:lnTo>
                    <a:lnTo>
                      <a:pt x="136" y="140"/>
                    </a:lnTo>
                    <a:lnTo>
                      <a:pt x="142" y="132"/>
                    </a:lnTo>
                    <a:lnTo>
                      <a:pt x="148" y="124"/>
                    </a:lnTo>
                    <a:lnTo>
                      <a:pt x="154" y="113"/>
                    </a:lnTo>
                    <a:lnTo>
                      <a:pt x="157" y="99"/>
                    </a:lnTo>
                    <a:lnTo>
                      <a:pt x="157" y="91"/>
                    </a:lnTo>
                    <a:lnTo>
                      <a:pt x="156" y="81"/>
                    </a:lnTo>
                    <a:lnTo>
                      <a:pt x="152" y="72"/>
                    </a:lnTo>
                    <a:lnTo>
                      <a:pt x="149" y="61"/>
                    </a:lnTo>
                    <a:lnTo>
                      <a:pt x="147" y="51"/>
                    </a:lnTo>
                    <a:lnTo>
                      <a:pt x="147" y="39"/>
                    </a:lnTo>
                    <a:lnTo>
                      <a:pt x="150" y="29"/>
                    </a:lnTo>
                    <a:lnTo>
                      <a:pt x="156" y="18"/>
                    </a:lnTo>
                    <a:lnTo>
                      <a:pt x="166" y="13"/>
                    </a:lnTo>
                    <a:lnTo>
                      <a:pt x="175" y="8"/>
                    </a:lnTo>
                    <a:lnTo>
                      <a:pt x="186" y="4"/>
                    </a:lnTo>
                    <a:lnTo>
                      <a:pt x="196" y="1"/>
                    </a:lnTo>
                    <a:lnTo>
                      <a:pt x="207" y="0"/>
                    </a:lnTo>
                    <a:lnTo>
                      <a:pt x="217" y="0"/>
                    </a:lnTo>
                    <a:lnTo>
                      <a:pt x="228" y="1"/>
                    </a:lnTo>
                    <a:lnTo>
                      <a:pt x="239" y="3"/>
                    </a:lnTo>
                    <a:lnTo>
                      <a:pt x="246" y="9"/>
                    </a:lnTo>
                    <a:lnTo>
                      <a:pt x="249" y="14"/>
                    </a:lnTo>
                    <a:lnTo>
                      <a:pt x="252" y="22"/>
                    </a:lnTo>
                    <a:lnTo>
                      <a:pt x="252" y="29"/>
                    </a:lnTo>
                    <a:lnTo>
                      <a:pt x="252" y="36"/>
                    </a:lnTo>
                    <a:lnTo>
                      <a:pt x="250" y="44"/>
                    </a:lnTo>
                    <a:lnTo>
                      <a:pt x="248" y="53"/>
                    </a:lnTo>
                    <a:lnTo>
                      <a:pt x="246" y="61"/>
                    </a:lnTo>
                    <a:lnTo>
                      <a:pt x="244" y="69"/>
                    </a:lnTo>
                    <a:lnTo>
                      <a:pt x="241" y="78"/>
                    </a:lnTo>
                    <a:lnTo>
                      <a:pt x="241" y="86"/>
                    </a:lnTo>
                    <a:lnTo>
                      <a:pt x="239" y="94"/>
                    </a:lnTo>
                    <a:lnTo>
                      <a:pt x="241" y="102"/>
                    </a:lnTo>
                    <a:lnTo>
                      <a:pt x="242" y="109"/>
                    </a:lnTo>
                    <a:lnTo>
                      <a:pt x="247" y="116"/>
                    </a:lnTo>
                    <a:lnTo>
                      <a:pt x="253" y="122"/>
                    </a:lnTo>
                    <a:lnTo>
                      <a:pt x="376" y="124"/>
                    </a:lnTo>
                    <a:lnTo>
                      <a:pt x="377" y="244"/>
                    </a:lnTo>
                    <a:lnTo>
                      <a:pt x="371" y="252"/>
                    </a:lnTo>
                    <a:lnTo>
                      <a:pt x="363" y="257"/>
                    </a:lnTo>
                    <a:lnTo>
                      <a:pt x="354" y="260"/>
                    </a:lnTo>
                    <a:lnTo>
                      <a:pt x="347" y="262"/>
                    </a:lnTo>
                    <a:lnTo>
                      <a:pt x="338" y="262"/>
                    </a:lnTo>
                    <a:lnTo>
                      <a:pt x="328" y="261"/>
                    </a:lnTo>
                    <a:lnTo>
                      <a:pt x="319" y="260"/>
                    </a:lnTo>
                    <a:lnTo>
                      <a:pt x="310" y="259"/>
                    </a:lnTo>
                    <a:lnTo>
                      <a:pt x="301" y="257"/>
                    </a:lnTo>
                    <a:lnTo>
                      <a:pt x="292" y="256"/>
                    </a:lnTo>
                    <a:lnTo>
                      <a:pt x="282" y="257"/>
                    </a:lnTo>
                    <a:lnTo>
                      <a:pt x="274" y="257"/>
                    </a:lnTo>
                    <a:lnTo>
                      <a:pt x="264" y="260"/>
                    </a:lnTo>
                    <a:lnTo>
                      <a:pt x="256" y="264"/>
                    </a:lnTo>
                    <a:lnTo>
                      <a:pt x="248" y="271"/>
                    </a:lnTo>
                    <a:lnTo>
                      <a:pt x="240" y="280"/>
                    </a:lnTo>
                    <a:lnTo>
                      <a:pt x="237" y="286"/>
                    </a:lnTo>
                    <a:lnTo>
                      <a:pt x="236" y="293"/>
                    </a:lnTo>
                    <a:lnTo>
                      <a:pt x="235" y="300"/>
                    </a:lnTo>
                    <a:lnTo>
                      <a:pt x="234" y="308"/>
                    </a:lnTo>
                    <a:lnTo>
                      <a:pt x="233" y="316"/>
                    </a:lnTo>
                    <a:lnTo>
                      <a:pt x="233" y="323"/>
                    </a:lnTo>
                    <a:lnTo>
                      <a:pt x="233" y="331"/>
                    </a:lnTo>
                    <a:lnTo>
                      <a:pt x="234" y="339"/>
                    </a:lnTo>
                    <a:lnTo>
                      <a:pt x="234" y="348"/>
                    </a:lnTo>
                    <a:lnTo>
                      <a:pt x="237" y="355"/>
                    </a:lnTo>
                    <a:lnTo>
                      <a:pt x="238" y="362"/>
                    </a:lnTo>
                    <a:lnTo>
                      <a:pt x="241" y="370"/>
                    </a:lnTo>
                    <a:lnTo>
                      <a:pt x="245" y="377"/>
                    </a:lnTo>
                    <a:lnTo>
                      <a:pt x="249" y="385"/>
                    </a:lnTo>
                    <a:lnTo>
                      <a:pt x="254" y="392"/>
                    </a:lnTo>
                    <a:lnTo>
                      <a:pt x="259" y="397"/>
                    </a:lnTo>
                    <a:lnTo>
                      <a:pt x="265" y="400"/>
                    </a:lnTo>
                    <a:lnTo>
                      <a:pt x="270" y="400"/>
                    </a:lnTo>
                    <a:lnTo>
                      <a:pt x="275" y="400"/>
                    </a:lnTo>
                    <a:lnTo>
                      <a:pt x="278" y="398"/>
                    </a:lnTo>
                    <a:lnTo>
                      <a:pt x="284" y="397"/>
                    </a:lnTo>
                    <a:lnTo>
                      <a:pt x="289" y="394"/>
                    </a:lnTo>
                    <a:lnTo>
                      <a:pt x="294" y="392"/>
                    </a:lnTo>
                    <a:lnTo>
                      <a:pt x="298" y="388"/>
                    </a:lnTo>
                    <a:lnTo>
                      <a:pt x="303" y="385"/>
                    </a:lnTo>
                    <a:lnTo>
                      <a:pt x="308" y="381"/>
                    </a:lnTo>
                    <a:lnTo>
                      <a:pt x="313" y="378"/>
                    </a:lnTo>
                    <a:lnTo>
                      <a:pt x="318" y="373"/>
                    </a:lnTo>
                    <a:lnTo>
                      <a:pt x="322" y="370"/>
                    </a:lnTo>
                    <a:lnTo>
                      <a:pt x="326" y="366"/>
                    </a:lnTo>
                    <a:lnTo>
                      <a:pt x="331" y="363"/>
                    </a:lnTo>
                    <a:lnTo>
                      <a:pt x="336" y="360"/>
                    </a:lnTo>
                    <a:lnTo>
                      <a:pt x="345" y="356"/>
                    </a:lnTo>
                    <a:lnTo>
                      <a:pt x="355" y="355"/>
                    </a:lnTo>
                    <a:lnTo>
                      <a:pt x="365" y="356"/>
                    </a:lnTo>
                    <a:lnTo>
                      <a:pt x="375" y="359"/>
                    </a:lnTo>
                    <a:lnTo>
                      <a:pt x="383" y="363"/>
                    </a:lnTo>
                    <a:lnTo>
                      <a:pt x="392" y="369"/>
                    </a:lnTo>
                    <a:lnTo>
                      <a:pt x="400" y="376"/>
                    </a:lnTo>
                    <a:lnTo>
                      <a:pt x="406" y="383"/>
                    </a:lnTo>
                    <a:lnTo>
                      <a:pt x="407" y="390"/>
                    </a:lnTo>
                    <a:lnTo>
                      <a:pt x="408" y="396"/>
                    </a:lnTo>
                    <a:lnTo>
                      <a:pt x="408" y="403"/>
                    </a:lnTo>
                    <a:lnTo>
                      <a:pt x="408" y="410"/>
                    </a:lnTo>
                    <a:lnTo>
                      <a:pt x="407" y="416"/>
                    </a:lnTo>
                    <a:lnTo>
                      <a:pt x="408" y="423"/>
                    </a:lnTo>
                    <a:lnTo>
                      <a:pt x="408" y="431"/>
                    </a:lnTo>
                    <a:lnTo>
                      <a:pt x="408" y="438"/>
                    </a:lnTo>
                    <a:lnTo>
                      <a:pt x="402" y="444"/>
                    </a:lnTo>
                    <a:lnTo>
                      <a:pt x="395" y="447"/>
                    </a:lnTo>
                    <a:lnTo>
                      <a:pt x="387" y="451"/>
                    </a:lnTo>
                    <a:lnTo>
                      <a:pt x="378" y="454"/>
                    </a:lnTo>
                    <a:lnTo>
                      <a:pt x="368" y="456"/>
                    </a:lnTo>
                    <a:lnTo>
                      <a:pt x="358" y="459"/>
                    </a:lnTo>
                    <a:lnTo>
                      <a:pt x="348" y="463"/>
                    </a:lnTo>
                    <a:lnTo>
                      <a:pt x="338" y="465"/>
                    </a:lnTo>
                    <a:lnTo>
                      <a:pt x="327" y="467"/>
                    </a:lnTo>
                    <a:lnTo>
                      <a:pt x="317" y="471"/>
                    </a:lnTo>
                    <a:lnTo>
                      <a:pt x="309" y="475"/>
                    </a:lnTo>
                    <a:lnTo>
                      <a:pt x="299" y="480"/>
                    </a:lnTo>
                    <a:lnTo>
                      <a:pt x="291" y="485"/>
                    </a:lnTo>
                    <a:lnTo>
                      <a:pt x="283" y="490"/>
                    </a:lnTo>
                    <a:lnTo>
                      <a:pt x="277" y="498"/>
                    </a:lnTo>
                    <a:lnTo>
                      <a:pt x="271" y="508"/>
                    </a:lnTo>
                    <a:lnTo>
                      <a:pt x="266" y="611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882777" y="-9144"/>
                <a:ext cx="696913" cy="628650"/>
              </a:xfrm>
              <a:custGeom>
                <a:pathLst>
                  <a:path extrusionOk="0" h="396" w="439">
                    <a:moveTo>
                      <a:pt x="264" y="395"/>
                    </a:moveTo>
                    <a:lnTo>
                      <a:pt x="257" y="388"/>
                    </a:lnTo>
                    <a:lnTo>
                      <a:pt x="251" y="381"/>
                    </a:lnTo>
                    <a:lnTo>
                      <a:pt x="246" y="372"/>
                    </a:lnTo>
                    <a:lnTo>
                      <a:pt x="244" y="362"/>
                    </a:lnTo>
                    <a:lnTo>
                      <a:pt x="240" y="351"/>
                    </a:lnTo>
                    <a:lnTo>
                      <a:pt x="238" y="341"/>
                    </a:lnTo>
                    <a:lnTo>
                      <a:pt x="237" y="330"/>
                    </a:lnTo>
                    <a:lnTo>
                      <a:pt x="234" y="320"/>
                    </a:lnTo>
                    <a:lnTo>
                      <a:pt x="231" y="310"/>
                    </a:lnTo>
                    <a:lnTo>
                      <a:pt x="227" y="301"/>
                    </a:lnTo>
                    <a:lnTo>
                      <a:pt x="222" y="293"/>
                    </a:lnTo>
                    <a:lnTo>
                      <a:pt x="215" y="287"/>
                    </a:lnTo>
                    <a:lnTo>
                      <a:pt x="207" y="282"/>
                    </a:lnTo>
                    <a:lnTo>
                      <a:pt x="197" y="279"/>
                    </a:lnTo>
                    <a:lnTo>
                      <a:pt x="185" y="278"/>
                    </a:lnTo>
                    <a:lnTo>
                      <a:pt x="169" y="280"/>
                    </a:lnTo>
                    <a:lnTo>
                      <a:pt x="160" y="283"/>
                    </a:lnTo>
                    <a:lnTo>
                      <a:pt x="151" y="286"/>
                    </a:lnTo>
                    <a:lnTo>
                      <a:pt x="142" y="289"/>
                    </a:lnTo>
                    <a:lnTo>
                      <a:pt x="132" y="291"/>
                    </a:lnTo>
                    <a:lnTo>
                      <a:pt x="123" y="292"/>
                    </a:lnTo>
                    <a:lnTo>
                      <a:pt x="114" y="293"/>
                    </a:lnTo>
                    <a:lnTo>
                      <a:pt x="104" y="293"/>
                    </a:lnTo>
                    <a:lnTo>
                      <a:pt x="94" y="293"/>
                    </a:lnTo>
                    <a:lnTo>
                      <a:pt x="91" y="288"/>
                    </a:lnTo>
                    <a:lnTo>
                      <a:pt x="88" y="282"/>
                    </a:lnTo>
                    <a:lnTo>
                      <a:pt x="85" y="275"/>
                    </a:lnTo>
                    <a:lnTo>
                      <a:pt x="82" y="269"/>
                    </a:lnTo>
                    <a:lnTo>
                      <a:pt x="79" y="261"/>
                    </a:lnTo>
                    <a:lnTo>
                      <a:pt x="76" y="254"/>
                    </a:lnTo>
                    <a:lnTo>
                      <a:pt x="73" y="247"/>
                    </a:lnTo>
                    <a:lnTo>
                      <a:pt x="72" y="238"/>
                    </a:lnTo>
                    <a:lnTo>
                      <a:pt x="70" y="231"/>
                    </a:lnTo>
                    <a:lnTo>
                      <a:pt x="68" y="224"/>
                    </a:lnTo>
                    <a:lnTo>
                      <a:pt x="67" y="215"/>
                    </a:lnTo>
                    <a:lnTo>
                      <a:pt x="66" y="208"/>
                    </a:lnTo>
                    <a:lnTo>
                      <a:pt x="66" y="201"/>
                    </a:lnTo>
                    <a:lnTo>
                      <a:pt x="67" y="192"/>
                    </a:lnTo>
                    <a:lnTo>
                      <a:pt x="68" y="185"/>
                    </a:lnTo>
                    <a:lnTo>
                      <a:pt x="70" y="179"/>
                    </a:lnTo>
                    <a:lnTo>
                      <a:pt x="79" y="175"/>
                    </a:lnTo>
                    <a:lnTo>
                      <a:pt x="89" y="174"/>
                    </a:lnTo>
                    <a:lnTo>
                      <a:pt x="99" y="176"/>
                    </a:lnTo>
                    <a:lnTo>
                      <a:pt x="108" y="179"/>
                    </a:lnTo>
                    <a:lnTo>
                      <a:pt x="119" y="181"/>
                    </a:lnTo>
                    <a:lnTo>
                      <a:pt x="128" y="183"/>
                    </a:lnTo>
                    <a:lnTo>
                      <a:pt x="139" y="183"/>
                    </a:lnTo>
                    <a:lnTo>
                      <a:pt x="149" y="182"/>
                    </a:lnTo>
                    <a:lnTo>
                      <a:pt x="157" y="179"/>
                    </a:lnTo>
                    <a:lnTo>
                      <a:pt x="162" y="174"/>
                    </a:lnTo>
                    <a:lnTo>
                      <a:pt x="167" y="170"/>
                    </a:lnTo>
                    <a:lnTo>
                      <a:pt x="171" y="166"/>
                    </a:lnTo>
                    <a:lnTo>
                      <a:pt x="174" y="160"/>
                    </a:lnTo>
                    <a:lnTo>
                      <a:pt x="177" y="155"/>
                    </a:lnTo>
                    <a:lnTo>
                      <a:pt x="179" y="149"/>
                    </a:lnTo>
                    <a:lnTo>
                      <a:pt x="179" y="142"/>
                    </a:lnTo>
                    <a:lnTo>
                      <a:pt x="180" y="136"/>
                    </a:lnTo>
                    <a:lnTo>
                      <a:pt x="181" y="129"/>
                    </a:lnTo>
                    <a:lnTo>
                      <a:pt x="181" y="123"/>
                    </a:lnTo>
                    <a:lnTo>
                      <a:pt x="181" y="115"/>
                    </a:lnTo>
                    <a:lnTo>
                      <a:pt x="181" y="109"/>
                    </a:lnTo>
                    <a:lnTo>
                      <a:pt x="181" y="102"/>
                    </a:lnTo>
                    <a:lnTo>
                      <a:pt x="180" y="96"/>
                    </a:lnTo>
                    <a:lnTo>
                      <a:pt x="180" y="89"/>
                    </a:lnTo>
                    <a:lnTo>
                      <a:pt x="178" y="81"/>
                    </a:lnTo>
                    <a:lnTo>
                      <a:pt x="174" y="74"/>
                    </a:lnTo>
                    <a:lnTo>
                      <a:pt x="170" y="68"/>
                    </a:lnTo>
                    <a:lnTo>
                      <a:pt x="165" y="62"/>
                    </a:lnTo>
                    <a:lnTo>
                      <a:pt x="159" y="57"/>
                    </a:lnTo>
                    <a:lnTo>
                      <a:pt x="153" y="52"/>
                    </a:lnTo>
                    <a:lnTo>
                      <a:pt x="146" y="48"/>
                    </a:lnTo>
                    <a:lnTo>
                      <a:pt x="138" y="44"/>
                    </a:lnTo>
                    <a:lnTo>
                      <a:pt x="130" y="44"/>
                    </a:lnTo>
                    <a:lnTo>
                      <a:pt x="122" y="46"/>
                    </a:lnTo>
                    <a:lnTo>
                      <a:pt x="115" y="49"/>
                    </a:lnTo>
                    <a:lnTo>
                      <a:pt x="108" y="51"/>
                    </a:lnTo>
                    <a:lnTo>
                      <a:pt x="100" y="55"/>
                    </a:lnTo>
                    <a:lnTo>
                      <a:pt x="92" y="59"/>
                    </a:lnTo>
                    <a:lnTo>
                      <a:pt x="86" y="62"/>
                    </a:lnTo>
                    <a:lnTo>
                      <a:pt x="79" y="65"/>
                    </a:lnTo>
                    <a:lnTo>
                      <a:pt x="71" y="68"/>
                    </a:lnTo>
                    <a:lnTo>
                      <a:pt x="63" y="70"/>
                    </a:lnTo>
                    <a:lnTo>
                      <a:pt x="56" y="71"/>
                    </a:lnTo>
                    <a:lnTo>
                      <a:pt x="48" y="71"/>
                    </a:lnTo>
                    <a:lnTo>
                      <a:pt x="40" y="69"/>
                    </a:lnTo>
                    <a:lnTo>
                      <a:pt x="33" y="67"/>
                    </a:lnTo>
                    <a:lnTo>
                      <a:pt x="26" y="62"/>
                    </a:lnTo>
                    <a:lnTo>
                      <a:pt x="19" y="55"/>
                    </a:lnTo>
                    <a:lnTo>
                      <a:pt x="16" y="51"/>
                    </a:lnTo>
                    <a:lnTo>
                      <a:pt x="13" y="48"/>
                    </a:lnTo>
                    <a:lnTo>
                      <a:pt x="11" y="43"/>
                    </a:lnTo>
                    <a:lnTo>
                      <a:pt x="7" y="38"/>
                    </a:lnTo>
                    <a:lnTo>
                      <a:pt x="6" y="33"/>
                    </a:lnTo>
                    <a:lnTo>
                      <a:pt x="3" y="27"/>
                    </a:lnTo>
                    <a:lnTo>
                      <a:pt x="1" y="22"/>
                    </a:lnTo>
                    <a:lnTo>
                      <a:pt x="0" y="16"/>
                    </a:lnTo>
                    <a:lnTo>
                      <a:pt x="405" y="0"/>
                    </a:lnTo>
                    <a:lnTo>
                      <a:pt x="393" y="14"/>
                    </a:lnTo>
                    <a:lnTo>
                      <a:pt x="388" y="18"/>
                    </a:lnTo>
                    <a:lnTo>
                      <a:pt x="383" y="20"/>
                    </a:lnTo>
                    <a:lnTo>
                      <a:pt x="378" y="21"/>
                    </a:lnTo>
                    <a:lnTo>
                      <a:pt x="372" y="21"/>
                    </a:lnTo>
                    <a:lnTo>
                      <a:pt x="367" y="21"/>
                    </a:lnTo>
                    <a:lnTo>
                      <a:pt x="362" y="21"/>
                    </a:lnTo>
                    <a:lnTo>
                      <a:pt x="357" y="20"/>
                    </a:lnTo>
                    <a:lnTo>
                      <a:pt x="351" y="18"/>
                    </a:lnTo>
                    <a:lnTo>
                      <a:pt x="346" y="18"/>
                    </a:lnTo>
                    <a:lnTo>
                      <a:pt x="340" y="16"/>
                    </a:lnTo>
                    <a:lnTo>
                      <a:pt x="335" y="15"/>
                    </a:lnTo>
                    <a:lnTo>
                      <a:pt x="330" y="14"/>
                    </a:lnTo>
                    <a:lnTo>
                      <a:pt x="324" y="13"/>
                    </a:lnTo>
                    <a:lnTo>
                      <a:pt x="318" y="13"/>
                    </a:lnTo>
                    <a:lnTo>
                      <a:pt x="312" y="13"/>
                    </a:lnTo>
                    <a:lnTo>
                      <a:pt x="306" y="14"/>
                    </a:lnTo>
                    <a:lnTo>
                      <a:pt x="299" y="18"/>
                    </a:lnTo>
                    <a:lnTo>
                      <a:pt x="293" y="22"/>
                    </a:lnTo>
                    <a:lnTo>
                      <a:pt x="287" y="28"/>
                    </a:lnTo>
                    <a:lnTo>
                      <a:pt x="282" y="36"/>
                    </a:lnTo>
                    <a:lnTo>
                      <a:pt x="278" y="43"/>
                    </a:lnTo>
                    <a:lnTo>
                      <a:pt x="276" y="51"/>
                    </a:lnTo>
                    <a:lnTo>
                      <a:pt x="274" y="60"/>
                    </a:lnTo>
                    <a:lnTo>
                      <a:pt x="275" y="70"/>
                    </a:lnTo>
                    <a:lnTo>
                      <a:pt x="277" y="75"/>
                    </a:lnTo>
                    <a:lnTo>
                      <a:pt x="278" y="81"/>
                    </a:lnTo>
                    <a:lnTo>
                      <a:pt x="278" y="87"/>
                    </a:lnTo>
                    <a:lnTo>
                      <a:pt x="279" y="93"/>
                    </a:lnTo>
                    <a:lnTo>
                      <a:pt x="281" y="99"/>
                    </a:lnTo>
                    <a:lnTo>
                      <a:pt x="282" y="105"/>
                    </a:lnTo>
                    <a:lnTo>
                      <a:pt x="284" y="111"/>
                    </a:lnTo>
                    <a:lnTo>
                      <a:pt x="285" y="118"/>
                    </a:lnTo>
                    <a:lnTo>
                      <a:pt x="287" y="124"/>
                    </a:lnTo>
                    <a:lnTo>
                      <a:pt x="290" y="129"/>
                    </a:lnTo>
                    <a:lnTo>
                      <a:pt x="292" y="135"/>
                    </a:lnTo>
                    <a:lnTo>
                      <a:pt x="296" y="140"/>
                    </a:lnTo>
                    <a:lnTo>
                      <a:pt x="300" y="145"/>
                    </a:lnTo>
                    <a:lnTo>
                      <a:pt x="305" y="149"/>
                    </a:lnTo>
                    <a:lnTo>
                      <a:pt x="311" y="152"/>
                    </a:lnTo>
                    <a:lnTo>
                      <a:pt x="318" y="156"/>
                    </a:lnTo>
                    <a:lnTo>
                      <a:pt x="325" y="159"/>
                    </a:lnTo>
                    <a:lnTo>
                      <a:pt x="331" y="160"/>
                    </a:lnTo>
                    <a:lnTo>
                      <a:pt x="337" y="160"/>
                    </a:lnTo>
                    <a:lnTo>
                      <a:pt x="343" y="160"/>
                    </a:lnTo>
                    <a:lnTo>
                      <a:pt x="349" y="158"/>
                    </a:lnTo>
                    <a:lnTo>
                      <a:pt x="354" y="156"/>
                    </a:lnTo>
                    <a:lnTo>
                      <a:pt x="359" y="154"/>
                    </a:lnTo>
                    <a:lnTo>
                      <a:pt x="365" y="151"/>
                    </a:lnTo>
                    <a:lnTo>
                      <a:pt x="371" y="148"/>
                    </a:lnTo>
                    <a:lnTo>
                      <a:pt x="377" y="145"/>
                    </a:lnTo>
                    <a:lnTo>
                      <a:pt x="382" y="142"/>
                    </a:lnTo>
                    <a:lnTo>
                      <a:pt x="388" y="140"/>
                    </a:lnTo>
                    <a:lnTo>
                      <a:pt x="394" y="138"/>
                    </a:lnTo>
                    <a:lnTo>
                      <a:pt x="399" y="137"/>
                    </a:lnTo>
                    <a:lnTo>
                      <a:pt x="406" y="137"/>
                    </a:lnTo>
                    <a:lnTo>
                      <a:pt x="412" y="137"/>
                    </a:lnTo>
                    <a:lnTo>
                      <a:pt x="418" y="142"/>
                    </a:lnTo>
                    <a:lnTo>
                      <a:pt x="421" y="146"/>
                    </a:lnTo>
                    <a:lnTo>
                      <a:pt x="424" y="151"/>
                    </a:lnTo>
                    <a:lnTo>
                      <a:pt x="426" y="157"/>
                    </a:lnTo>
                    <a:lnTo>
                      <a:pt x="428" y="163"/>
                    </a:lnTo>
                    <a:lnTo>
                      <a:pt x="431" y="169"/>
                    </a:lnTo>
                    <a:lnTo>
                      <a:pt x="431" y="175"/>
                    </a:lnTo>
                    <a:lnTo>
                      <a:pt x="432" y="182"/>
                    </a:lnTo>
                    <a:lnTo>
                      <a:pt x="434" y="188"/>
                    </a:lnTo>
                    <a:lnTo>
                      <a:pt x="434" y="195"/>
                    </a:lnTo>
                    <a:lnTo>
                      <a:pt x="435" y="202"/>
                    </a:lnTo>
                    <a:lnTo>
                      <a:pt x="435" y="208"/>
                    </a:lnTo>
                    <a:lnTo>
                      <a:pt x="436" y="215"/>
                    </a:lnTo>
                    <a:lnTo>
                      <a:pt x="437" y="221"/>
                    </a:lnTo>
                    <a:lnTo>
                      <a:pt x="437" y="228"/>
                    </a:lnTo>
                    <a:lnTo>
                      <a:pt x="438" y="234"/>
                    </a:lnTo>
                    <a:lnTo>
                      <a:pt x="428" y="234"/>
                    </a:lnTo>
                    <a:lnTo>
                      <a:pt x="418" y="235"/>
                    </a:lnTo>
                    <a:lnTo>
                      <a:pt x="409" y="237"/>
                    </a:lnTo>
                    <a:lnTo>
                      <a:pt x="398" y="239"/>
                    </a:lnTo>
                    <a:lnTo>
                      <a:pt x="389" y="242"/>
                    </a:lnTo>
                    <a:lnTo>
                      <a:pt x="378" y="245"/>
                    </a:lnTo>
                    <a:lnTo>
                      <a:pt x="369" y="248"/>
                    </a:lnTo>
                    <a:lnTo>
                      <a:pt x="358" y="253"/>
                    </a:lnTo>
                    <a:lnTo>
                      <a:pt x="355" y="257"/>
                    </a:lnTo>
                    <a:lnTo>
                      <a:pt x="351" y="261"/>
                    </a:lnTo>
                    <a:lnTo>
                      <a:pt x="346" y="267"/>
                    </a:lnTo>
                    <a:lnTo>
                      <a:pt x="343" y="275"/>
                    </a:lnTo>
                    <a:lnTo>
                      <a:pt x="339" y="282"/>
                    </a:lnTo>
                    <a:lnTo>
                      <a:pt x="338" y="290"/>
                    </a:lnTo>
                    <a:lnTo>
                      <a:pt x="339" y="298"/>
                    </a:lnTo>
                    <a:lnTo>
                      <a:pt x="342" y="305"/>
                    </a:lnTo>
                    <a:lnTo>
                      <a:pt x="345" y="313"/>
                    </a:lnTo>
                    <a:lnTo>
                      <a:pt x="350" y="320"/>
                    </a:lnTo>
                    <a:lnTo>
                      <a:pt x="355" y="326"/>
                    </a:lnTo>
                    <a:lnTo>
                      <a:pt x="360" y="334"/>
                    </a:lnTo>
                    <a:lnTo>
                      <a:pt x="364" y="340"/>
                    </a:lnTo>
                    <a:lnTo>
                      <a:pt x="366" y="348"/>
                    </a:lnTo>
                    <a:lnTo>
                      <a:pt x="367" y="356"/>
                    </a:lnTo>
                    <a:lnTo>
                      <a:pt x="365" y="365"/>
                    </a:lnTo>
                    <a:lnTo>
                      <a:pt x="361" y="368"/>
                    </a:lnTo>
                    <a:lnTo>
                      <a:pt x="356" y="372"/>
                    </a:lnTo>
                    <a:lnTo>
                      <a:pt x="351" y="374"/>
                    </a:lnTo>
                    <a:lnTo>
                      <a:pt x="345" y="376"/>
                    </a:lnTo>
                    <a:lnTo>
                      <a:pt x="339" y="379"/>
                    </a:lnTo>
                    <a:lnTo>
                      <a:pt x="333" y="381"/>
                    </a:lnTo>
                    <a:lnTo>
                      <a:pt x="328" y="384"/>
                    </a:lnTo>
                    <a:lnTo>
                      <a:pt x="322" y="385"/>
                    </a:lnTo>
                    <a:lnTo>
                      <a:pt x="315" y="387"/>
                    </a:lnTo>
                    <a:lnTo>
                      <a:pt x="309" y="388"/>
                    </a:lnTo>
                    <a:lnTo>
                      <a:pt x="303" y="390"/>
                    </a:lnTo>
                    <a:lnTo>
                      <a:pt x="296" y="391"/>
                    </a:lnTo>
                    <a:lnTo>
                      <a:pt x="290" y="392"/>
                    </a:lnTo>
                    <a:lnTo>
                      <a:pt x="284" y="393"/>
                    </a:lnTo>
                    <a:lnTo>
                      <a:pt x="277" y="394"/>
                    </a:lnTo>
                    <a:lnTo>
                      <a:pt x="271" y="395"/>
                    </a:lnTo>
                    <a:lnTo>
                      <a:pt x="264" y="395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-4636" y="4966081"/>
                <a:ext cx="814388" cy="782638"/>
              </a:xfrm>
              <a:custGeom>
                <a:pathLst>
                  <a:path extrusionOk="0" h="493" w="513">
                    <a:moveTo>
                      <a:pt x="130" y="492"/>
                    </a:moveTo>
                    <a:lnTo>
                      <a:pt x="120" y="486"/>
                    </a:lnTo>
                    <a:lnTo>
                      <a:pt x="111" y="481"/>
                    </a:lnTo>
                    <a:lnTo>
                      <a:pt x="101" y="475"/>
                    </a:lnTo>
                    <a:lnTo>
                      <a:pt x="93" y="469"/>
                    </a:lnTo>
                    <a:lnTo>
                      <a:pt x="85" y="463"/>
                    </a:lnTo>
                    <a:lnTo>
                      <a:pt x="78" y="454"/>
                    </a:lnTo>
                    <a:lnTo>
                      <a:pt x="71" y="444"/>
                    </a:lnTo>
                    <a:lnTo>
                      <a:pt x="64" y="433"/>
                    </a:lnTo>
                    <a:lnTo>
                      <a:pt x="111" y="353"/>
                    </a:lnTo>
                    <a:lnTo>
                      <a:pt x="0" y="280"/>
                    </a:lnTo>
                    <a:lnTo>
                      <a:pt x="0" y="275"/>
                    </a:lnTo>
                    <a:lnTo>
                      <a:pt x="0" y="270"/>
                    </a:lnTo>
                    <a:lnTo>
                      <a:pt x="1" y="264"/>
                    </a:lnTo>
                    <a:lnTo>
                      <a:pt x="3" y="259"/>
                    </a:lnTo>
                    <a:lnTo>
                      <a:pt x="5" y="252"/>
                    </a:lnTo>
                    <a:lnTo>
                      <a:pt x="7" y="246"/>
                    </a:lnTo>
                    <a:lnTo>
                      <a:pt x="10" y="240"/>
                    </a:lnTo>
                    <a:lnTo>
                      <a:pt x="13" y="234"/>
                    </a:lnTo>
                    <a:lnTo>
                      <a:pt x="17" y="227"/>
                    </a:lnTo>
                    <a:lnTo>
                      <a:pt x="21" y="222"/>
                    </a:lnTo>
                    <a:lnTo>
                      <a:pt x="26" y="216"/>
                    </a:lnTo>
                    <a:lnTo>
                      <a:pt x="30" y="211"/>
                    </a:lnTo>
                    <a:lnTo>
                      <a:pt x="35" y="205"/>
                    </a:lnTo>
                    <a:lnTo>
                      <a:pt x="40" y="201"/>
                    </a:lnTo>
                    <a:lnTo>
                      <a:pt x="44" y="196"/>
                    </a:lnTo>
                    <a:lnTo>
                      <a:pt x="49" y="193"/>
                    </a:lnTo>
                    <a:lnTo>
                      <a:pt x="60" y="191"/>
                    </a:lnTo>
                    <a:lnTo>
                      <a:pt x="70" y="191"/>
                    </a:lnTo>
                    <a:lnTo>
                      <a:pt x="81" y="193"/>
                    </a:lnTo>
                    <a:lnTo>
                      <a:pt x="92" y="196"/>
                    </a:lnTo>
                    <a:lnTo>
                      <a:pt x="102" y="201"/>
                    </a:lnTo>
                    <a:lnTo>
                      <a:pt x="112" y="205"/>
                    </a:lnTo>
                    <a:lnTo>
                      <a:pt x="122" y="211"/>
                    </a:lnTo>
                    <a:lnTo>
                      <a:pt x="132" y="216"/>
                    </a:lnTo>
                    <a:lnTo>
                      <a:pt x="142" y="220"/>
                    </a:lnTo>
                    <a:lnTo>
                      <a:pt x="150" y="223"/>
                    </a:lnTo>
                    <a:lnTo>
                      <a:pt x="160" y="226"/>
                    </a:lnTo>
                    <a:lnTo>
                      <a:pt x="169" y="226"/>
                    </a:lnTo>
                    <a:lnTo>
                      <a:pt x="178" y="223"/>
                    </a:lnTo>
                    <a:lnTo>
                      <a:pt x="186" y="219"/>
                    </a:lnTo>
                    <a:lnTo>
                      <a:pt x="194" y="211"/>
                    </a:lnTo>
                    <a:lnTo>
                      <a:pt x="202" y="200"/>
                    </a:lnTo>
                    <a:lnTo>
                      <a:pt x="207" y="192"/>
                    </a:lnTo>
                    <a:lnTo>
                      <a:pt x="212" y="183"/>
                    </a:lnTo>
                    <a:lnTo>
                      <a:pt x="216" y="174"/>
                    </a:lnTo>
                    <a:lnTo>
                      <a:pt x="219" y="165"/>
                    </a:lnTo>
                    <a:lnTo>
                      <a:pt x="222" y="156"/>
                    </a:lnTo>
                    <a:lnTo>
                      <a:pt x="222" y="146"/>
                    </a:lnTo>
                    <a:lnTo>
                      <a:pt x="219" y="138"/>
                    </a:lnTo>
                    <a:lnTo>
                      <a:pt x="213" y="128"/>
                    </a:lnTo>
                    <a:lnTo>
                      <a:pt x="210" y="123"/>
                    </a:lnTo>
                    <a:lnTo>
                      <a:pt x="204" y="119"/>
                    </a:lnTo>
                    <a:lnTo>
                      <a:pt x="198" y="115"/>
                    </a:lnTo>
                    <a:lnTo>
                      <a:pt x="192" y="112"/>
                    </a:lnTo>
                    <a:lnTo>
                      <a:pt x="186" y="109"/>
                    </a:lnTo>
                    <a:lnTo>
                      <a:pt x="178" y="105"/>
                    </a:lnTo>
                    <a:lnTo>
                      <a:pt x="171" y="102"/>
                    </a:lnTo>
                    <a:lnTo>
                      <a:pt x="165" y="98"/>
                    </a:lnTo>
                    <a:lnTo>
                      <a:pt x="158" y="95"/>
                    </a:lnTo>
                    <a:lnTo>
                      <a:pt x="152" y="91"/>
                    </a:lnTo>
                    <a:lnTo>
                      <a:pt x="146" y="86"/>
                    </a:lnTo>
                    <a:lnTo>
                      <a:pt x="142" y="81"/>
                    </a:lnTo>
                    <a:lnTo>
                      <a:pt x="139" y="74"/>
                    </a:lnTo>
                    <a:lnTo>
                      <a:pt x="137" y="68"/>
                    </a:lnTo>
                    <a:lnTo>
                      <a:pt x="137" y="60"/>
                    </a:lnTo>
                    <a:lnTo>
                      <a:pt x="138" y="51"/>
                    </a:lnTo>
                    <a:lnTo>
                      <a:pt x="142" y="44"/>
                    </a:lnTo>
                    <a:lnTo>
                      <a:pt x="146" y="38"/>
                    </a:lnTo>
                    <a:lnTo>
                      <a:pt x="150" y="32"/>
                    </a:lnTo>
                    <a:lnTo>
                      <a:pt x="155" y="26"/>
                    </a:lnTo>
                    <a:lnTo>
                      <a:pt x="160" y="20"/>
                    </a:lnTo>
                    <a:lnTo>
                      <a:pt x="165" y="14"/>
                    </a:lnTo>
                    <a:lnTo>
                      <a:pt x="170" y="8"/>
                    </a:lnTo>
                    <a:lnTo>
                      <a:pt x="176" y="0"/>
                    </a:lnTo>
                    <a:lnTo>
                      <a:pt x="183" y="5"/>
                    </a:lnTo>
                    <a:lnTo>
                      <a:pt x="191" y="10"/>
                    </a:lnTo>
                    <a:lnTo>
                      <a:pt x="198" y="15"/>
                    </a:lnTo>
                    <a:lnTo>
                      <a:pt x="207" y="19"/>
                    </a:lnTo>
                    <a:lnTo>
                      <a:pt x="215" y="23"/>
                    </a:lnTo>
                    <a:lnTo>
                      <a:pt x="224" y="26"/>
                    </a:lnTo>
                    <a:lnTo>
                      <a:pt x="233" y="29"/>
                    </a:lnTo>
                    <a:lnTo>
                      <a:pt x="242" y="32"/>
                    </a:lnTo>
                    <a:lnTo>
                      <a:pt x="251" y="34"/>
                    </a:lnTo>
                    <a:lnTo>
                      <a:pt x="261" y="36"/>
                    </a:lnTo>
                    <a:lnTo>
                      <a:pt x="270" y="37"/>
                    </a:lnTo>
                    <a:lnTo>
                      <a:pt x="279" y="38"/>
                    </a:lnTo>
                    <a:lnTo>
                      <a:pt x="288" y="38"/>
                    </a:lnTo>
                    <a:lnTo>
                      <a:pt x="298" y="38"/>
                    </a:lnTo>
                    <a:lnTo>
                      <a:pt x="307" y="37"/>
                    </a:lnTo>
                    <a:lnTo>
                      <a:pt x="316" y="36"/>
                    </a:lnTo>
                    <a:lnTo>
                      <a:pt x="282" y="120"/>
                    </a:lnTo>
                    <a:lnTo>
                      <a:pt x="285" y="123"/>
                    </a:lnTo>
                    <a:lnTo>
                      <a:pt x="288" y="126"/>
                    </a:lnTo>
                    <a:lnTo>
                      <a:pt x="291" y="129"/>
                    </a:lnTo>
                    <a:lnTo>
                      <a:pt x="295" y="131"/>
                    </a:lnTo>
                    <a:lnTo>
                      <a:pt x="298" y="134"/>
                    </a:lnTo>
                    <a:lnTo>
                      <a:pt x="303" y="137"/>
                    </a:lnTo>
                    <a:lnTo>
                      <a:pt x="308" y="140"/>
                    </a:lnTo>
                    <a:lnTo>
                      <a:pt x="313" y="142"/>
                    </a:lnTo>
                    <a:lnTo>
                      <a:pt x="327" y="140"/>
                    </a:lnTo>
                    <a:lnTo>
                      <a:pt x="337" y="134"/>
                    </a:lnTo>
                    <a:lnTo>
                      <a:pt x="345" y="125"/>
                    </a:lnTo>
                    <a:lnTo>
                      <a:pt x="352" y="113"/>
                    </a:lnTo>
                    <a:lnTo>
                      <a:pt x="357" y="101"/>
                    </a:lnTo>
                    <a:lnTo>
                      <a:pt x="363" y="89"/>
                    </a:lnTo>
                    <a:lnTo>
                      <a:pt x="372" y="78"/>
                    </a:lnTo>
                    <a:lnTo>
                      <a:pt x="382" y="69"/>
                    </a:lnTo>
                    <a:lnTo>
                      <a:pt x="385" y="77"/>
                    </a:lnTo>
                    <a:lnTo>
                      <a:pt x="390" y="86"/>
                    </a:lnTo>
                    <a:lnTo>
                      <a:pt x="395" y="94"/>
                    </a:lnTo>
                    <a:lnTo>
                      <a:pt x="402" y="101"/>
                    </a:lnTo>
                    <a:lnTo>
                      <a:pt x="409" y="109"/>
                    </a:lnTo>
                    <a:lnTo>
                      <a:pt x="416" y="117"/>
                    </a:lnTo>
                    <a:lnTo>
                      <a:pt x="424" y="123"/>
                    </a:lnTo>
                    <a:lnTo>
                      <a:pt x="432" y="130"/>
                    </a:lnTo>
                    <a:lnTo>
                      <a:pt x="441" y="137"/>
                    </a:lnTo>
                    <a:lnTo>
                      <a:pt x="450" y="143"/>
                    </a:lnTo>
                    <a:lnTo>
                      <a:pt x="459" y="149"/>
                    </a:lnTo>
                    <a:lnTo>
                      <a:pt x="469" y="154"/>
                    </a:lnTo>
                    <a:lnTo>
                      <a:pt x="480" y="159"/>
                    </a:lnTo>
                    <a:lnTo>
                      <a:pt x="490" y="165"/>
                    </a:lnTo>
                    <a:lnTo>
                      <a:pt x="501" y="170"/>
                    </a:lnTo>
                    <a:lnTo>
                      <a:pt x="512" y="174"/>
                    </a:lnTo>
                    <a:lnTo>
                      <a:pt x="447" y="287"/>
                    </a:lnTo>
                    <a:lnTo>
                      <a:pt x="431" y="287"/>
                    </a:lnTo>
                    <a:lnTo>
                      <a:pt x="328" y="211"/>
                    </a:lnTo>
                    <a:lnTo>
                      <a:pt x="322" y="216"/>
                    </a:lnTo>
                    <a:lnTo>
                      <a:pt x="316" y="222"/>
                    </a:lnTo>
                    <a:lnTo>
                      <a:pt x="311" y="227"/>
                    </a:lnTo>
                    <a:lnTo>
                      <a:pt x="305" y="234"/>
                    </a:lnTo>
                    <a:lnTo>
                      <a:pt x="299" y="240"/>
                    </a:lnTo>
                    <a:lnTo>
                      <a:pt x="293" y="247"/>
                    </a:lnTo>
                    <a:lnTo>
                      <a:pt x="288" y="253"/>
                    </a:lnTo>
                    <a:lnTo>
                      <a:pt x="283" y="261"/>
                    </a:lnTo>
                    <a:lnTo>
                      <a:pt x="279" y="268"/>
                    </a:lnTo>
                    <a:lnTo>
                      <a:pt x="275" y="276"/>
                    </a:lnTo>
                    <a:lnTo>
                      <a:pt x="271" y="284"/>
                    </a:lnTo>
                    <a:lnTo>
                      <a:pt x="267" y="292"/>
                    </a:lnTo>
                    <a:lnTo>
                      <a:pt x="265" y="300"/>
                    </a:lnTo>
                    <a:lnTo>
                      <a:pt x="262" y="308"/>
                    </a:lnTo>
                    <a:lnTo>
                      <a:pt x="261" y="316"/>
                    </a:lnTo>
                    <a:lnTo>
                      <a:pt x="259" y="324"/>
                    </a:lnTo>
                    <a:lnTo>
                      <a:pt x="265" y="334"/>
                    </a:lnTo>
                    <a:lnTo>
                      <a:pt x="272" y="342"/>
                    </a:lnTo>
                    <a:lnTo>
                      <a:pt x="281" y="347"/>
                    </a:lnTo>
                    <a:lnTo>
                      <a:pt x="290" y="351"/>
                    </a:lnTo>
                    <a:lnTo>
                      <a:pt x="302" y="353"/>
                    </a:lnTo>
                    <a:lnTo>
                      <a:pt x="313" y="355"/>
                    </a:lnTo>
                    <a:lnTo>
                      <a:pt x="325" y="356"/>
                    </a:lnTo>
                    <a:lnTo>
                      <a:pt x="337" y="357"/>
                    </a:lnTo>
                    <a:lnTo>
                      <a:pt x="348" y="357"/>
                    </a:lnTo>
                    <a:lnTo>
                      <a:pt x="360" y="359"/>
                    </a:lnTo>
                    <a:lnTo>
                      <a:pt x="370" y="361"/>
                    </a:lnTo>
                    <a:lnTo>
                      <a:pt x="380" y="365"/>
                    </a:lnTo>
                    <a:lnTo>
                      <a:pt x="388" y="370"/>
                    </a:lnTo>
                    <a:lnTo>
                      <a:pt x="394" y="378"/>
                    </a:lnTo>
                    <a:lnTo>
                      <a:pt x="399" y="387"/>
                    </a:lnTo>
                    <a:lnTo>
                      <a:pt x="400" y="401"/>
                    </a:lnTo>
                    <a:lnTo>
                      <a:pt x="347" y="480"/>
                    </a:lnTo>
                    <a:lnTo>
                      <a:pt x="225" y="398"/>
                    </a:lnTo>
                    <a:lnTo>
                      <a:pt x="202" y="404"/>
                    </a:lnTo>
                    <a:lnTo>
                      <a:pt x="168" y="477"/>
                    </a:lnTo>
                    <a:lnTo>
                      <a:pt x="165" y="478"/>
                    </a:lnTo>
                    <a:lnTo>
                      <a:pt x="162" y="479"/>
                    </a:lnTo>
                    <a:lnTo>
                      <a:pt x="158" y="481"/>
                    </a:lnTo>
                    <a:lnTo>
                      <a:pt x="154" y="483"/>
                    </a:lnTo>
                    <a:lnTo>
                      <a:pt x="150" y="484"/>
                    </a:lnTo>
                    <a:lnTo>
                      <a:pt x="146" y="487"/>
                    </a:lnTo>
                    <a:lnTo>
                      <a:pt x="142" y="489"/>
                    </a:lnTo>
                    <a:lnTo>
                      <a:pt x="138" y="492"/>
                    </a:lnTo>
                    <a:lnTo>
                      <a:pt x="130" y="492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>
                <a:off x="616077" y="5509006"/>
                <a:ext cx="812800" cy="808038"/>
              </a:xfrm>
              <a:custGeom>
                <a:pathLst>
                  <a:path extrusionOk="0" h="509" w="512">
                    <a:moveTo>
                      <a:pt x="98" y="508"/>
                    </a:moveTo>
                    <a:lnTo>
                      <a:pt x="86" y="504"/>
                    </a:lnTo>
                    <a:lnTo>
                      <a:pt x="76" y="498"/>
                    </a:lnTo>
                    <a:lnTo>
                      <a:pt x="67" y="492"/>
                    </a:lnTo>
                    <a:lnTo>
                      <a:pt x="60" y="483"/>
                    </a:lnTo>
                    <a:lnTo>
                      <a:pt x="53" y="474"/>
                    </a:lnTo>
                    <a:lnTo>
                      <a:pt x="49" y="463"/>
                    </a:lnTo>
                    <a:lnTo>
                      <a:pt x="45" y="451"/>
                    </a:lnTo>
                    <a:lnTo>
                      <a:pt x="43" y="439"/>
                    </a:lnTo>
                    <a:lnTo>
                      <a:pt x="49" y="432"/>
                    </a:lnTo>
                    <a:lnTo>
                      <a:pt x="58" y="425"/>
                    </a:lnTo>
                    <a:lnTo>
                      <a:pt x="68" y="418"/>
                    </a:lnTo>
                    <a:lnTo>
                      <a:pt x="78" y="413"/>
                    </a:lnTo>
                    <a:lnTo>
                      <a:pt x="88" y="407"/>
                    </a:lnTo>
                    <a:lnTo>
                      <a:pt x="98" y="399"/>
                    </a:lnTo>
                    <a:lnTo>
                      <a:pt x="106" y="391"/>
                    </a:lnTo>
                    <a:lnTo>
                      <a:pt x="113" y="380"/>
                    </a:lnTo>
                    <a:lnTo>
                      <a:pt x="112" y="370"/>
                    </a:lnTo>
                    <a:lnTo>
                      <a:pt x="109" y="360"/>
                    </a:lnTo>
                    <a:lnTo>
                      <a:pt x="105" y="352"/>
                    </a:lnTo>
                    <a:lnTo>
                      <a:pt x="100" y="344"/>
                    </a:lnTo>
                    <a:lnTo>
                      <a:pt x="93" y="337"/>
                    </a:lnTo>
                    <a:lnTo>
                      <a:pt x="87" y="330"/>
                    </a:lnTo>
                    <a:lnTo>
                      <a:pt x="79" y="324"/>
                    </a:lnTo>
                    <a:lnTo>
                      <a:pt x="71" y="318"/>
                    </a:lnTo>
                    <a:lnTo>
                      <a:pt x="62" y="313"/>
                    </a:lnTo>
                    <a:lnTo>
                      <a:pt x="53" y="308"/>
                    </a:lnTo>
                    <a:lnTo>
                      <a:pt x="44" y="302"/>
                    </a:lnTo>
                    <a:lnTo>
                      <a:pt x="35" y="297"/>
                    </a:lnTo>
                    <a:lnTo>
                      <a:pt x="25" y="291"/>
                    </a:lnTo>
                    <a:lnTo>
                      <a:pt x="17" y="286"/>
                    </a:lnTo>
                    <a:lnTo>
                      <a:pt x="7" y="280"/>
                    </a:lnTo>
                    <a:lnTo>
                      <a:pt x="0" y="273"/>
                    </a:lnTo>
                    <a:lnTo>
                      <a:pt x="0" y="268"/>
                    </a:lnTo>
                    <a:lnTo>
                      <a:pt x="0" y="263"/>
                    </a:lnTo>
                    <a:lnTo>
                      <a:pt x="2" y="258"/>
                    </a:lnTo>
                    <a:lnTo>
                      <a:pt x="4" y="253"/>
                    </a:lnTo>
                    <a:lnTo>
                      <a:pt x="7" y="248"/>
                    </a:lnTo>
                    <a:lnTo>
                      <a:pt x="10" y="244"/>
                    </a:lnTo>
                    <a:lnTo>
                      <a:pt x="13" y="239"/>
                    </a:lnTo>
                    <a:lnTo>
                      <a:pt x="17" y="234"/>
                    </a:lnTo>
                    <a:lnTo>
                      <a:pt x="20" y="230"/>
                    </a:lnTo>
                    <a:lnTo>
                      <a:pt x="24" y="225"/>
                    </a:lnTo>
                    <a:lnTo>
                      <a:pt x="29" y="220"/>
                    </a:lnTo>
                    <a:lnTo>
                      <a:pt x="32" y="216"/>
                    </a:lnTo>
                    <a:lnTo>
                      <a:pt x="37" y="210"/>
                    </a:lnTo>
                    <a:lnTo>
                      <a:pt x="40" y="205"/>
                    </a:lnTo>
                    <a:lnTo>
                      <a:pt x="43" y="201"/>
                    </a:lnTo>
                    <a:lnTo>
                      <a:pt x="46" y="195"/>
                    </a:lnTo>
                    <a:lnTo>
                      <a:pt x="51" y="190"/>
                    </a:lnTo>
                    <a:lnTo>
                      <a:pt x="58" y="186"/>
                    </a:lnTo>
                    <a:lnTo>
                      <a:pt x="65" y="184"/>
                    </a:lnTo>
                    <a:lnTo>
                      <a:pt x="73" y="184"/>
                    </a:lnTo>
                    <a:lnTo>
                      <a:pt x="82" y="186"/>
                    </a:lnTo>
                    <a:lnTo>
                      <a:pt x="91" y="187"/>
                    </a:lnTo>
                    <a:lnTo>
                      <a:pt x="100" y="191"/>
                    </a:lnTo>
                    <a:lnTo>
                      <a:pt x="109" y="195"/>
                    </a:lnTo>
                    <a:lnTo>
                      <a:pt x="114" y="199"/>
                    </a:lnTo>
                    <a:lnTo>
                      <a:pt x="120" y="205"/>
                    </a:lnTo>
                    <a:lnTo>
                      <a:pt x="124" y="210"/>
                    </a:lnTo>
                    <a:lnTo>
                      <a:pt x="130" y="216"/>
                    </a:lnTo>
                    <a:lnTo>
                      <a:pt x="136" y="222"/>
                    </a:lnTo>
                    <a:lnTo>
                      <a:pt x="143" y="228"/>
                    </a:lnTo>
                    <a:lnTo>
                      <a:pt x="150" y="233"/>
                    </a:lnTo>
                    <a:lnTo>
                      <a:pt x="160" y="237"/>
                    </a:lnTo>
                    <a:lnTo>
                      <a:pt x="166" y="236"/>
                    </a:lnTo>
                    <a:lnTo>
                      <a:pt x="173" y="234"/>
                    </a:lnTo>
                    <a:lnTo>
                      <a:pt x="179" y="232"/>
                    </a:lnTo>
                    <a:lnTo>
                      <a:pt x="186" y="230"/>
                    </a:lnTo>
                    <a:lnTo>
                      <a:pt x="193" y="228"/>
                    </a:lnTo>
                    <a:lnTo>
                      <a:pt x="200" y="225"/>
                    </a:lnTo>
                    <a:lnTo>
                      <a:pt x="207" y="223"/>
                    </a:lnTo>
                    <a:lnTo>
                      <a:pt x="215" y="220"/>
                    </a:lnTo>
                    <a:lnTo>
                      <a:pt x="218" y="213"/>
                    </a:lnTo>
                    <a:lnTo>
                      <a:pt x="224" y="205"/>
                    </a:lnTo>
                    <a:lnTo>
                      <a:pt x="230" y="198"/>
                    </a:lnTo>
                    <a:lnTo>
                      <a:pt x="235" y="190"/>
                    </a:lnTo>
                    <a:lnTo>
                      <a:pt x="239" y="182"/>
                    </a:lnTo>
                    <a:lnTo>
                      <a:pt x="242" y="174"/>
                    </a:lnTo>
                    <a:lnTo>
                      <a:pt x="242" y="165"/>
                    </a:lnTo>
                    <a:lnTo>
                      <a:pt x="238" y="156"/>
                    </a:lnTo>
                    <a:lnTo>
                      <a:pt x="235" y="151"/>
                    </a:lnTo>
                    <a:lnTo>
                      <a:pt x="230" y="147"/>
                    </a:lnTo>
                    <a:lnTo>
                      <a:pt x="226" y="143"/>
                    </a:lnTo>
                    <a:lnTo>
                      <a:pt x="220" y="140"/>
                    </a:lnTo>
                    <a:lnTo>
                      <a:pt x="215" y="136"/>
                    </a:lnTo>
                    <a:lnTo>
                      <a:pt x="209" y="134"/>
                    </a:lnTo>
                    <a:lnTo>
                      <a:pt x="203" y="132"/>
                    </a:lnTo>
                    <a:lnTo>
                      <a:pt x="196" y="129"/>
                    </a:lnTo>
                    <a:lnTo>
                      <a:pt x="189" y="127"/>
                    </a:lnTo>
                    <a:lnTo>
                      <a:pt x="183" y="125"/>
                    </a:lnTo>
                    <a:lnTo>
                      <a:pt x="176" y="122"/>
                    </a:lnTo>
                    <a:lnTo>
                      <a:pt x="170" y="121"/>
                    </a:lnTo>
                    <a:lnTo>
                      <a:pt x="164" y="117"/>
                    </a:lnTo>
                    <a:lnTo>
                      <a:pt x="158" y="114"/>
                    </a:lnTo>
                    <a:lnTo>
                      <a:pt x="153" y="111"/>
                    </a:lnTo>
                    <a:lnTo>
                      <a:pt x="148" y="106"/>
                    </a:lnTo>
                    <a:lnTo>
                      <a:pt x="143" y="98"/>
                    </a:lnTo>
                    <a:lnTo>
                      <a:pt x="142" y="90"/>
                    </a:lnTo>
                    <a:lnTo>
                      <a:pt x="142" y="80"/>
                    </a:lnTo>
                    <a:lnTo>
                      <a:pt x="145" y="72"/>
                    </a:lnTo>
                    <a:lnTo>
                      <a:pt x="149" y="64"/>
                    </a:lnTo>
                    <a:lnTo>
                      <a:pt x="156" y="57"/>
                    </a:lnTo>
                    <a:lnTo>
                      <a:pt x="163" y="50"/>
                    </a:lnTo>
                    <a:lnTo>
                      <a:pt x="172" y="46"/>
                    </a:lnTo>
                    <a:lnTo>
                      <a:pt x="177" y="43"/>
                    </a:lnTo>
                    <a:lnTo>
                      <a:pt x="183" y="39"/>
                    </a:lnTo>
                    <a:lnTo>
                      <a:pt x="187" y="36"/>
                    </a:lnTo>
                    <a:lnTo>
                      <a:pt x="193" y="31"/>
                    </a:lnTo>
                    <a:lnTo>
                      <a:pt x="199" y="27"/>
                    </a:lnTo>
                    <a:lnTo>
                      <a:pt x="205" y="23"/>
                    </a:lnTo>
                    <a:lnTo>
                      <a:pt x="211" y="18"/>
                    </a:lnTo>
                    <a:lnTo>
                      <a:pt x="218" y="14"/>
                    </a:lnTo>
                    <a:lnTo>
                      <a:pt x="226" y="18"/>
                    </a:lnTo>
                    <a:lnTo>
                      <a:pt x="235" y="22"/>
                    </a:lnTo>
                    <a:lnTo>
                      <a:pt x="243" y="28"/>
                    </a:lnTo>
                    <a:lnTo>
                      <a:pt x="251" y="34"/>
                    </a:lnTo>
                    <a:lnTo>
                      <a:pt x="259" y="40"/>
                    </a:lnTo>
                    <a:lnTo>
                      <a:pt x="267" y="47"/>
                    </a:lnTo>
                    <a:lnTo>
                      <a:pt x="277" y="54"/>
                    </a:lnTo>
                    <a:lnTo>
                      <a:pt x="286" y="60"/>
                    </a:lnTo>
                    <a:lnTo>
                      <a:pt x="294" y="65"/>
                    </a:lnTo>
                    <a:lnTo>
                      <a:pt x="304" y="69"/>
                    </a:lnTo>
                    <a:lnTo>
                      <a:pt x="314" y="72"/>
                    </a:lnTo>
                    <a:lnTo>
                      <a:pt x="324" y="75"/>
                    </a:lnTo>
                    <a:lnTo>
                      <a:pt x="334" y="74"/>
                    </a:lnTo>
                    <a:lnTo>
                      <a:pt x="344" y="72"/>
                    </a:lnTo>
                    <a:lnTo>
                      <a:pt x="355" y="68"/>
                    </a:lnTo>
                    <a:lnTo>
                      <a:pt x="367" y="60"/>
                    </a:lnTo>
                    <a:lnTo>
                      <a:pt x="373" y="54"/>
                    </a:lnTo>
                    <a:lnTo>
                      <a:pt x="378" y="46"/>
                    </a:lnTo>
                    <a:lnTo>
                      <a:pt x="382" y="36"/>
                    </a:lnTo>
                    <a:lnTo>
                      <a:pt x="387" y="27"/>
                    </a:lnTo>
                    <a:lnTo>
                      <a:pt x="393" y="18"/>
                    </a:lnTo>
                    <a:lnTo>
                      <a:pt x="401" y="10"/>
                    </a:lnTo>
                    <a:lnTo>
                      <a:pt x="411" y="3"/>
                    </a:lnTo>
                    <a:lnTo>
                      <a:pt x="422" y="0"/>
                    </a:lnTo>
                    <a:lnTo>
                      <a:pt x="432" y="3"/>
                    </a:lnTo>
                    <a:lnTo>
                      <a:pt x="442" y="6"/>
                    </a:lnTo>
                    <a:lnTo>
                      <a:pt x="453" y="10"/>
                    </a:lnTo>
                    <a:lnTo>
                      <a:pt x="463" y="15"/>
                    </a:lnTo>
                    <a:lnTo>
                      <a:pt x="472" y="21"/>
                    </a:lnTo>
                    <a:lnTo>
                      <a:pt x="479" y="28"/>
                    </a:lnTo>
                    <a:lnTo>
                      <a:pt x="486" y="36"/>
                    </a:lnTo>
                    <a:lnTo>
                      <a:pt x="492" y="46"/>
                    </a:lnTo>
                    <a:lnTo>
                      <a:pt x="493" y="54"/>
                    </a:lnTo>
                    <a:lnTo>
                      <a:pt x="492" y="61"/>
                    </a:lnTo>
                    <a:lnTo>
                      <a:pt x="489" y="68"/>
                    </a:lnTo>
                    <a:lnTo>
                      <a:pt x="485" y="73"/>
                    </a:lnTo>
                    <a:lnTo>
                      <a:pt x="479" y="79"/>
                    </a:lnTo>
                    <a:lnTo>
                      <a:pt x="473" y="83"/>
                    </a:lnTo>
                    <a:lnTo>
                      <a:pt x="466" y="88"/>
                    </a:lnTo>
                    <a:lnTo>
                      <a:pt x="458" y="93"/>
                    </a:lnTo>
                    <a:lnTo>
                      <a:pt x="451" y="97"/>
                    </a:lnTo>
                    <a:lnTo>
                      <a:pt x="443" y="101"/>
                    </a:lnTo>
                    <a:lnTo>
                      <a:pt x="437" y="107"/>
                    </a:lnTo>
                    <a:lnTo>
                      <a:pt x="431" y="112"/>
                    </a:lnTo>
                    <a:lnTo>
                      <a:pt x="427" y="118"/>
                    </a:lnTo>
                    <a:lnTo>
                      <a:pt x="423" y="125"/>
                    </a:lnTo>
                    <a:lnTo>
                      <a:pt x="422" y="133"/>
                    </a:lnTo>
                    <a:lnTo>
                      <a:pt x="422" y="142"/>
                    </a:lnTo>
                    <a:lnTo>
                      <a:pt x="511" y="227"/>
                    </a:lnTo>
                    <a:lnTo>
                      <a:pt x="429" y="316"/>
                    </a:lnTo>
                    <a:lnTo>
                      <a:pt x="419" y="317"/>
                    </a:lnTo>
                    <a:lnTo>
                      <a:pt x="411" y="315"/>
                    </a:lnTo>
                    <a:lnTo>
                      <a:pt x="402" y="312"/>
                    </a:lnTo>
                    <a:lnTo>
                      <a:pt x="395" y="308"/>
                    </a:lnTo>
                    <a:lnTo>
                      <a:pt x="388" y="302"/>
                    </a:lnTo>
                    <a:lnTo>
                      <a:pt x="382" y="295"/>
                    </a:lnTo>
                    <a:lnTo>
                      <a:pt x="376" y="288"/>
                    </a:lnTo>
                    <a:lnTo>
                      <a:pt x="370" y="281"/>
                    </a:lnTo>
                    <a:lnTo>
                      <a:pt x="364" y="273"/>
                    </a:lnTo>
                    <a:lnTo>
                      <a:pt x="358" y="266"/>
                    </a:lnTo>
                    <a:lnTo>
                      <a:pt x="351" y="260"/>
                    </a:lnTo>
                    <a:lnTo>
                      <a:pt x="344" y="255"/>
                    </a:lnTo>
                    <a:lnTo>
                      <a:pt x="336" y="250"/>
                    </a:lnTo>
                    <a:lnTo>
                      <a:pt x="327" y="248"/>
                    </a:lnTo>
                    <a:lnTo>
                      <a:pt x="317" y="247"/>
                    </a:lnTo>
                    <a:lnTo>
                      <a:pt x="305" y="248"/>
                    </a:lnTo>
                    <a:lnTo>
                      <a:pt x="299" y="252"/>
                    </a:lnTo>
                    <a:lnTo>
                      <a:pt x="293" y="255"/>
                    </a:lnTo>
                    <a:lnTo>
                      <a:pt x="287" y="260"/>
                    </a:lnTo>
                    <a:lnTo>
                      <a:pt x="281" y="265"/>
                    </a:lnTo>
                    <a:lnTo>
                      <a:pt x="275" y="270"/>
                    </a:lnTo>
                    <a:lnTo>
                      <a:pt x="270" y="275"/>
                    </a:lnTo>
                    <a:lnTo>
                      <a:pt x="265" y="281"/>
                    </a:lnTo>
                    <a:lnTo>
                      <a:pt x="260" y="288"/>
                    </a:lnTo>
                    <a:lnTo>
                      <a:pt x="255" y="294"/>
                    </a:lnTo>
                    <a:lnTo>
                      <a:pt x="251" y="300"/>
                    </a:lnTo>
                    <a:lnTo>
                      <a:pt x="247" y="308"/>
                    </a:lnTo>
                    <a:lnTo>
                      <a:pt x="244" y="315"/>
                    </a:lnTo>
                    <a:lnTo>
                      <a:pt x="242" y="323"/>
                    </a:lnTo>
                    <a:lnTo>
                      <a:pt x="239" y="331"/>
                    </a:lnTo>
                    <a:lnTo>
                      <a:pt x="238" y="339"/>
                    </a:lnTo>
                    <a:lnTo>
                      <a:pt x="238" y="348"/>
                    </a:lnTo>
                    <a:lnTo>
                      <a:pt x="241" y="353"/>
                    </a:lnTo>
                    <a:lnTo>
                      <a:pt x="244" y="356"/>
                    </a:lnTo>
                    <a:lnTo>
                      <a:pt x="248" y="360"/>
                    </a:lnTo>
                    <a:lnTo>
                      <a:pt x="252" y="362"/>
                    </a:lnTo>
                    <a:lnTo>
                      <a:pt x="257" y="364"/>
                    </a:lnTo>
                    <a:lnTo>
                      <a:pt x="262" y="366"/>
                    </a:lnTo>
                    <a:lnTo>
                      <a:pt x="267" y="367"/>
                    </a:lnTo>
                    <a:lnTo>
                      <a:pt x="274" y="368"/>
                    </a:lnTo>
                    <a:lnTo>
                      <a:pt x="279" y="368"/>
                    </a:lnTo>
                    <a:lnTo>
                      <a:pt x="285" y="369"/>
                    </a:lnTo>
                    <a:lnTo>
                      <a:pt x="292" y="370"/>
                    </a:lnTo>
                    <a:lnTo>
                      <a:pt x="298" y="370"/>
                    </a:lnTo>
                    <a:lnTo>
                      <a:pt x="304" y="370"/>
                    </a:lnTo>
                    <a:lnTo>
                      <a:pt x="309" y="371"/>
                    </a:lnTo>
                    <a:lnTo>
                      <a:pt x="315" y="371"/>
                    </a:lnTo>
                    <a:lnTo>
                      <a:pt x="320" y="373"/>
                    </a:lnTo>
                    <a:lnTo>
                      <a:pt x="330" y="376"/>
                    </a:lnTo>
                    <a:lnTo>
                      <a:pt x="337" y="382"/>
                    </a:lnTo>
                    <a:lnTo>
                      <a:pt x="344" y="389"/>
                    </a:lnTo>
                    <a:lnTo>
                      <a:pt x="349" y="398"/>
                    </a:lnTo>
                    <a:lnTo>
                      <a:pt x="353" y="407"/>
                    </a:lnTo>
                    <a:lnTo>
                      <a:pt x="355" y="417"/>
                    </a:lnTo>
                    <a:lnTo>
                      <a:pt x="356" y="427"/>
                    </a:lnTo>
                    <a:lnTo>
                      <a:pt x="355" y="436"/>
                    </a:lnTo>
                    <a:lnTo>
                      <a:pt x="352" y="443"/>
                    </a:lnTo>
                    <a:lnTo>
                      <a:pt x="348" y="448"/>
                    </a:lnTo>
                    <a:lnTo>
                      <a:pt x="343" y="453"/>
                    </a:lnTo>
                    <a:lnTo>
                      <a:pt x="339" y="458"/>
                    </a:lnTo>
                    <a:lnTo>
                      <a:pt x="334" y="462"/>
                    </a:lnTo>
                    <a:lnTo>
                      <a:pt x="330" y="468"/>
                    </a:lnTo>
                    <a:lnTo>
                      <a:pt x="324" y="473"/>
                    </a:lnTo>
                    <a:lnTo>
                      <a:pt x="320" y="479"/>
                    </a:lnTo>
                    <a:lnTo>
                      <a:pt x="311" y="479"/>
                    </a:lnTo>
                    <a:lnTo>
                      <a:pt x="304" y="477"/>
                    </a:lnTo>
                    <a:lnTo>
                      <a:pt x="295" y="474"/>
                    </a:lnTo>
                    <a:lnTo>
                      <a:pt x="286" y="470"/>
                    </a:lnTo>
                    <a:lnTo>
                      <a:pt x="278" y="465"/>
                    </a:lnTo>
                    <a:lnTo>
                      <a:pt x="268" y="461"/>
                    </a:lnTo>
                    <a:lnTo>
                      <a:pt x="259" y="455"/>
                    </a:lnTo>
                    <a:lnTo>
                      <a:pt x="250" y="450"/>
                    </a:lnTo>
                    <a:lnTo>
                      <a:pt x="241" y="445"/>
                    </a:lnTo>
                    <a:lnTo>
                      <a:pt x="231" y="441"/>
                    </a:lnTo>
                    <a:lnTo>
                      <a:pt x="222" y="437"/>
                    </a:lnTo>
                    <a:lnTo>
                      <a:pt x="211" y="435"/>
                    </a:lnTo>
                    <a:lnTo>
                      <a:pt x="202" y="432"/>
                    </a:lnTo>
                    <a:lnTo>
                      <a:pt x="193" y="432"/>
                    </a:lnTo>
                    <a:lnTo>
                      <a:pt x="182" y="433"/>
                    </a:lnTo>
                    <a:lnTo>
                      <a:pt x="172" y="436"/>
                    </a:lnTo>
                    <a:lnTo>
                      <a:pt x="98" y="508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>
                <a:off x="1132014" y="6086856"/>
                <a:ext cx="814388" cy="782638"/>
              </a:xfrm>
              <a:custGeom>
                <a:pathLst>
                  <a:path extrusionOk="0" h="493" w="513">
                    <a:moveTo>
                      <a:pt x="130" y="492"/>
                    </a:moveTo>
                    <a:lnTo>
                      <a:pt x="120" y="486"/>
                    </a:lnTo>
                    <a:lnTo>
                      <a:pt x="111" y="481"/>
                    </a:lnTo>
                    <a:lnTo>
                      <a:pt x="101" y="475"/>
                    </a:lnTo>
                    <a:lnTo>
                      <a:pt x="93" y="469"/>
                    </a:lnTo>
                    <a:lnTo>
                      <a:pt x="85" y="463"/>
                    </a:lnTo>
                    <a:lnTo>
                      <a:pt x="78" y="454"/>
                    </a:lnTo>
                    <a:lnTo>
                      <a:pt x="71" y="444"/>
                    </a:lnTo>
                    <a:lnTo>
                      <a:pt x="64" y="433"/>
                    </a:lnTo>
                    <a:lnTo>
                      <a:pt x="111" y="353"/>
                    </a:lnTo>
                    <a:lnTo>
                      <a:pt x="0" y="280"/>
                    </a:lnTo>
                    <a:lnTo>
                      <a:pt x="0" y="275"/>
                    </a:lnTo>
                    <a:lnTo>
                      <a:pt x="0" y="270"/>
                    </a:lnTo>
                    <a:lnTo>
                      <a:pt x="1" y="264"/>
                    </a:lnTo>
                    <a:lnTo>
                      <a:pt x="3" y="259"/>
                    </a:lnTo>
                    <a:lnTo>
                      <a:pt x="5" y="252"/>
                    </a:lnTo>
                    <a:lnTo>
                      <a:pt x="7" y="246"/>
                    </a:lnTo>
                    <a:lnTo>
                      <a:pt x="10" y="240"/>
                    </a:lnTo>
                    <a:lnTo>
                      <a:pt x="13" y="234"/>
                    </a:lnTo>
                    <a:lnTo>
                      <a:pt x="17" y="227"/>
                    </a:lnTo>
                    <a:lnTo>
                      <a:pt x="21" y="222"/>
                    </a:lnTo>
                    <a:lnTo>
                      <a:pt x="26" y="216"/>
                    </a:lnTo>
                    <a:lnTo>
                      <a:pt x="30" y="211"/>
                    </a:lnTo>
                    <a:lnTo>
                      <a:pt x="35" y="205"/>
                    </a:lnTo>
                    <a:lnTo>
                      <a:pt x="40" y="201"/>
                    </a:lnTo>
                    <a:lnTo>
                      <a:pt x="44" y="196"/>
                    </a:lnTo>
                    <a:lnTo>
                      <a:pt x="49" y="193"/>
                    </a:lnTo>
                    <a:lnTo>
                      <a:pt x="60" y="191"/>
                    </a:lnTo>
                    <a:lnTo>
                      <a:pt x="70" y="191"/>
                    </a:lnTo>
                    <a:lnTo>
                      <a:pt x="81" y="193"/>
                    </a:lnTo>
                    <a:lnTo>
                      <a:pt x="92" y="196"/>
                    </a:lnTo>
                    <a:lnTo>
                      <a:pt x="102" y="201"/>
                    </a:lnTo>
                    <a:lnTo>
                      <a:pt x="112" y="205"/>
                    </a:lnTo>
                    <a:lnTo>
                      <a:pt x="122" y="211"/>
                    </a:lnTo>
                    <a:lnTo>
                      <a:pt x="132" y="216"/>
                    </a:lnTo>
                    <a:lnTo>
                      <a:pt x="142" y="220"/>
                    </a:lnTo>
                    <a:lnTo>
                      <a:pt x="150" y="223"/>
                    </a:lnTo>
                    <a:lnTo>
                      <a:pt x="160" y="226"/>
                    </a:lnTo>
                    <a:lnTo>
                      <a:pt x="169" y="226"/>
                    </a:lnTo>
                    <a:lnTo>
                      <a:pt x="178" y="223"/>
                    </a:lnTo>
                    <a:lnTo>
                      <a:pt x="186" y="219"/>
                    </a:lnTo>
                    <a:lnTo>
                      <a:pt x="194" y="211"/>
                    </a:lnTo>
                    <a:lnTo>
                      <a:pt x="202" y="200"/>
                    </a:lnTo>
                    <a:lnTo>
                      <a:pt x="207" y="192"/>
                    </a:lnTo>
                    <a:lnTo>
                      <a:pt x="212" y="183"/>
                    </a:lnTo>
                    <a:lnTo>
                      <a:pt x="216" y="174"/>
                    </a:lnTo>
                    <a:lnTo>
                      <a:pt x="219" y="165"/>
                    </a:lnTo>
                    <a:lnTo>
                      <a:pt x="222" y="156"/>
                    </a:lnTo>
                    <a:lnTo>
                      <a:pt x="222" y="146"/>
                    </a:lnTo>
                    <a:lnTo>
                      <a:pt x="219" y="138"/>
                    </a:lnTo>
                    <a:lnTo>
                      <a:pt x="213" y="128"/>
                    </a:lnTo>
                    <a:lnTo>
                      <a:pt x="210" y="123"/>
                    </a:lnTo>
                    <a:lnTo>
                      <a:pt x="204" y="119"/>
                    </a:lnTo>
                    <a:lnTo>
                      <a:pt x="198" y="115"/>
                    </a:lnTo>
                    <a:lnTo>
                      <a:pt x="192" y="112"/>
                    </a:lnTo>
                    <a:lnTo>
                      <a:pt x="186" y="109"/>
                    </a:lnTo>
                    <a:lnTo>
                      <a:pt x="178" y="105"/>
                    </a:lnTo>
                    <a:lnTo>
                      <a:pt x="171" y="102"/>
                    </a:lnTo>
                    <a:lnTo>
                      <a:pt x="165" y="98"/>
                    </a:lnTo>
                    <a:lnTo>
                      <a:pt x="158" y="95"/>
                    </a:lnTo>
                    <a:lnTo>
                      <a:pt x="152" y="91"/>
                    </a:lnTo>
                    <a:lnTo>
                      <a:pt x="146" y="86"/>
                    </a:lnTo>
                    <a:lnTo>
                      <a:pt x="142" y="81"/>
                    </a:lnTo>
                    <a:lnTo>
                      <a:pt x="139" y="74"/>
                    </a:lnTo>
                    <a:lnTo>
                      <a:pt x="137" y="68"/>
                    </a:lnTo>
                    <a:lnTo>
                      <a:pt x="137" y="60"/>
                    </a:lnTo>
                    <a:lnTo>
                      <a:pt x="138" y="51"/>
                    </a:lnTo>
                    <a:lnTo>
                      <a:pt x="142" y="44"/>
                    </a:lnTo>
                    <a:lnTo>
                      <a:pt x="146" y="38"/>
                    </a:lnTo>
                    <a:lnTo>
                      <a:pt x="150" y="32"/>
                    </a:lnTo>
                    <a:lnTo>
                      <a:pt x="155" y="26"/>
                    </a:lnTo>
                    <a:lnTo>
                      <a:pt x="160" y="20"/>
                    </a:lnTo>
                    <a:lnTo>
                      <a:pt x="165" y="14"/>
                    </a:lnTo>
                    <a:lnTo>
                      <a:pt x="170" y="8"/>
                    </a:lnTo>
                    <a:lnTo>
                      <a:pt x="176" y="0"/>
                    </a:lnTo>
                    <a:lnTo>
                      <a:pt x="183" y="5"/>
                    </a:lnTo>
                    <a:lnTo>
                      <a:pt x="191" y="10"/>
                    </a:lnTo>
                    <a:lnTo>
                      <a:pt x="198" y="15"/>
                    </a:lnTo>
                    <a:lnTo>
                      <a:pt x="207" y="19"/>
                    </a:lnTo>
                    <a:lnTo>
                      <a:pt x="215" y="23"/>
                    </a:lnTo>
                    <a:lnTo>
                      <a:pt x="224" y="26"/>
                    </a:lnTo>
                    <a:lnTo>
                      <a:pt x="233" y="29"/>
                    </a:lnTo>
                    <a:lnTo>
                      <a:pt x="242" y="32"/>
                    </a:lnTo>
                    <a:lnTo>
                      <a:pt x="251" y="34"/>
                    </a:lnTo>
                    <a:lnTo>
                      <a:pt x="261" y="36"/>
                    </a:lnTo>
                    <a:lnTo>
                      <a:pt x="270" y="37"/>
                    </a:lnTo>
                    <a:lnTo>
                      <a:pt x="279" y="38"/>
                    </a:lnTo>
                    <a:lnTo>
                      <a:pt x="288" y="38"/>
                    </a:lnTo>
                    <a:lnTo>
                      <a:pt x="298" y="38"/>
                    </a:lnTo>
                    <a:lnTo>
                      <a:pt x="307" y="37"/>
                    </a:lnTo>
                    <a:lnTo>
                      <a:pt x="316" y="36"/>
                    </a:lnTo>
                    <a:lnTo>
                      <a:pt x="282" y="120"/>
                    </a:lnTo>
                    <a:lnTo>
                      <a:pt x="285" y="123"/>
                    </a:lnTo>
                    <a:lnTo>
                      <a:pt x="288" y="126"/>
                    </a:lnTo>
                    <a:lnTo>
                      <a:pt x="291" y="129"/>
                    </a:lnTo>
                    <a:lnTo>
                      <a:pt x="295" y="131"/>
                    </a:lnTo>
                    <a:lnTo>
                      <a:pt x="298" y="134"/>
                    </a:lnTo>
                    <a:lnTo>
                      <a:pt x="303" y="137"/>
                    </a:lnTo>
                    <a:lnTo>
                      <a:pt x="308" y="140"/>
                    </a:lnTo>
                    <a:lnTo>
                      <a:pt x="313" y="142"/>
                    </a:lnTo>
                    <a:lnTo>
                      <a:pt x="327" y="140"/>
                    </a:lnTo>
                    <a:lnTo>
                      <a:pt x="337" y="134"/>
                    </a:lnTo>
                    <a:lnTo>
                      <a:pt x="345" y="125"/>
                    </a:lnTo>
                    <a:lnTo>
                      <a:pt x="352" y="113"/>
                    </a:lnTo>
                    <a:lnTo>
                      <a:pt x="357" y="101"/>
                    </a:lnTo>
                    <a:lnTo>
                      <a:pt x="363" y="89"/>
                    </a:lnTo>
                    <a:lnTo>
                      <a:pt x="372" y="78"/>
                    </a:lnTo>
                    <a:lnTo>
                      <a:pt x="382" y="69"/>
                    </a:lnTo>
                    <a:lnTo>
                      <a:pt x="385" y="77"/>
                    </a:lnTo>
                    <a:lnTo>
                      <a:pt x="390" y="86"/>
                    </a:lnTo>
                    <a:lnTo>
                      <a:pt x="395" y="94"/>
                    </a:lnTo>
                    <a:lnTo>
                      <a:pt x="402" y="101"/>
                    </a:lnTo>
                    <a:lnTo>
                      <a:pt x="409" y="109"/>
                    </a:lnTo>
                    <a:lnTo>
                      <a:pt x="416" y="117"/>
                    </a:lnTo>
                    <a:lnTo>
                      <a:pt x="424" y="123"/>
                    </a:lnTo>
                    <a:lnTo>
                      <a:pt x="432" y="130"/>
                    </a:lnTo>
                    <a:lnTo>
                      <a:pt x="441" y="137"/>
                    </a:lnTo>
                    <a:lnTo>
                      <a:pt x="450" y="143"/>
                    </a:lnTo>
                    <a:lnTo>
                      <a:pt x="459" y="149"/>
                    </a:lnTo>
                    <a:lnTo>
                      <a:pt x="469" y="154"/>
                    </a:lnTo>
                    <a:lnTo>
                      <a:pt x="480" y="159"/>
                    </a:lnTo>
                    <a:lnTo>
                      <a:pt x="490" y="165"/>
                    </a:lnTo>
                    <a:lnTo>
                      <a:pt x="501" y="170"/>
                    </a:lnTo>
                    <a:lnTo>
                      <a:pt x="512" y="174"/>
                    </a:lnTo>
                    <a:lnTo>
                      <a:pt x="447" y="287"/>
                    </a:lnTo>
                    <a:lnTo>
                      <a:pt x="431" y="287"/>
                    </a:lnTo>
                    <a:lnTo>
                      <a:pt x="328" y="211"/>
                    </a:lnTo>
                    <a:lnTo>
                      <a:pt x="322" y="216"/>
                    </a:lnTo>
                    <a:lnTo>
                      <a:pt x="316" y="222"/>
                    </a:lnTo>
                    <a:lnTo>
                      <a:pt x="311" y="227"/>
                    </a:lnTo>
                    <a:lnTo>
                      <a:pt x="305" y="234"/>
                    </a:lnTo>
                    <a:lnTo>
                      <a:pt x="299" y="240"/>
                    </a:lnTo>
                    <a:lnTo>
                      <a:pt x="293" y="247"/>
                    </a:lnTo>
                    <a:lnTo>
                      <a:pt x="288" y="253"/>
                    </a:lnTo>
                    <a:lnTo>
                      <a:pt x="283" y="261"/>
                    </a:lnTo>
                    <a:lnTo>
                      <a:pt x="279" y="268"/>
                    </a:lnTo>
                    <a:lnTo>
                      <a:pt x="275" y="276"/>
                    </a:lnTo>
                    <a:lnTo>
                      <a:pt x="271" y="284"/>
                    </a:lnTo>
                    <a:lnTo>
                      <a:pt x="267" y="292"/>
                    </a:lnTo>
                    <a:lnTo>
                      <a:pt x="265" y="300"/>
                    </a:lnTo>
                    <a:lnTo>
                      <a:pt x="262" y="308"/>
                    </a:lnTo>
                    <a:lnTo>
                      <a:pt x="261" y="316"/>
                    </a:lnTo>
                    <a:lnTo>
                      <a:pt x="259" y="324"/>
                    </a:lnTo>
                    <a:lnTo>
                      <a:pt x="265" y="334"/>
                    </a:lnTo>
                    <a:lnTo>
                      <a:pt x="272" y="342"/>
                    </a:lnTo>
                    <a:lnTo>
                      <a:pt x="281" y="347"/>
                    </a:lnTo>
                    <a:lnTo>
                      <a:pt x="290" y="351"/>
                    </a:lnTo>
                    <a:lnTo>
                      <a:pt x="302" y="353"/>
                    </a:lnTo>
                    <a:lnTo>
                      <a:pt x="313" y="355"/>
                    </a:lnTo>
                    <a:lnTo>
                      <a:pt x="325" y="356"/>
                    </a:lnTo>
                    <a:lnTo>
                      <a:pt x="337" y="357"/>
                    </a:lnTo>
                    <a:lnTo>
                      <a:pt x="348" y="357"/>
                    </a:lnTo>
                    <a:lnTo>
                      <a:pt x="360" y="359"/>
                    </a:lnTo>
                    <a:lnTo>
                      <a:pt x="370" y="361"/>
                    </a:lnTo>
                    <a:lnTo>
                      <a:pt x="380" y="365"/>
                    </a:lnTo>
                    <a:lnTo>
                      <a:pt x="388" y="370"/>
                    </a:lnTo>
                    <a:lnTo>
                      <a:pt x="394" y="378"/>
                    </a:lnTo>
                    <a:lnTo>
                      <a:pt x="399" y="387"/>
                    </a:lnTo>
                    <a:lnTo>
                      <a:pt x="400" y="401"/>
                    </a:lnTo>
                    <a:lnTo>
                      <a:pt x="347" y="480"/>
                    </a:lnTo>
                    <a:lnTo>
                      <a:pt x="225" y="398"/>
                    </a:lnTo>
                    <a:lnTo>
                      <a:pt x="202" y="404"/>
                    </a:lnTo>
                    <a:lnTo>
                      <a:pt x="168" y="477"/>
                    </a:lnTo>
                    <a:lnTo>
                      <a:pt x="165" y="478"/>
                    </a:lnTo>
                    <a:lnTo>
                      <a:pt x="162" y="479"/>
                    </a:lnTo>
                    <a:lnTo>
                      <a:pt x="158" y="481"/>
                    </a:lnTo>
                    <a:lnTo>
                      <a:pt x="154" y="483"/>
                    </a:lnTo>
                    <a:lnTo>
                      <a:pt x="150" y="484"/>
                    </a:lnTo>
                    <a:lnTo>
                      <a:pt x="146" y="487"/>
                    </a:lnTo>
                    <a:lnTo>
                      <a:pt x="142" y="489"/>
                    </a:lnTo>
                    <a:lnTo>
                      <a:pt x="138" y="492"/>
                    </a:lnTo>
                    <a:lnTo>
                      <a:pt x="130" y="492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8064" y="5947156"/>
                <a:ext cx="534988" cy="563563"/>
              </a:xfrm>
              <a:custGeom>
                <a:pathLst>
                  <a:path extrusionOk="0" h="355" w="337">
                    <a:moveTo>
                      <a:pt x="335" y="147"/>
                    </a:moveTo>
                    <a:lnTo>
                      <a:pt x="329" y="153"/>
                    </a:lnTo>
                    <a:lnTo>
                      <a:pt x="323" y="158"/>
                    </a:lnTo>
                    <a:lnTo>
                      <a:pt x="315" y="160"/>
                    </a:lnTo>
                    <a:lnTo>
                      <a:pt x="306" y="163"/>
                    </a:lnTo>
                    <a:lnTo>
                      <a:pt x="297" y="165"/>
                    </a:lnTo>
                    <a:lnTo>
                      <a:pt x="288" y="167"/>
                    </a:lnTo>
                    <a:lnTo>
                      <a:pt x="280" y="168"/>
                    </a:lnTo>
                    <a:lnTo>
                      <a:pt x="270" y="170"/>
                    </a:lnTo>
                    <a:lnTo>
                      <a:pt x="261" y="172"/>
                    </a:lnTo>
                    <a:lnTo>
                      <a:pt x="254" y="175"/>
                    </a:lnTo>
                    <a:lnTo>
                      <a:pt x="247" y="179"/>
                    </a:lnTo>
                    <a:lnTo>
                      <a:pt x="242" y="183"/>
                    </a:lnTo>
                    <a:lnTo>
                      <a:pt x="237" y="191"/>
                    </a:lnTo>
                    <a:lnTo>
                      <a:pt x="233" y="199"/>
                    </a:lnTo>
                    <a:lnTo>
                      <a:pt x="232" y="209"/>
                    </a:lnTo>
                    <a:lnTo>
                      <a:pt x="233" y="222"/>
                    </a:lnTo>
                    <a:lnTo>
                      <a:pt x="236" y="229"/>
                    </a:lnTo>
                    <a:lnTo>
                      <a:pt x="239" y="237"/>
                    </a:lnTo>
                    <a:lnTo>
                      <a:pt x="240" y="243"/>
                    </a:lnTo>
                    <a:lnTo>
                      <a:pt x="242" y="252"/>
                    </a:lnTo>
                    <a:lnTo>
                      <a:pt x="242" y="259"/>
                    </a:lnTo>
                    <a:lnTo>
                      <a:pt x="243" y="266"/>
                    </a:lnTo>
                    <a:lnTo>
                      <a:pt x="243" y="275"/>
                    </a:lnTo>
                    <a:lnTo>
                      <a:pt x="243" y="283"/>
                    </a:lnTo>
                    <a:lnTo>
                      <a:pt x="237" y="286"/>
                    </a:lnTo>
                    <a:lnTo>
                      <a:pt x="232" y="289"/>
                    </a:lnTo>
                    <a:lnTo>
                      <a:pt x="227" y="291"/>
                    </a:lnTo>
                    <a:lnTo>
                      <a:pt x="221" y="293"/>
                    </a:lnTo>
                    <a:lnTo>
                      <a:pt x="216" y="294"/>
                    </a:lnTo>
                    <a:lnTo>
                      <a:pt x="209" y="297"/>
                    </a:lnTo>
                    <a:lnTo>
                      <a:pt x="202" y="300"/>
                    </a:lnTo>
                    <a:lnTo>
                      <a:pt x="195" y="300"/>
                    </a:lnTo>
                    <a:lnTo>
                      <a:pt x="189" y="302"/>
                    </a:lnTo>
                    <a:lnTo>
                      <a:pt x="182" y="303"/>
                    </a:lnTo>
                    <a:lnTo>
                      <a:pt x="175" y="303"/>
                    </a:lnTo>
                    <a:lnTo>
                      <a:pt x="169" y="303"/>
                    </a:lnTo>
                    <a:lnTo>
                      <a:pt x="162" y="303"/>
                    </a:lnTo>
                    <a:lnTo>
                      <a:pt x="155" y="303"/>
                    </a:lnTo>
                    <a:lnTo>
                      <a:pt x="149" y="303"/>
                    </a:lnTo>
                    <a:lnTo>
                      <a:pt x="143" y="299"/>
                    </a:lnTo>
                    <a:lnTo>
                      <a:pt x="140" y="293"/>
                    </a:lnTo>
                    <a:lnTo>
                      <a:pt x="140" y="285"/>
                    </a:lnTo>
                    <a:lnTo>
                      <a:pt x="142" y="276"/>
                    </a:lnTo>
                    <a:lnTo>
                      <a:pt x="144" y="268"/>
                    </a:lnTo>
                    <a:lnTo>
                      <a:pt x="147" y="260"/>
                    </a:lnTo>
                    <a:lnTo>
                      <a:pt x="149" y="252"/>
                    </a:lnTo>
                    <a:lnTo>
                      <a:pt x="149" y="243"/>
                    </a:lnTo>
                    <a:lnTo>
                      <a:pt x="149" y="235"/>
                    </a:lnTo>
                    <a:lnTo>
                      <a:pt x="146" y="229"/>
                    </a:lnTo>
                    <a:lnTo>
                      <a:pt x="143" y="224"/>
                    </a:lnTo>
                    <a:lnTo>
                      <a:pt x="139" y="220"/>
                    </a:lnTo>
                    <a:lnTo>
                      <a:pt x="136" y="217"/>
                    </a:lnTo>
                    <a:lnTo>
                      <a:pt x="130" y="214"/>
                    </a:lnTo>
                    <a:lnTo>
                      <a:pt x="126" y="211"/>
                    </a:lnTo>
                    <a:lnTo>
                      <a:pt x="121" y="210"/>
                    </a:lnTo>
                    <a:lnTo>
                      <a:pt x="116" y="209"/>
                    </a:lnTo>
                    <a:lnTo>
                      <a:pt x="110" y="208"/>
                    </a:lnTo>
                    <a:lnTo>
                      <a:pt x="105" y="208"/>
                    </a:lnTo>
                    <a:lnTo>
                      <a:pt x="99" y="206"/>
                    </a:lnTo>
                    <a:lnTo>
                      <a:pt x="93" y="206"/>
                    </a:lnTo>
                    <a:lnTo>
                      <a:pt x="87" y="207"/>
                    </a:lnTo>
                    <a:lnTo>
                      <a:pt x="81" y="206"/>
                    </a:lnTo>
                    <a:lnTo>
                      <a:pt x="75" y="207"/>
                    </a:lnTo>
                    <a:lnTo>
                      <a:pt x="70" y="207"/>
                    </a:lnTo>
                    <a:lnTo>
                      <a:pt x="62" y="209"/>
                    </a:lnTo>
                    <a:lnTo>
                      <a:pt x="56" y="212"/>
                    </a:lnTo>
                    <a:lnTo>
                      <a:pt x="51" y="216"/>
                    </a:lnTo>
                    <a:lnTo>
                      <a:pt x="46" y="219"/>
                    </a:lnTo>
                    <a:lnTo>
                      <a:pt x="41" y="224"/>
                    </a:lnTo>
                    <a:lnTo>
                      <a:pt x="37" y="229"/>
                    </a:lnTo>
                    <a:lnTo>
                      <a:pt x="34" y="234"/>
                    </a:lnTo>
                    <a:lnTo>
                      <a:pt x="29" y="241"/>
                    </a:lnTo>
                    <a:lnTo>
                      <a:pt x="30" y="248"/>
                    </a:lnTo>
                    <a:lnTo>
                      <a:pt x="31" y="253"/>
                    </a:lnTo>
                    <a:lnTo>
                      <a:pt x="32" y="260"/>
                    </a:lnTo>
                    <a:lnTo>
                      <a:pt x="35" y="266"/>
                    </a:lnTo>
                    <a:lnTo>
                      <a:pt x="37" y="272"/>
                    </a:lnTo>
                    <a:lnTo>
                      <a:pt x="42" y="279"/>
                    </a:lnTo>
                    <a:lnTo>
                      <a:pt x="43" y="284"/>
                    </a:lnTo>
                    <a:lnTo>
                      <a:pt x="45" y="289"/>
                    </a:lnTo>
                    <a:lnTo>
                      <a:pt x="49" y="296"/>
                    </a:lnTo>
                    <a:lnTo>
                      <a:pt x="50" y="303"/>
                    </a:lnTo>
                    <a:lnTo>
                      <a:pt x="50" y="309"/>
                    </a:lnTo>
                    <a:lnTo>
                      <a:pt x="50" y="316"/>
                    </a:lnTo>
                    <a:lnTo>
                      <a:pt x="49" y="321"/>
                    </a:lnTo>
                    <a:lnTo>
                      <a:pt x="47" y="326"/>
                    </a:lnTo>
                    <a:lnTo>
                      <a:pt x="41" y="333"/>
                    </a:lnTo>
                    <a:lnTo>
                      <a:pt x="35" y="339"/>
                    </a:lnTo>
                    <a:lnTo>
                      <a:pt x="32" y="341"/>
                    </a:lnTo>
                    <a:lnTo>
                      <a:pt x="30" y="343"/>
                    </a:lnTo>
                    <a:lnTo>
                      <a:pt x="25" y="345"/>
                    </a:lnTo>
                    <a:lnTo>
                      <a:pt x="21" y="348"/>
                    </a:lnTo>
                    <a:lnTo>
                      <a:pt x="17" y="349"/>
                    </a:lnTo>
                    <a:lnTo>
                      <a:pt x="12" y="350"/>
                    </a:lnTo>
                    <a:lnTo>
                      <a:pt x="7" y="353"/>
                    </a:lnTo>
                    <a:lnTo>
                      <a:pt x="0" y="354"/>
                    </a:lnTo>
                    <a:lnTo>
                      <a:pt x="0" y="19"/>
                    </a:lnTo>
                    <a:lnTo>
                      <a:pt x="12" y="31"/>
                    </a:lnTo>
                    <a:lnTo>
                      <a:pt x="14" y="34"/>
                    </a:lnTo>
                    <a:lnTo>
                      <a:pt x="16" y="39"/>
                    </a:lnTo>
                    <a:lnTo>
                      <a:pt x="18" y="43"/>
                    </a:lnTo>
                    <a:lnTo>
                      <a:pt x="17" y="47"/>
                    </a:lnTo>
                    <a:lnTo>
                      <a:pt x="16" y="51"/>
                    </a:lnTo>
                    <a:lnTo>
                      <a:pt x="16" y="56"/>
                    </a:lnTo>
                    <a:lnTo>
                      <a:pt x="16" y="60"/>
                    </a:lnTo>
                    <a:lnTo>
                      <a:pt x="14" y="64"/>
                    </a:lnTo>
                    <a:lnTo>
                      <a:pt x="13" y="68"/>
                    </a:lnTo>
                    <a:lnTo>
                      <a:pt x="12" y="73"/>
                    </a:lnTo>
                    <a:lnTo>
                      <a:pt x="11" y="78"/>
                    </a:lnTo>
                    <a:lnTo>
                      <a:pt x="10" y="82"/>
                    </a:lnTo>
                    <a:lnTo>
                      <a:pt x="9" y="87"/>
                    </a:lnTo>
                    <a:lnTo>
                      <a:pt x="9" y="92"/>
                    </a:lnTo>
                    <a:lnTo>
                      <a:pt x="8" y="97"/>
                    </a:lnTo>
                    <a:lnTo>
                      <a:pt x="9" y="102"/>
                    </a:lnTo>
                    <a:lnTo>
                      <a:pt x="12" y="107"/>
                    </a:lnTo>
                    <a:lnTo>
                      <a:pt x="16" y="112"/>
                    </a:lnTo>
                    <a:lnTo>
                      <a:pt x="19" y="118"/>
                    </a:lnTo>
                    <a:lnTo>
                      <a:pt x="27" y="122"/>
                    </a:lnTo>
                    <a:lnTo>
                      <a:pt x="33" y="126"/>
                    </a:lnTo>
                    <a:lnTo>
                      <a:pt x="40" y="128"/>
                    </a:lnTo>
                    <a:lnTo>
                      <a:pt x="48" y="128"/>
                    </a:lnTo>
                    <a:lnTo>
                      <a:pt x="56" y="129"/>
                    </a:lnTo>
                    <a:lnTo>
                      <a:pt x="61" y="127"/>
                    </a:lnTo>
                    <a:lnTo>
                      <a:pt x="65" y="127"/>
                    </a:lnTo>
                    <a:lnTo>
                      <a:pt x="70" y="126"/>
                    </a:lnTo>
                    <a:lnTo>
                      <a:pt x="76" y="126"/>
                    </a:lnTo>
                    <a:lnTo>
                      <a:pt x="81" y="124"/>
                    </a:lnTo>
                    <a:lnTo>
                      <a:pt x="87" y="124"/>
                    </a:lnTo>
                    <a:lnTo>
                      <a:pt x="92" y="123"/>
                    </a:lnTo>
                    <a:lnTo>
                      <a:pt x="98" y="121"/>
                    </a:lnTo>
                    <a:lnTo>
                      <a:pt x="103" y="121"/>
                    </a:lnTo>
                    <a:lnTo>
                      <a:pt x="107" y="119"/>
                    </a:lnTo>
                    <a:lnTo>
                      <a:pt x="112" y="116"/>
                    </a:lnTo>
                    <a:lnTo>
                      <a:pt x="117" y="114"/>
                    </a:lnTo>
                    <a:lnTo>
                      <a:pt x="122" y="110"/>
                    </a:lnTo>
                    <a:lnTo>
                      <a:pt x="125" y="106"/>
                    </a:lnTo>
                    <a:lnTo>
                      <a:pt x="128" y="101"/>
                    </a:lnTo>
                    <a:lnTo>
                      <a:pt x="131" y="96"/>
                    </a:lnTo>
                    <a:lnTo>
                      <a:pt x="135" y="91"/>
                    </a:lnTo>
                    <a:lnTo>
                      <a:pt x="136" y="85"/>
                    </a:lnTo>
                    <a:lnTo>
                      <a:pt x="136" y="81"/>
                    </a:lnTo>
                    <a:lnTo>
                      <a:pt x="136" y="76"/>
                    </a:lnTo>
                    <a:lnTo>
                      <a:pt x="134" y="71"/>
                    </a:lnTo>
                    <a:lnTo>
                      <a:pt x="133" y="67"/>
                    </a:lnTo>
                    <a:lnTo>
                      <a:pt x="131" y="62"/>
                    </a:lnTo>
                    <a:lnTo>
                      <a:pt x="128" y="56"/>
                    </a:lnTo>
                    <a:lnTo>
                      <a:pt x="126" y="52"/>
                    </a:lnTo>
                    <a:lnTo>
                      <a:pt x="124" y="47"/>
                    </a:lnTo>
                    <a:lnTo>
                      <a:pt x="122" y="43"/>
                    </a:lnTo>
                    <a:lnTo>
                      <a:pt x="119" y="38"/>
                    </a:lnTo>
                    <a:lnTo>
                      <a:pt x="118" y="33"/>
                    </a:lnTo>
                    <a:lnTo>
                      <a:pt x="118" y="28"/>
                    </a:lnTo>
                    <a:lnTo>
                      <a:pt x="118" y="22"/>
                    </a:lnTo>
                    <a:lnTo>
                      <a:pt x="118" y="18"/>
                    </a:lnTo>
                    <a:lnTo>
                      <a:pt x="122" y="13"/>
                    </a:lnTo>
                    <a:lnTo>
                      <a:pt x="127" y="11"/>
                    </a:lnTo>
                    <a:lnTo>
                      <a:pt x="130" y="9"/>
                    </a:lnTo>
                    <a:lnTo>
                      <a:pt x="136" y="8"/>
                    </a:lnTo>
                    <a:lnTo>
                      <a:pt x="140" y="6"/>
                    </a:lnTo>
                    <a:lnTo>
                      <a:pt x="145" y="4"/>
                    </a:lnTo>
                    <a:lnTo>
                      <a:pt x="151" y="3"/>
                    </a:lnTo>
                    <a:lnTo>
                      <a:pt x="156" y="4"/>
                    </a:lnTo>
                    <a:lnTo>
                      <a:pt x="163" y="1"/>
                    </a:lnTo>
                    <a:lnTo>
                      <a:pt x="169" y="2"/>
                    </a:lnTo>
                    <a:lnTo>
                      <a:pt x="174" y="1"/>
                    </a:lnTo>
                    <a:lnTo>
                      <a:pt x="180" y="2"/>
                    </a:lnTo>
                    <a:lnTo>
                      <a:pt x="186" y="1"/>
                    </a:lnTo>
                    <a:lnTo>
                      <a:pt x="192" y="0"/>
                    </a:lnTo>
                    <a:lnTo>
                      <a:pt x="198" y="0"/>
                    </a:lnTo>
                    <a:lnTo>
                      <a:pt x="203" y="0"/>
                    </a:lnTo>
                    <a:lnTo>
                      <a:pt x="202" y="8"/>
                    </a:lnTo>
                    <a:lnTo>
                      <a:pt x="203" y="15"/>
                    </a:lnTo>
                    <a:lnTo>
                      <a:pt x="204" y="24"/>
                    </a:lnTo>
                    <a:lnTo>
                      <a:pt x="205" y="33"/>
                    </a:lnTo>
                    <a:lnTo>
                      <a:pt x="207" y="41"/>
                    </a:lnTo>
                    <a:lnTo>
                      <a:pt x="211" y="49"/>
                    </a:lnTo>
                    <a:lnTo>
                      <a:pt x="212" y="57"/>
                    </a:lnTo>
                    <a:lnTo>
                      <a:pt x="217" y="65"/>
                    </a:lnTo>
                    <a:lnTo>
                      <a:pt x="219" y="68"/>
                    </a:lnTo>
                    <a:lnTo>
                      <a:pt x="224" y="72"/>
                    </a:lnTo>
                    <a:lnTo>
                      <a:pt x="228" y="76"/>
                    </a:lnTo>
                    <a:lnTo>
                      <a:pt x="234" y="79"/>
                    </a:lnTo>
                    <a:lnTo>
                      <a:pt x="241" y="82"/>
                    </a:lnTo>
                    <a:lnTo>
                      <a:pt x="248" y="82"/>
                    </a:lnTo>
                    <a:lnTo>
                      <a:pt x="254" y="83"/>
                    </a:lnTo>
                    <a:lnTo>
                      <a:pt x="261" y="80"/>
                    </a:lnTo>
                    <a:lnTo>
                      <a:pt x="267" y="78"/>
                    </a:lnTo>
                    <a:lnTo>
                      <a:pt x="273" y="74"/>
                    </a:lnTo>
                    <a:lnTo>
                      <a:pt x="280" y="71"/>
                    </a:lnTo>
                    <a:lnTo>
                      <a:pt x="286" y="67"/>
                    </a:lnTo>
                    <a:lnTo>
                      <a:pt x="292" y="64"/>
                    </a:lnTo>
                    <a:lnTo>
                      <a:pt x="298" y="61"/>
                    </a:lnTo>
                    <a:lnTo>
                      <a:pt x="305" y="62"/>
                    </a:lnTo>
                    <a:lnTo>
                      <a:pt x="313" y="63"/>
                    </a:lnTo>
                    <a:lnTo>
                      <a:pt x="316" y="67"/>
                    </a:lnTo>
                    <a:lnTo>
                      <a:pt x="318" y="71"/>
                    </a:lnTo>
                    <a:lnTo>
                      <a:pt x="320" y="74"/>
                    </a:lnTo>
                    <a:lnTo>
                      <a:pt x="322" y="80"/>
                    </a:lnTo>
                    <a:lnTo>
                      <a:pt x="323" y="85"/>
                    </a:lnTo>
                    <a:lnTo>
                      <a:pt x="326" y="90"/>
                    </a:lnTo>
                    <a:lnTo>
                      <a:pt x="329" y="94"/>
                    </a:lnTo>
                    <a:lnTo>
                      <a:pt x="328" y="100"/>
                    </a:lnTo>
                    <a:lnTo>
                      <a:pt x="329" y="105"/>
                    </a:lnTo>
                    <a:lnTo>
                      <a:pt x="331" y="110"/>
                    </a:lnTo>
                    <a:lnTo>
                      <a:pt x="332" y="115"/>
                    </a:lnTo>
                    <a:lnTo>
                      <a:pt x="333" y="121"/>
                    </a:lnTo>
                    <a:lnTo>
                      <a:pt x="334" y="126"/>
                    </a:lnTo>
                    <a:lnTo>
                      <a:pt x="334" y="131"/>
                    </a:lnTo>
                    <a:lnTo>
                      <a:pt x="335" y="137"/>
                    </a:lnTo>
                    <a:lnTo>
                      <a:pt x="336" y="142"/>
                    </a:lnTo>
                    <a:lnTo>
                      <a:pt x="335" y="147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274764" y="6323394"/>
                <a:ext cx="676275" cy="541338"/>
              </a:xfrm>
              <a:custGeom>
                <a:pathLst>
                  <a:path extrusionOk="0" h="341" w="426">
                    <a:moveTo>
                      <a:pt x="131" y="340"/>
                    </a:moveTo>
                    <a:lnTo>
                      <a:pt x="132" y="311"/>
                    </a:lnTo>
                    <a:lnTo>
                      <a:pt x="128" y="290"/>
                    </a:lnTo>
                    <a:lnTo>
                      <a:pt x="100" y="265"/>
                    </a:lnTo>
                    <a:lnTo>
                      <a:pt x="37" y="249"/>
                    </a:lnTo>
                    <a:lnTo>
                      <a:pt x="2" y="210"/>
                    </a:lnTo>
                    <a:lnTo>
                      <a:pt x="0" y="174"/>
                    </a:lnTo>
                    <a:lnTo>
                      <a:pt x="10" y="150"/>
                    </a:lnTo>
                    <a:lnTo>
                      <a:pt x="32" y="135"/>
                    </a:lnTo>
                    <a:lnTo>
                      <a:pt x="48" y="136"/>
                    </a:lnTo>
                    <a:lnTo>
                      <a:pt x="82" y="142"/>
                    </a:lnTo>
                    <a:lnTo>
                      <a:pt x="98" y="145"/>
                    </a:lnTo>
                    <a:lnTo>
                      <a:pt x="123" y="146"/>
                    </a:lnTo>
                    <a:lnTo>
                      <a:pt x="154" y="136"/>
                    </a:lnTo>
                    <a:lnTo>
                      <a:pt x="172" y="117"/>
                    </a:lnTo>
                    <a:lnTo>
                      <a:pt x="181" y="103"/>
                    </a:lnTo>
                    <a:lnTo>
                      <a:pt x="185" y="91"/>
                    </a:lnTo>
                    <a:lnTo>
                      <a:pt x="181" y="75"/>
                    </a:lnTo>
                    <a:lnTo>
                      <a:pt x="178" y="57"/>
                    </a:lnTo>
                    <a:lnTo>
                      <a:pt x="175" y="41"/>
                    </a:lnTo>
                    <a:lnTo>
                      <a:pt x="177" y="23"/>
                    </a:lnTo>
                    <a:lnTo>
                      <a:pt x="185" y="4"/>
                    </a:lnTo>
                    <a:lnTo>
                      <a:pt x="201" y="0"/>
                    </a:lnTo>
                    <a:lnTo>
                      <a:pt x="220" y="0"/>
                    </a:lnTo>
                    <a:lnTo>
                      <a:pt x="240" y="4"/>
                    </a:lnTo>
                    <a:lnTo>
                      <a:pt x="246" y="7"/>
                    </a:lnTo>
                    <a:lnTo>
                      <a:pt x="265" y="16"/>
                    </a:lnTo>
                    <a:lnTo>
                      <a:pt x="275" y="25"/>
                    </a:lnTo>
                    <a:lnTo>
                      <a:pt x="284" y="37"/>
                    </a:lnTo>
                    <a:lnTo>
                      <a:pt x="287" y="58"/>
                    </a:lnTo>
                    <a:lnTo>
                      <a:pt x="280" y="80"/>
                    </a:lnTo>
                    <a:lnTo>
                      <a:pt x="269" y="101"/>
                    </a:lnTo>
                    <a:lnTo>
                      <a:pt x="261" y="132"/>
                    </a:lnTo>
                    <a:lnTo>
                      <a:pt x="271" y="157"/>
                    </a:lnTo>
                    <a:lnTo>
                      <a:pt x="286" y="171"/>
                    </a:lnTo>
                    <a:lnTo>
                      <a:pt x="305" y="181"/>
                    </a:lnTo>
                    <a:lnTo>
                      <a:pt x="326" y="185"/>
                    </a:lnTo>
                    <a:lnTo>
                      <a:pt x="337" y="186"/>
                    </a:lnTo>
                    <a:lnTo>
                      <a:pt x="360" y="188"/>
                    </a:lnTo>
                    <a:lnTo>
                      <a:pt x="395" y="190"/>
                    </a:lnTo>
                    <a:lnTo>
                      <a:pt x="417" y="208"/>
                    </a:lnTo>
                    <a:lnTo>
                      <a:pt x="425" y="246"/>
                    </a:lnTo>
                    <a:lnTo>
                      <a:pt x="412" y="300"/>
                    </a:lnTo>
                    <a:lnTo>
                      <a:pt x="400" y="329"/>
                    </a:lnTo>
                    <a:lnTo>
                      <a:pt x="393" y="334"/>
                    </a:lnTo>
                    <a:lnTo>
                      <a:pt x="377" y="339"/>
                    </a:lnTo>
                    <a:lnTo>
                      <a:pt x="362" y="338"/>
                    </a:lnTo>
                    <a:lnTo>
                      <a:pt x="338" y="331"/>
                    </a:lnTo>
                    <a:lnTo>
                      <a:pt x="329" y="327"/>
                    </a:lnTo>
                    <a:lnTo>
                      <a:pt x="313" y="322"/>
                    </a:lnTo>
                    <a:lnTo>
                      <a:pt x="297" y="317"/>
                    </a:lnTo>
                    <a:lnTo>
                      <a:pt x="280" y="315"/>
                    </a:lnTo>
                    <a:lnTo>
                      <a:pt x="260" y="324"/>
                    </a:lnTo>
                    <a:lnTo>
                      <a:pt x="246" y="340"/>
                    </a:lnTo>
                    <a:lnTo>
                      <a:pt x="131" y="34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27" name="Google Shape;27;p1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" type="body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0" name="Google Shape;30;p1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1" name="Google Shape;31;p1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pos="100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737691"/>
            </a:gs>
            <a:gs pos="100000">
              <a:srgbClr val="090F3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2"/>
          <p:cNvGrpSpPr/>
          <p:nvPr/>
        </p:nvGrpSpPr>
        <p:grpSpPr>
          <a:xfrm>
            <a:off x="10604" y="-9144"/>
            <a:ext cx="12178221" cy="6878638"/>
            <a:chOff x="10604" y="-9144"/>
            <a:chExt cx="12178221" cy="6878638"/>
          </a:xfrm>
        </p:grpSpPr>
        <p:sp>
          <p:nvSpPr>
            <p:cNvPr id="97" name="Google Shape;97;p12"/>
            <p:cNvSpPr/>
            <p:nvPr/>
          </p:nvSpPr>
          <p:spPr>
            <a:xfrm>
              <a:off x="11884104" y="0"/>
              <a:ext cx="304721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60925" lIns="121875" spcFirstLastPara="1" rIns="121875" wrap="square" tIns="60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98" name="Google Shape;98;p12"/>
            <p:cNvGrpSpPr/>
            <p:nvPr/>
          </p:nvGrpSpPr>
          <p:grpSpPr>
            <a:xfrm flipH="1" rot="10800000">
              <a:off x="10604" y="-9144"/>
              <a:ext cx="1951038" cy="6878638"/>
              <a:chOff x="-4636" y="-9144"/>
              <a:chExt cx="1951038" cy="6878638"/>
            </a:xfrm>
          </p:grpSpPr>
          <p:sp>
            <p:nvSpPr>
              <p:cNvPr id="99" name="Google Shape;99;p12"/>
              <p:cNvSpPr/>
              <p:nvPr/>
            </p:nvSpPr>
            <p:spPr>
              <a:xfrm>
                <a:off x="135064" y="143256"/>
                <a:ext cx="709613" cy="825500"/>
              </a:xfrm>
              <a:custGeom>
                <a:pathLst>
                  <a:path extrusionOk="0" h="520" w="447">
                    <a:moveTo>
                      <a:pt x="272" y="519"/>
                    </a:moveTo>
                    <a:lnTo>
                      <a:pt x="265" y="512"/>
                    </a:lnTo>
                    <a:lnTo>
                      <a:pt x="259" y="505"/>
                    </a:lnTo>
                    <a:lnTo>
                      <a:pt x="254" y="495"/>
                    </a:lnTo>
                    <a:lnTo>
                      <a:pt x="252" y="486"/>
                    </a:lnTo>
                    <a:lnTo>
                      <a:pt x="248" y="475"/>
                    </a:lnTo>
                    <a:lnTo>
                      <a:pt x="246" y="465"/>
                    </a:lnTo>
                    <a:lnTo>
                      <a:pt x="245" y="454"/>
                    </a:lnTo>
                    <a:lnTo>
                      <a:pt x="242" y="444"/>
                    </a:lnTo>
                    <a:lnTo>
                      <a:pt x="239" y="434"/>
                    </a:lnTo>
                    <a:lnTo>
                      <a:pt x="235" y="425"/>
                    </a:lnTo>
                    <a:lnTo>
                      <a:pt x="230" y="417"/>
                    </a:lnTo>
                    <a:lnTo>
                      <a:pt x="223" y="411"/>
                    </a:lnTo>
                    <a:lnTo>
                      <a:pt x="215" y="406"/>
                    </a:lnTo>
                    <a:lnTo>
                      <a:pt x="205" y="403"/>
                    </a:lnTo>
                    <a:lnTo>
                      <a:pt x="193" y="402"/>
                    </a:lnTo>
                    <a:lnTo>
                      <a:pt x="177" y="403"/>
                    </a:lnTo>
                    <a:lnTo>
                      <a:pt x="168" y="407"/>
                    </a:lnTo>
                    <a:lnTo>
                      <a:pt x="159" y="410"/>
                    </a:lnTo>
                    <a:lnTo>
                      <a:pt x="150" y="412"/>
                    </a:lnTo>
                    <a:lnTo>
                      <a:pt x="140" y="415"/>
                    </a:lnTo>
                    <a:lnTo>
                      <a:pt x="131" y="416"/>
                    </a:lnTo>
                    <a:lnTo>
                      <a:pt x="122" y="417"/>
                    </a:lnTo>
                    <a:lnTo>
                      <a:pt x="112" y="417"/>
                    </a:lnTo>
                    <a:lnTo>
                      <a:pt x="102" y="417"/>
                    </a:lnTo>
                    <a:lnTo>
                      <a:pt x="99" y="412"/>
                    </a:lnTo>
                    <a:lnTo>
                      <a:pt x="96" y="406"/>
                    </a:lnTo>
                    <a:lnTo>
                      <a:pt x="93" y="399"/>
                    </a:lnTo>
                    <a:lnTo>
                      <a:pt x="90" y="393"/>
                    </a:lnTo>
                    <a:lnTo>
                      <a:pt x="87" y="385"/>
                    </a:lnTo>
                    <a:lnTo>
                      <a:pt x="84" y="378"/>
                    </a:lnTo>
                    <a:lnTo>
                      <a:pt x="81" y="370"/>
                    </a:lnTo>
                    <a:lnTo>
                      <a:pt x="79" y="362"/>
                    </a:lnTo>
                    <a:lnTo>
                      <a:pt x="78" y="355"/>
                    </a:lnTo>
                    <a:lnTo>
                      <a:pt x="76" y="347"/>
                    </a:lnTo>
                    <a:lnTo>
                      <a:pt x="75" y="339"/>
                    </a:lnTo>
                    <a:lnTo>
                      <a:pt x="74" y="332"/>
                    </a:lnTo>
                    <a:lnTo>
                      <a:pt x="74" y="324"/>
                    </a:lnTo>
                    <a:lnTo>
                      <a:pt x="75" y="316"/>
                    </a:lnTo>
                    <a:lnTo>
                      <a:pt x="76" y="309"/>
                    </a:lnTo>
                    <a:lnTo>
                      <a:pt x="78" y="302"/>
                    </a:lnTo>
                    <a:lnTo>
                      <a:pt x="87" y="299"/>
                    </a:lnTo>
                    <a:lnTo>
                      <a:pt x="97" y="298"/>
                    </a:lnTo>
                    <a:lnTo>
                      <a:pt x="106" y="300"/>
                    </a:lnTo>
                    <a:lnTo>
                      <a:pt x="116" y="302"/>
                    </a:lnTo>
                    <a:lnTo>
                      <a:pt x="126" y="305"/>
                    </a:lnTo>
                    <a:lnTo>
                      <a:pt x="136" y="306"/>
                    </a:lnTo>
                    <a:lnTo>
                      <a:pt x="146" y="307"/>
                    </a:lnTo>
                    <a:lnTo>
                      <a:pt x="157" y="305"/>
                    </a:lnTo>
                    <a:lnTo>
                      <a:pt x="165" y="302"/>
                    </a:lnTo>
                    <a:lnTo>
                      <a:pt x="170" y="298"/>
                    </a:lnTo>
                    <a:lnTo>
                      <a:pt x="175" y="294"/>
                    </a:lnTo>
                    <a:lnTo>
                      <a:pt x="179" y="290"/>
                    </a:lnTo>
                    <a:lnTo>
                      <a:pt x="182" y="284"/>
                    </a:lnTo>
                    <a:lnTo>
                      <a:pt x="185" y="278"/>
                    </a:lnTo>
                    <a:lnTo>
                      <a:pt x="186" y="273"/>
                    </a:lnTo>
                    <a:lnTo>
                      <a:pt x="187" y="266"/>
                    </a:lnTo>
                    <a:lnTo>
                      <a:pt x="188" y="259"/>
                    </a:lnTo>
                    <a:lnTo>
                      <a:pt x="189" y="253"/>
                    </a:lnTo>
                    <a:lnTo>
                      <a:pt x="189" y="246"/>
                    </a:lnTo>
                    <a:lnTo>
                      <a:pt x="189" y="239"/>
                    </a:lnTo>
                    <a:lnTo>
                      <a:pt x="189" y="232"/>
                    </a:lnTo>
                    <a:lnTo>
                      <a:pt x="189" y="226"/>
                    </a:lnTo>
                    <a:lnTo>
                      <a:pt x="188" y="219"/>
                    </a:lnTo>
                    <a:lnTo>
                      <a:pt x="188" y="213"/>
                    </a:lnTo>
                    <a:lnTo>
                      <a:pt x="186" y="204"/>
                    </a:lnTo>
                    <a:lnTo>
                      <a:pt x="182" y="198"/>
                    </a:lnTo>
                    <a:lnTo>
                      <a:pt x="178" y="191"/>
                    </a:lnTo>
                    <a:lnTo>
                      <a:pt x="173" y="185"/>
                    </a:lnTo>
                    <a:lnTo>
                      <a:pt x="167" y="180"/>
                    </a:lnTo>
                    <a:lnTo>
                      <a:pt x="161" y="176"/>
                    </a:lnTo>
                    <a:lnTo>
                      <a:pt x="153" y="171"/>
                    </a:lnTo>
                    <a:lnTo>
                      <a:pt x="146" y="167"/>
                    </a:lnTo>
                    <a:lnTo>
                      <a:pt x="138" y="167"/>
                    </a:lnTo>
                    <a:lnTo>
                      <a:pt x="130" y="170"/>
                    </a:lnTo>
                    <a:lnTo>
                      <a:pt x="123" y="172"/>
                    </a:lnTo>
                    <a:lnTo>
                      <a:pt x="116" y="175"/>
                    </a:lnTo>
                    <a:lnTo>
                      <a:pt x="108" y="178"/>
                    </a:lnTo>
                    <a:lnTo>
                      <a:pt x="100" y="182"/>
                    </a:lnTo>
                    <a:lnTo>
                      <a:pt x="93" y="185"/>
                    </a:lnTo>
                    <a:lnTo>
                      <a:pt x="86" y="189"/>
                    </a:lnTo>
                    <a:lnTo>
                      <a:pt x="79" y="191"/>
                    </a:lnTo>
                    <a:lnTo>
                      <a:pt x="71" y="194"/>
                    </a:lnTo>
                    <a:lnTo>
                      <a:pt x="64" y="194"/>
                    </a:lnTo>
                    <a:lnTo>
                      <a:pt x="56" y="194"/>
                    </a:lnTo>
                    <a:lnTo>
                      <a:pt x="48" y="193"/>
                    </a:lnTo>
                    <a:lnTo>
                      <a:pt x="41" y="190"/>
                    </a:lnTo>
                    <a:lnTo>
                      <a:pt x="34" y="185"/>
                    </a:lnTo>
                    <a:lnTo>
                      <a:pt x="26" y="179"/>
                    </a:lnTo>
                    <a:lnTo>
                      <a:pt x="24" y="175"/>
                    </a:lnTo>
                    <a:lnTo>
                      <a:pt x="21" y="171"/>
                    </a:lnTo>
                    <a:lnTo>
                      <a:pt x="19" y="166"/>
                    </a:lnTo>
                    <a:lnTo>
                      <a:pt x="15" y="162"/>
                    </a:lnTo>
                    <a:lnTo>
                      <a:pt x="13" y="157"/>
                    </a:lnTo>
                    <a:lnTo>
                      <a:pt x="11" y="151"/>
                    </a:lnTo>
                    <a:lnTo>
                      <a:pt x="9" y="146"/>
                    </a:lnTo>
                    <a:lnTo>
                      <a:pt x="7" y="139"/>
                    </a:lnTo>
                    <a:lnTo>
                      <a:pt x="6" y="134"/>
                    </a:lnTo>
                    <a:lnTo>
                      <a:pt x="4" y="129"/>
                    </a:lnTo>
                    <a:lnTo>
                      <a:pt x="2" y="122"/>
                    </a:lnTo>
                    <a:lnTo>
                      <a:pt x="1" y="116"/>
                    </a:lnTo>
                    <a:lnTo>
                      <a:pt x="0" y="111"/>
                    </a:lnTo>
                    <a:lnTo>
                      <a:pt x="0" y="104"/>
                    </a:lnTo>
                    <a:lnTo>
                      <a:pt x="0" y="98"/>
                    </a:lnTo>
                    <a:lnTo>
                      <a:pt x="0" y="92"/>
                    </a:lnTo>
                    <a:lnTo>
                      <a:pt x="378" y="0"/>
                    </a:lnTo>
                    <a:lnTo>
                      <a:pt x="383" y="5"/>
                    </a:lnTo>
                    <a:lnTo>
                      <a:pt x="387" y="12"/>
                    </a:lnTo>
                    <a:lnTo>
                      <a:pt x="391" y="18"/>
                    </a:lnTo>
                    <a:lnTo>
                      <a:pt x="394" y="26"/>
                    </a:lnTo>
                    <a:lnTo>
                      <a:pt x="397" y="33"/>
                    </a:lnTo>
                    <a:lnTo>
                      <a:pt x="399" y="41"/>
                    </a:lnTo>
                    <a:lnTo>
                      <a:pt x="401" y="49"/>
                    </a:lnTo>
                    <a:lnTo>
                      <a:pt x="403" y="57"/>
                    </a:lnTo>
                    <a:lnTo>
                      <a:pt x="405" y="65"/>
                    </a:lnTo>
                    <a:lnTo>
                      <a:pt x="406" y="74"/>
                    </a:lnTo>
                    <a:lnTo>
                      <a:pt x="407" y="82"/>
                    </a:lnTo>
                    <a:lnTo>
                      <a:pt x="408" y="91"/>
                    </a:lnTo>
                    <a:lnTo>
                      <a:pt x="410" y="99"/>
                    </a:lnTo>
                    <a:lnTo>
                      <a:pt x="411" y="107"/>
                    </a:lnTo>
                    <a:lnTo>
                      <a:pt x="412" y="115"/>
                    </a:lnTo>
                    <a:lnTo>
                      <a:pt x="413" y="123"/>
                    </a:lnTo>
                    <a:lnTo>
                      <a:pt x="401" y="138"/>
                    </a:lnTo>
                    <a:lnTo>
                      <a:pt x="396" y="141"/>
                    </a:lnTo>
                    <a:lnTo>
                      <a:pt x="391" y="143"/>
                    </a:lnTo>
                    <a:lnTo>
                      <a:pt x="386" y="144"/>
                    </a:lnTo>
                    <a:lnTo>
                      <a:pt x="380" y="144"/>
                    </a:lnTo>
                    <a:lnTo>
                      <a:pt x="375" y="144"/>
                    </a:lnTo>
                    <a:lnTo>
                      <a:pt x="370" y="144"/>
                    </a:lnTo>
                    <a:lnTo>
                      <a:pt x="365" y="143"/>
                    </a:lnTo>
                    <a:lnTo>
                      <a:pt x="359" y="142"/>
                    </a:lnTo>
                    <a:lnTo>
                      <a:pt x="354" y="141"/>
                    </a:lnTo>
                    <a:lnTo>
                      <a:pt x="348" y="139"/>
                    </a:lnTo>
                    <a:lnTo>
                      <a:pt x="343" y="139"/>
                    </a:lnTo>
                    <a:lnTo>
                      <a:pt x="338" y="138"/>
                    </a:lnTo>
                    <a:lnTo>
                      <a:pt x="332" y="137"/>
                    </a:lnTo>
                    <a:lnTo>
                      <a:pt x="326" y="136"/>
                    </a:lnTo>
                    <a:lnTo>
                      <a:pt x="320" y="137"/>
                    </a:lnTo>
                    <a:lnTo>
                      <a:pt x="314" y="138"/>
                    </a:lnTo>
                    <a:lnTo>
                      <a:pt x="307" y="141"/>
                    </a:lnTo>
                    <a:lnTo>
                      <a:pt x="301" y="146"/>
                    </a:lnTo>
                    <a:lnTo>
                      <a:pt x="295" y="152"/>
                    </a:lnTo>
                    <a:lnTo>
                      <a:pt x="290" y="159"/>
                    </a:lnTo>
                    <a:lnTo>
                      <a:pt x="286" y="166"/>
                    </a:lnTo>
                    <a:lnTo>
                      <a:pt x="284" y="175"/>
                    </a:lnTo>
                    <a:lnTo>
                      <a:pt x="282" y="184"/>
                    </a:lnTo>
                    <a:lnTo>
                      <a:pt x="283" y="194"/>
                    </a:lnTo>
                    <a:lnTo>
                      <a:pt x="285" y="199"/>
                    </a:lnTo>
                    <a:lnTo>
                      <a:pt x="286" y="204"/>
                    </a:lnTo>
                    <a:lnTo>
                      <a:pt x="286" y="210"/>
                    </a:lnTo>
                    <a:lnTo>
                      <a:pt x="287" y="217"/>
                    </a:lnTo>
                    <a:lnTo>
                      <a:pt x="289" y="222"/>
                    </a:lnTo>
                    <a:lnTo>
                      <a:pt x="290" y="229"/>
                    </a:lnTo>
                    <a:lnTo>
                      <a:pt x="292" y="235"/>
                    </a:lnTo>
                    <a:lnTo>
                      <a:pt x="293" y="241"/>
                    </a:lnTo>
                    <a:lnTo>
                      <a:pt x="295" y="247"/>
                    </a:lnTo>
                    <a:lnTo>
                      <a:pt x="298" y="253"/>
                    </a:lnTo>
                    <a:lnTo>
                      <a:pt x="300" y="259"/>
                    </a:lnTo>
                    <a:lnTo>
                      <a:pt x="304" y="264"/>
                    </a:lnTo>
                    <a:lnTo>
                      <a:pt x="308" y="268"/>
                    </a:lnTo>
                    <a:lnTo>
                      <a:pt x="313" y="273"/>
                    </a:lnTo>
                    <a:lnTo>
                      <a:pt x="319" y="276"/>
                    </a:lnTo>
                    <a:lnTo>
                      <a:pt x="326" y="279"/>
                    </a:lnTo>
                    <a:lnTo>
                      <a:pt x="332" y="282"/>
                    </a:lnTo>
                    <a:lnTo>
                      <a:pt x="339" y="284"/>
                    </a:lnTo>
                    <a:lnTo>
                      <a:pt x="345" y="284"/>
                    </a:lnTo>
                    <a:lnTo>
                      <a:pt x="351" y="284"/>
                    </a:lnTo>
                    <a:lnTo>
                      <a:pt x="357" y="282"/>
                    </a:lnTo>
                    <a:lnTo>
                      <a:pt x="362" y="280"/>
                    </a:lnTo>
                    <a:lnTo>
                      <a:pt x="367" y="278"/>
                    </a:lnTo>
                    <a:lnTo>
                      <a:pt x="373" y="274"/>
                    </a:lnTo>
                    <a:lnTo>
                      <a:pt x="379" y="272"/>
                    </a:lnTo>
                    <a:lnTo>
                      <a:pt x="385" y="268"/>
                    </a:lnTo>
                    <a:lnTo>
                      <a:pt x="390" y="266"/>
                    </a:lnTo>
                    <a:lnTo>
                      <a:pt x="396" y="264"/>
                    </a:lnTo>
                    <a:lnTo>
                      <a:pt x="402" y="262"/>
                    </a:lnTo>
                    <a:lnTo>
                      <a:pt x="407" y="260"/>
                    </a:lnTo>
                    <a:lnTo>
                      <a:pt x="414" y="260"/>
                    </a:lnTo>
                    <a:lnTo>
                      <a:pt x="420" y="261"/>
                    </a:lnTo>
                    <a:lnTo>
                      <a:pt x="426" y="265"/>
                    </a:lnTo>
                    <a:lnTo>
                      <a:pt x="429" y="270"/>
                    </a:lnTo>
                    <a:lnTo>
                      <a:pt x="432" y="275"/>
                    </a:lnTo>
                    <a:lnTo>
                      <a:pt x="434" y="281"/>
                    </a:lnTo>
                    <a:lnTo>
                      <a:pt x="436" y="287"/>
                    </a:lnTo>
                    <a:lnTo>
                      <a:pt x="439" y="292"/>
                    </a:lnTo>
                    <a:lnTo>
                      <a:pt x="439" y="299"/>
                    </a:lnTo>
                    <a:lnTo>
                      <a:pt x="440" y="305"/>
                    </a:lnTo>
                    <a:lnTo>
                      <a:pt x="442" y="312"/>
                    </a:lnTo>
                    <a:lnTo>
                      <a:pt x="442" y="319"/>
                    </a:lnTo>
                    <a:lnTo>
                      <a:pt x="443" y="325"/>
                    </a:lnTo>
                    <a:lnTo>
                      <a:pt x="443" y="332"/>
                    </a:lnTo>
                    <a:lnTo>
                      <a:pt x="444" y="338"/>
                    </a:lnTo>
                    <a:lnTo>
                      <a:pt x="445" y="345"/>
                    </a:lnTo>
                    <a:lnTo>
                      <a:pt x="445" y="352"/>
                    </a:lnTo>
                    <a:lnTo>
                      <a:pt x="446" y="358"/>
                    </a:lnTo>
                    <a:lnTo>
                      <a:pt x="436" y="358"/>
                    </a:lnTo>
                    <a:lnTo>
                      <a:pt x="426" y="359"/>
                    </a:lnTo>
                    <a:lnTo>
                      <a:pt x="417" y="361"/>
                    </a:lnTo>
                    <a:lnTo>
                      <a:pt x="406" y="363"/>
                    </a:lnTo>
                    <a:lnTo>
                      <a:pt x="397" y="366"/>
                    </a:lnTo>
                    <a:lnTo>
                      <a:pt x="386" y="369"/>
                    </a:lnTo>
                    <a:lnTo>
                      <a:pt x="377" y="372"/>
                    </a:lnTo>
                    <a:lnTo>
                      <a:pt x="366" y="377"/>
                    </a:lnTo>
                    <a:lnTo>
                      <a:pt x="363" y="380"/>
                    </a:lnTo>
                    <a:lnTo>
                      <a:pt x="359" y="385"/>
                    </a:lnTo>
                    <a:lnTo>
                      <a:pt x="354" y="391"/>
                    </a:lnTo>
                    <a:lnTo>
                      <a:pt x="351" y="398"/>
                    </a:lnTo>
                    <a:lnTo>
                      <a:pt x="347" y="406"/>
                    </a:lnTo>
                    <a:lnTo>
                      <a:pt x="346" y="414"/>
                    </a:lnTo>
                    <a:lnTo>
                      <a:pt x="347" y="421"/>
                    </a:lnTo>
                    <a:lnTo>
                      <a:pt x="350" y="429"/>
                    </a:lnTo>
                    <a:lnTo>
                      <a:pt x="353" y="437"/>
                    </a:lnTo>
                    <a:lnTo>
                      <a:pt x="358" y="444"/>
                    </a:lnTo>
                    <a:lnTo>
                      <a:pt x="363" y="450"/>
                    </a:lnTo>
                    <a:lnTo>
                      <a:pt x="368" y="458"/>
                    </a:lnTo>
                    <a:lnTo>
                      <a:pt x="372" y="464"/>
                    </a:lnTo>
                    <a:lnTo>
                      <a:pt x="374" y="472"/>
                    </a:lnTo>
                    <a:lnTo>
                      <a:pt x="375" y="480"/>
                    </a:lnTo>
                    <a:lnTo>
                      <a:pt x="373" y="489"/>
                    </a:lnTo>
                    <a:lnTo>
                      <a:pt x="369" y="492"/>
                    </a:lnTo>
                    <a:lnTo>
                      <a:pt x="364" y="495"/>
                    </a:lnTo>
                    <a:lnTo>
                      <a:pt x="359" y="498"/>
                    </a:lnTo>
                    <a:lnTo>
                      <a:pt x="353" y="500"/>
                    </a:lnTo>
                    <a:lnTo>
                      <a:pt x="347" y="503"/>
                    </a:lnTo>
                    <a:lnTo>
                      <a:pt x="341" y="505"/>
                    </a:lnTo>
                    <a:lnTo>
                      <a:pt x="336" y="508"/>
                    </a:lnTo>
                    <a:lnTo>
                      <a:pt x="330" y="509"/>
                    </a:lnTo>
                    <a:lnTo>
                      <a:pt x="323" y="511"/>
                    </a:lnTo>
                    <a:lnTo>
                      <a:pt x="317" y="512"/>
                    </a:lnTo>
                    <a:lnTo>
                      <a:pt x="311" y="514"/>
                    </a:lnTo>
                    <a:lnTo>
                      <a:pt x="304" y="515"/>
                    </a:lnTo>
                    <a:lnTo>
                      <a:pt x="298" y="516"/>
                    </a:lnTo>
                    <a:lnTo>
                      <a:pt x="292" y="517"/>
                    </a:lnTo>
                    <a:lnTo>
                      <a:pt x="285" y="518"/>
                    </a:lnTo>
                    <a:lnTo>
                      <a:pt x="279" y="519"/>
                    </a:lnTo>
                    <a:lnTo>
                      <a:pt x="272" y="51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0" name="Google Shape;100;p12"/>
              <p:cNvSpPr/>
              <p:nvPr/>
            </p:nvSpPr>
            <p:spPr>
              <a:xfrm>
                <a:off x="42989" y="2829306"/>
                <a:ext cx="733425" cy="981075"/>
              </a:xfrm>
              <a:custGeom>
                <a:pathLst>
                  <a:path extrusionOk="0" h="618" w="462">
                    <a:moveTo>
                      <a:pt x="384" y="617"/>
                    </a:moveTo>
                    <a:lnTo>
                      <a:pt x="248" y="578"/>
                    </a:lnTo>
                    <a:lnTo>
                      <a:pt x="231" y="442"/>
                    </a:lnTo>
                    <a:lnTo>
                      <a:pt x="224" y="439"/>
                    </a:lnTo>
                    <a:lnTo>
                      <a:pt x="217" y="436"/>
                    </a:lnTo>
                    <a:lnTo>
                      <a:pt x="209" y="435"/>
                    </a:lnTo>
                    <a:lnTo>
                      <a:pt x="201" y="434"/>
                    </a:lnTo>
                    <a:lnTo>
                      <a:pt x="193" y="434"/>
                    </a:lnTo>
                    <a:lnTo>
                      <a:pt x="185" y="434"/>
                    </a:lnTo>
                    <a:lnTo>
                      <a:pt x="176" y="435"/>
                    </a:lnTo>
                    <a:lnTo>
                      <a:pt x="167" y="435"/>
                    </a:lnTo>
                    <a:lnTo>
                      <a:pt x="165" y="436"/>
                    </a:lnTo>
                    <a:lnTo>
                      <a:pt x="162" y="438"/>
                    </a:lnTo>
                    <a:lnTo>
                      <a:pt x="160" y="440"/>
                    </a:lnTo>
                    <a:lnTo>
                      <a:pt x="158" y="442"/>
                    </a:lnTo>
                    <a:lnTo>
                      <a:pt x="156" y="444"/>
                    </a:lnTo>
                    <a:lnTo>
                      <a:pt x="153" y="448"/>
                    </a:lnTo>
                    <a:lnTo>
                      <a:pt x="151" y="452"/>
                    </a:lnTo>
                    <a:lnTo>
                      <a:pt x="147" y="456"/>
                    </a:lnTo>
                    <a:lnTo>
                      <a:pt x="147" y="461"/>
                    </a:lnTo>
                    <a:lnTo>
                      <a:pt x="147" y="468"/>
                    </a:lnTo>
                    <a:lnTo>
                      <a:pt x="147" y="474"/>
                    </a:lnTo>
                    <a:lnTo>
                      <a:pt x="147" y="480"/>
                    </a:lnTo>
                    <a:lnTo>
                      <a:pt x="147" y="487"/>
                    </a:lnTo>
                    <a:lnTo>
                      <a:pt x="146" y="493"/>
                    </a:lnTo>
                    <a:lnTo>
                      <a:pt x="146" y="499"/>
                    </a:lnTo>
                    <a:lnTo>
                      <a:pt x="145" y="506"/>
                    </a:lnTo>
                    <a:lnTo>
                      <a:pt x="143" y="513"/>
                    </a:lnTo>
                    <a:lnTo>
                      <a:pt x="143" y="520"/>
                    </a:lnTo>
                    <a:lnTo>
                      <a:pt x="141" y="525"/>
                    </a:lnTo>
                    <a:lnTo>
                      <a:pt x="139" y="532"/>
                    </a:lnTo>
                    <a:lnTo>
                      <a:pt x="136" y="537"/>
                    </a:lnTo>
                    <a:lnTo>
                      <a:pt x="134" y="543"/>
                    </a:lnTo>
                    <a:lnTo>
                      <a:pt x="131" y="549"/>
                    </a:lnTo>
                    <a:lnTo>
                      <a:pt x="128" y="553"/>
                    </a:lnTo>
                    <a:lnTo>
                      <a:pt x="7" y="549"/>
                    </a:lnTo>
                    <a:lnTo>
                      <a:pt x="7" y="539"/>
                    </a:lnTo>
                    <a:lnTo>
                      <a:pt x="7" y="530"/>
                    </a:lnTo>
                    <a:lnTo>
                      <a:pt x="6" y="521"/>
                    </a:lnTo>
                    <a:lnTo>
                      <a:pt x="5" y="510"/>
                    </a:lnTo>
                    <a:lnTo>
                      <a:pt x="4" y="501"/>
                    </a:lnTo>
                    <a:lnTo>
                      <a:pt x="2" y="492"/>
                    </a:lnTo>
                    <a:lnTo>
                      <a:pt x="1" y="482"/>
                    </a:lnTo>
                    <a:lnTo>
                      <a:pt x="1" y="472"/>
                    </a:lnTo>
                    <a:lnTo>
                      <a:pt x="0" y="463"/>
                    </a:lnTo>
                    <a:lnTo>
                      <a:pt x="0" y="453"/>
                    </a:lnTo>
                    <a:lnTo>
                      <a:pt x="0" y="442"/>
                    </a:lnTo>
                    <a:lnTo>
                      <a:pt x="1" y="433"/>
                    </a:lnTo>
                    <a:lnTo>
                      <a:pt x="3" y="423"/>
                    </a:lnTo>
                    <a:lnTo>
                      <a:pt x="5" y="413"/>
                    </a:lnTo>
                    <a:lnTo>
                      <a:pt x="8" y="402"/>
                    </a:lnTo>
                    <a:lnTo>
                      <a:pt x="12" y="392"/>
                    </a:lnTo>
                    <a:lnTo>
                      <a:pt x="18" y="388"/>
                    </a:lnTo>
                    <a:lnTo>
                      <a:pt x="24" y="386"/>
                    </a:lnTo>
                    <a:lnTo>
                      <a:pt x="30" y="384"/>
                    </a:lnTo>
                    <a:lnTo>
                      <a:pt x="37" y="383"/>
                    </a:lnTo>
                    <a:lnTo>
                      <a:pt x="45" y="384"/>
                    </a:lnTo>
                    <a:lnTo>
                      <a:pt x="52" y="385"/>
                    </a:lnTo>
                    <a:lnTo>
                      <a:pt x="59" y="387"/>
                    </a:lnTo>
                    <a:lnTo>
                      <a:pt x="66" y="389"/>
                    </a:lnTo>
                    <a:lnTo>
                      <a:pt x="73" y="392"/>
                    </a:lnTo>
                    <a:lnTo>
                      <a:pt x="80" y="396"/>
                    </a:lnTo>
                    <a:lnTo>
                      <a:pt x="87" y="400"/>
                    </a:lnTo>
                    <a:lnTo>
                      <a:pt x="94" y="403"/>
                    </a:lnTo>
                    <a:lnTo>
                      <a:pt x="100" y="407"/>
                    </a:lnTo>
                    <a:lnTo>
                      <a:pt x="107" y="411"/>
                    </a:lnTo>
                    <a:lnTo>
                      <a:pt x="113" y="415"/>
                    </a:lnTo>
                    <a:lnTo>
                      <a:pt x="120" y="417"/>
                    </a:lnTo>
                    <a:lnTo>
                      <a:pt x="136" y="417"/>
                    </a:lnTo>
                    <a:lnTo>
                      <a:pt x="143" y="412"/>
                    </a:lnTo>
                    <a:lnTo>
                      <a:pt x="151" y="406"/>
                    </a:lnTo>
                    <a:lnTo>
                      <a:pt x="156" y="399"/>
                    </a:lnTo>
                    <a:lnTo>
                      <a:pt x="160" y="391"/>
                    </a:lnTo>
                    <a:lnTo>
                      <a:pt x="163" y="383"/>
                    </a:lnTo>
                    <a:lnTo>
                      <a:pt x="165" y="373"/>
                    </a:lnTo>
                    <a:lnTo>
                      <a:pt x="166" y="363"/>
                    </a:lnTo>
                    <a:lnTo>
                      <a:pt x="166" y="353"/>
                    </a:lnTo>
                    <a:lnTo>
                      <a:pt x="166" y="343"/>
                    </a:lnTo>
                    <a:lnTo>
                      <a:pt x="166" y="333"/>
                    </a:lnTo>
                    <a:lnTo>
                      <a:pt x="164" y="321"/>
                    </a:lnTo>
                    <a:lnTo>
                      <a:pt x="163" y="311"/>
                    </a:lnTo>
                    <a:lnTo>
                      <a:pt x="161" y="301"/>
                    </a:lnTo>
                    <a:lnTo>
                      <a:pt x="159" y="290"/>
                    </a:lnTo>
                    <a:lnTo>
                      <a:pt x="158" y="280"/>
                    </a:lnTo>
                    <a:lnTo>
                      <a:pt x="156" y="270"/>
                    </a:lnTo>
                    <a:lnTo>
                      <a:pt x="39" y="241"/>
                    </a:lnTo>
                    <a:lnTo>
                      <a:pt x="63" y="135"/>
                    </a:lnTo>
                    <a:lnTo>
                      <a:pt x="71" y="135"/>
                    </a:lnTo>
                    <a:lnTo>
                      <a:pt x="79" y="136"/>
                    </a:lnTo>
                    <a:lnTo>
                      <a:pt x="87" y="137"/>
                    </a:lnTo>
                    <a:lnTo>
                      <a:pt x="96" y="139"/>
                    </a:lnTo>
                    <a:lnTo>
                      <a:pt x="104" y="141"/>
                    </a:lnTo>
                    <a:lnTo>
                      <a:pt x="113" y="143"/>
                    </a:lnTo>
                    <a:lnTo>
                      <a:pt x="120" y="144"/>
                    </a:lnTo>
                    <a:lnTo>
                      <a:pt x="129" y="146"/>
                    </a:lnTo>
                    <a:lnTo>
                      <a:pt x="137" y="147"/>
                    </a:lnTo>
                    <a:lnTo>
                      <a:pt x="146" y="147"/>
                    </a:lnTo>
                    <a:lnTo>
                      <a:pt x="154" y="147"/>
                    </a:lnTo>
                    <a:lnTo>
                      <a:pt x="162" y="146"/>
                    </a:lnTo>
                    <a:lnTo>
                      <a:pt x="170" y="144"/>
                    </a:lnTo>
                    <a:lnTo>
                      <a:pt x="177" y="141"/>
                    </a:lnTo>
                    <a:lnTo>
                      <a:pt x="185" y="136"/>
                    </a:lnTo>
                    <a:lnTo>
                      <a:pt x="192" y="132"/>
                    </a:lnTo>
                    <a:lnTo>
                      <a:pt x="195" y="128"/>
                    </a:lnTo>
                    <a:lnTo>
                      <a:pt x="197" y="125"/>
                    </a:lnTo>
                    <a:lnTo>
                      <a:pt x="200" y="121"/>
                    </a:lnTo>
                    <a:lnTo>
                      <a:pt x="204" y="118"/>
                    </a:lnTo>
                    <a:lnTo>
                      <a:pt x="206" y="114"/>
                    </a:lnTo>
                    <a:lnTo>
                      <a:pt x="210" y="108"/>
                    </a:lnTo>
                    <a:lnTo>
                      <a:pt x="212" y="104"/>
                    </a:lnTo>
                    <a:lnTo>
                      <a:pt x="216" y="97"/>
                    </a:lnTo>
                    <a:lnTo>
                      <a:pt x="216" y="92"/>
                    </a:lnTo>
                    <a:lnTo>
                      <a:pt x="214" y="86"/>
                    </a:lnTo>
                    <a:lnTo>
                      <a:pt x="214" y="80"/>
                    </a:lnTo>
                    <a:lnTo>
                      <a:pt x="212" y="76"/>
                    </a:lnTo>
                    <a:lnTo>
                      <a:pt x="211" y="69"/>
                    </a:lnTo>
                    <a:lnTo>
                      <a:pt x="210" y="65"/>
                    </a:lnTo>
                    <a:lnTo>
                      <a:pt x="209" y="58"/>
                    </a:lnTo>
                    <a:lnTo>
                      <a:pt x="208" y="53"/>
                    </a:lnTo>
                    <a:lnTo>
                      <a:pt x="207" y="47"/>
                    </a:lnTo>
                    <a:lnTo>
                      <a:pt x="206" y="41"/>
                    </a:lnTo>
                    <a:lnTo>
                      <a:pt x="206" y="35"/>
                    </a:lnTo>
                    <a:lnTo>
                      <a:pt x="207" y="29"/>
                    </a:lnTo>
                    <a:lnTo>
                      <a:pt x="208" y="24"/>
                    </a:lnTo>
                    <a:lnTo>
                      <a:pt x="210" y="17"/>
                    </a:lnTo>
                    <a:lnTo>
                      <a:pt x="212" y="11"/>
                    </a:lnTo>
                    <a:lnTo>
                      <a:pt x="216" y="5"/>
                    </a:lnTo>
                    <a:lnTo>
                      <a:pt x="221" y="2"/>
                    </a:lnTo>
                    <a:lnTo>
                      <a:pt x="226" y="1"/>
                    </a:lnTo>
                    <a:lnTo>
                      <a:pt x="233" y="0"/>
                    </a:lnTo>
                    <a:lnTo>
                      <a:pt x="239" y="0"/>
                    </a:lnTo>
                    <a:lnTo>
                      <a:pt x="245" y="0"/>
                    </a:lnTo>
                    <a:lnTo>
                      <a:pt x="251" y="0"/>
                    </a:lnTo>
                    <a:lnTo>
                      <a:pt x="258" y="1"/>
                    </a:lnTo>
                    <a:lnTo>
                      <a:pt x="264" y="3"/>
                    </a:lnTo>
                    <a:lnTo>
                      <a:pt x="272" y="5"/>
                    </a:lnTo>
                    <a:lnTo>
                      <a:pt x="278" y="8"/>
                    </a:lnTo>
                    <a:lnTo>
                      <a:pt x="284" y="11"/>
                    </a:lnTo>
                    <a:lnTo>
                      <a:pt x="290" y="13"/>
                    </a:lnTo>
                    <a:lnTo>
                      <a:pt x="296" y="17"/>
                    </a:lnTo>
                    <a:lnTo>
                      <a:pt x="302" y="21"/>
                    </a:lnTo>
                    <a:lnTo>
                      <a:pt x="307" y="26"/>
                    </a:lnTo>
                    <a:lnTo>
                      <a:pt x="311" y="30"/>
                    </a:lnTo>
                    <a:lnTo>
                      <a:pt x="316" y="38"/>
                    </a:lnTo>
                    <a:lnTo>
                      <a:pt x="318" y="44"/>
                    </a:lnTo>
                    <a:lnTo>
                      <a:pt x="319" y="52"/>
                    </a:lnTo>
                    <a:lnTo>
                      <a:pt x="318" y="59"/>
                    </a:lnTo>
                    <a:lnTo>
                      <a:pt x="317" y="66"/>
                    </a:lnTo>
                    <a:lnTo>
                      <a:pt x="314" y="73"/>
                    </a:lnTo>
                    <a:lnTo>
                      <a:pt x="311" y="80"/>
                    </a:lnTo>
                    <a:lnTo>
                      <a:pt x="308" y="87"/>
                    </a:lnTo>
                    <a:lnTo>
                      <a:pt x="304" y="94"/>
                    </a:lnTo>
                    <a:lnTo>
                      <a:pt x="301" y="102"/>
                    </a:lnTo>
                    <a:lnTo>
                      <a:pt x="297" y="110"/>
                    </a:lnTo>
                    <a:lnTo>
                      <a:pt x="294" y="118"/>
                    </a:lnTo>
                    <a:lnTo>
                      <a:pt x="294" y="125"/>
                    </a:lnTo>
                    <a:lnTo>
                      <a:pt x="293" y="133"/>
                    </a:lnTo>
                    <a:lnTo>
                      <a:pt x="294" y="140"/>
                    </a:lnTo>
                    <a:lnTo>
                      <a:pt x="295" y="147"/>
                    </a:lnTo>
                    <a:lnTo>
                      <a:pt x="302" y="158"/>
                    </a:lnTo>
                    <a:lnTo>
                      <a:pt x="309" y="165"/>
                    </a:lnTo>
                    <a:lnTo>
                      <a:pt x="317" y="172"/>
                    </a:lnTo>
                    <a:lnTo>
                      <a:pt x="327" y="176"/>
                    </a:lnTo>
                    <a:lnTo>
                      <a:pt x="337" y="181"/>
                    </a:lnTo>
                    <a:lnTo>
                      <a:pt x="347" y="183"/>
                    </a:lnTo>
                    <a:lnTo>
                      <a:pt x="357" y="186"/>
                    </a:lnTo>
                    <a:lnTo>
                      <a:pt x="369" y="187"/>
                    </a:lnTo>
                    <a:lnTo>
                      <a:pt x="380" y="188"/>
                    </a:lnTo>
                    <a:lnTo>
                      <a:pt x="392" y="188"/>
                    </a:lnTo>
                    <a:lnTo>
                      <a:pt x="403" y="189"/>
                    </a:lnTo>
                    <a:lnTo>
                      <a:pt x="415" y="189"/>
                    </a:lnTo>
                    <a:lnTo>
                      <a:pt x="427" y="190"/>
                    </a:lnTo>
                    <a:lnTo>
                      <a:pt x="438" y="191"/>
                    </a:lnTo>
                    <a:lnTo>
                      <a:pt x="450" y="192"/>
                    </a:lnTo>
                    <a:lnTo>
                      <a:pt x="461" y="195"/>
                    </a:lnTo>
                    <a:lnTo>
                      <a:pt x="431" y="329"/>
                    </a:lnTo>
                    <a:lnTo>
                      <a:pt x="424" y="334"/>
                    </a:lnTo>
                    <a:lnTo>
                      <a:pt x="416" y="336"/>
                    </a:lnTo>
                    <a:lnTo>
                      <a:pt x="408" y="338"/>
                    </a:lnTo>
                    <a:lnTo>
                      <a:pt x="401" y="338"/>
                    </a:lnTo>
                    <a:lnTo>
                      <a:pt x="393" y="337"/>
                    </a:lnTo>
                    <a:lnTo>
                      <a:pt x="385" y="336"/>
                    </a:lnTo>
                    <a:lnTo>
                      <a:pt x="377" y="334"/>
                    </a:lnTo>
                    <a:lnTo>
                      <a:pt x="370" y="331"/>
                    </a:lnTo>
                    <a:lnTo>
                      <a:pt x="361" y="327"/>
                    </a:lnTo>
                    <a:lnTo>
                      <a:pt x="353" y="325"/>
                    </a:lnTo>
                    <a:lnTo>
                      <a:pt x="345" y="321"/>
                    </a:lnTo>
                    <a:lnTo>
                      <a:pt x="337" y="319"/>
                    </a:lnTo>
                    <a:lnTo>
                      <a:pt x="328" y="317"/>
                    </a:lnTo>
                    <a:lnTo>
                      <a:pt x="320" y="316"/>
                    </a:lnTo>
                    <a:lnTo>
                      <a:pt x="311" y="315"/>
                    </a:lnTo>
                    <a:lnTo>
                      <a:pt x="303" y="316"/>
                    </a:lnTo>
                    <a:lnTo>
                      <a:pt x="297" y="319"/>
                    </a:lnTo>
                    <a:lnTo>
                      <a:pt x="291" y="323"/>
                    </a:lnTo>
                    <a:lnTo>
                      <a:pt x="286" y="327"/>
                    </a:lnTo>
                    <a:lnTo>
                      <a:pt x="281" y="333"/>
                    </a:lnTo>
                    <a:lnTo>
                      <a:pt x="277" y="339"/>
                    </a:lnTo>
                    <a:lnTo>
                      <a:pt x="274" y="346"/>
                    </a:lnTo>
                    <a:lnTo>
                      <a:pt x="271" y="353"/>
                    </a:lnTo>
                    <a:lnTo>
                      <a:pt x="268" y="361"/>
                    </a:lnTo>
                    <a:lnTo>
                      <a:pt x="266" y="368"/>
                    </a:lnTo>
                    <a:lnTo>
                      <a:pt x="264" y="376"/>
                    </a:lnTo>
                    <a:lnTo>
                      <a:pt x="264" y="385"/>
                    </a:lnTo>
                    <a:lnTo>
                      <a:pt x="263" y="393"/>
                    </a:lnTo>
                    <a:lnTo>
                      <a:pt x="263" y="402"/>
                    </a:lnTo>
                    <a:lnTo>
                      <a:pt x="263" y="410"/>
                    </a:lnTo>
                    <a:lnTo>
                      <a:pt x="264" y="418"/>
                    </a:lnTo>
                    <a:lnTo>
                      <a:pt x="264" y="427"/>
                    </a:lnTo>
                    <a:lnTo>
                      <a:pt x="268" y="438"/>
                    </a:lnTo>
                    <a:lnTo>
                      <a:pt x="273" y="446"/>
                    </a:lnTo>
                    <a:lnTo>
                      <a:pt x="279" y="454"/>
                    </a:lnTo>
                    <a:lnTo>
                      <a:pt x="286" y="457"/>
                    </a:lnTo>
                    <a:lnTo>
                      <a:pt x="293" y="461"/>
                    </a:lnTo>
                    <a:lnTo>
                      <a:pt x="300" y="463"/>
                    </a:lnTo>
                    <a:lnTo>
                      <a:pt x="308" y="464"/>
                    </a:lnTo>
                    <a:lnTo>
                      <a:pt x="317" y="464"/>
                    </a:lnTo>
                    <a:lnTo>
                      <a:pt x="326" y="463"/>
                    </a:lnTo>
                    <a:lnTo>
                      <a:pt x="335" y="463"/>
                    </a:lnTo>
                    <a:lnTo>
                      <a:pt x="344" y="462"/>
                    </a:lnTo>
                    <a:lnTo>
                      <a:pt x="354" y="463"/>
                    </a:lnTo>
                    <a:lnTo>
                      <a:pt x="363" y="463"/>
                    </a:lnTo>
                    <a:lnTo>
                      <a:pt x="373" y="465"/>
                    </a:lnTo>
                    <a:lnTo>
                      <a:pt x="383" y="468"/>
                    </a:lnTo>
                    <a:lnTo>
                      <a:pt x="392" y="473"/>
                    </a:lnTo>
                    <a:lnTo>
                      <a:pt x="395" y="482"/>
                    </a:lnTo>
                    <a:lnTo>
                      <a:pt x="398" y="491"/>
                    </a:lnTo>
                    <a:lnTo>
                      <a:pt x="400" y="499"/>
                    </a:lnTo>
                    <a:lnTo>
                      <a:pt x="401" y="509"/>
                    </a:lnTo>
                    <a:lnTo>
                      <a:pt x="403" y="518"/>
                    </a:lnTo>
                    <a:lnTo>
                      <a:pt x="404" y="527"/>
                    </a:lnTo>
                    <a:lnTo>
                      <a:pt x="404" y="536"/>
                    </a:lnTo>
                    <a:lnTo>
                      <a:pt x="403" y="547"/>
                    </a:lnTo>
                    <a:lnTo>
                      <a:pt x="403" y="555"/>
                    </a:lnTo>
                    <a:lnTo>
                      <a:pt x="401" y="564"/>
                    </a:lnTo>
                    <a:lnTo>
                      <a:pt x="400" y="574"/>
                    </a:lnTo>
                    <a:lnTo>
                      <a:pt x="398" y="583"/>
                    </a:lnTo>
                    <a:lnTo>
                      <a:pt x="396" y="591"/>
                    </a:lnTo>
                    <a:lnTo>
                      <a:pt x="393" y="600"/>
                    </a:lnTo>
                    <a:lnTo>
                      <a:pt x="391" y="608"/>
                    </a:lnTo>
                    <a:lnTo>
                      <a:pt x="388" y="617"/>
                    </a:lnTo>
                    <a:lnTo>
                      <a:pt x="384" y="617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1" name="Google Shape;101;p12"/>
              <p:cNvSpPr/>
              <p:nvPr/>
            </p:nvSpPr>
            <p:spPr>
              <a:xfrm>
                <a:off x="89027" y="2084769"/>
                <a:ext cx="990600" cy="588963"/>
              </a:xfrm>
              <a:custGeom>
                <a:pathLst>
                  <a:path extrusionOk="0" h="371" w="624">
                    <a:moveTo>
                      <a:pt x="191" y="370"/>
                    </a:moveTo>
                    <a:lnTo>
                      <a:pt x="190" y="363"/>
                    </a:lnTo>
                    <a:lnTo>
                      <a:pt x="189" y="356"/>
                    </a:lnTo>
                    <a:lnTo>
                      <a:pt x="188" y="349"/>
                    </a:lnTo>
                    <a:lnTo>
                      <a:pt x="186" y="342"/>
                    </a:lnTo>
                    <a:lnTo>
                      <a:pt x="185" y="335"/>
                    </a:lnTo>
                    <a:lnTo>
                      <a:pt x="182" y="328"/>
                    </a:lnTo>
                    <a:lnTo>
                      <a:pt x="181" y="321"/>
                    </a:lnTo>
                    <a:lnTo>
                      <a:pt x="178" y="315"/>
                    </a:lnTo>
                    <a:lnTo>
                      <a:pt x="175" y="308"/>
                    </a:lnTo>
                    <a:lnTo>
                      <a:pt x="171" y="302"/>
                    </a:lnTo>
                    <a:lnTo>
                      <a:pt x="167" y="296"/>
                    </a:lnTo>
                    <a:lnTo>
                      <a:pt x="162" y="290"/>
                    </a:lnTo>
                    <a:lnTo>
                      <a:pt x="156" y="285"/>
                    </a:lnTo>
                    <a:lnTo>
                      <a:pt x="149" y="280"/>
                    </a:lnTo>
                    <a:lnTo>
                      <a:pt x="143" y="276"/>
                    </a:lnTo>
                    <a:lnTo>
                      <a:pt x="134" y="273"/>
                    </a:lnTo>
                    <a:lnTo>
                      <a:pt x="131" y="271"/>
                    </a:lnTo>
                    <a:lnTo>
                      <a:pt x="128" y="270"/>
                    </a:lnTo>
                    <a:lnTo>
                      <a:pt x="124" y="270"/>
                    </a:lnTo>
                    <a:lnTo>
                      <a:pt x="121" y="270"/>
                    </a:lnTo>
                    <a:lnTo>
                      <a:pt x="117" y="270"/>
                    </a:lnTo>
                    <a:lnTo>
                      <a:pt x="113" y="271"/>
                    </a:lnTo>
                    <a:lnTo>
                      <a:pt x="109" y="270"/>
                    </a:lnTo>
                    <a:lnTo>
                      <a:pt x="104" y="269"/>
                    </a:lnTo>
                    <a:lnTo>
                      <a:pt x="22" y="307"/>
                    </a:lnTo>
                    <a:lnTo>
                      <a:pt x="19" y="304"/>
                    </a:lnTo>
                    <a:lnTo>
                      <a:pt x="15" y="300"/>
                    </a:lnTo>
                    <a:lnTo>
                      <a:pt x="13" y="296"/>
                    </a:lnTo>
                    <a:lnTo>
                      <a:pt x="10" y="290"/>
                    </a:lnTo>
                    <a:lnTo>
                      <a:pt x="9" y="286"/>
                    </a:lnTo>
                    <a:lnTo>
                      <a:pt x="6" y="280"/>
                    </a:lnTo>
                    <a:lnTo>
                      <a:pt x="5" y="275"/>
                    </a:lnTo>
                    <a:lnTo>
                      <a:pt x="4" y="270"/>
                    </a:lnTo>
                    <a:lnTo>
                      <a:pt x="3" y="264"/>
                    </a:lnTo>
                    <a:lnTo>
                      <a:pt x="2" y="258"/>
                    </a:lnTo>
                    <a:lnTo>
                      <a:pt x="0" y="252"/>
                    </a:lnTo>
                    <a:lnTo>
                      <a:pt x="0" y="246"/>
                    </a:lnTo>
                    <a:lnTo>
                      <a:pt x="0" y="241"/>
                    </a:lnTo>
                    <a:lnTo>
                      <a:pt x="0" y="236"/>
                    </a:lnTo>
                    <a:lnTo>
                      <a:pt x="0" y="229"/>
                    </a:lnTo>
                    <a:lnTo>
                      <a:pt x="0" y="224"/>
                    </a:lnTo>
                    <a:lnTo>
                      <a:pt x="0" y="221"/>
                    </a:lnTo>
                    <a:lnTo>
                      <a:pt x="2" y="217"/>
                    </a:lnTo>
                    <a:lnTo>
                      <a:pt x="4" y="214"/>
                    </a:lnTo>
                    <a:lnTo>
                      <a:pt x="6" y="211"/>
                    </a:lnTo>
                    <a:lnTo>
                      <a:pt x="9" y="208"/>
                    </a:lnTo>
                    <a:lnTo>
                      <a:pt x="12" y="206"/>
                    </a:lnTo>
                    <a:lnTo>
                      <a:pt x="16" y="203"/>
                    </a:lnTo>
                    <a:lnTo>
                      <a:pt x="22" y="200"/>
                    </a:lnTo>
                    <a:lnTo>
                      <a:pt x="28" y="200"/>
                    </a:lnTo>
                    <a:lnTo>
                      <a:pt x="33" y="200"/>
                    </a:lnTo>
                    <a:lnTo>
                      <a:pt x="40" y="200"/>
                    </a:lnTo>
                    <a:lnTo>
                      <a:pt x="47" y="200"/>
                    </a:lnTo>
                    <a:lnTo>
                      <a:pt x="53" y="200"/>
                    </a:lnTo>
                    <a:lnTo>
                      <a:pt x="60" y="201"/>
                    </a:lnTo>
                    <a:lnTo>
                      <a:pt x="67" y="204"/>
                    </a:lnTo>
                    <a:lnTo>
                      <a:pt x="74" y="207"/>
                    </a:lnTo>
                    <a:lnTo>
                      <a:pt x="81" y="208"/>
                    </a:lnTo>
                    <a:lnTo>
                      <a:pt x="90" y="208"/>
                    </a:lnTo>
                    <a:lnTo>
                      <a:pt x="97" y="207"/>
                    </a:lnTo>
                    <a:lnTo>
                      <a:pt x="105" y="204"/>
                    </a:lnTo>
                    <a:lnTo>
                      <a:pt x="113" y="200"/>
                    </a:lnTo>
                    <a:lnTo>
                      <a:pt x="119" y="196"/>
                    </a:lnTo>
                    <a:lnTo>
                      <a:pt x="126" y="190"/>
                    </a:lnTo>
                    <a:lnTo>
                      <a:pt x="131" y="183"/>
                    </a:lnTo>
                    <a:lnTo>
                      <a:pt x="127" y="35"/>
                    </a:lnTo>
                    <a:lnTo>
                      <a:pt x="133" y="35"/>
                    </a:lnTo>
                    <a:lnTo>
                      <a:pt x="138" y="34"/>
                    </a:lnTo>
                    <a:lnTo>
                      <a:pt x="144" y="33"/>
                    </a:lnTo>
                    <a:lnTo>
                      <a:pt x="150" y="32"/>
                    </a:lnTo>
                    <a:lnTo>
                      <a:pt x="156" y="31"/>
                    </a:lnTo>
                    <a:lnTo>
                      <a:pt x="162" y="30"/>
                    </a:lnTo>
                    <a:lnTo>
                      <a:pt x="168" y="29"/>
                    </a:lnTo>
                    <a:lnTo>
                      <a:pt x="174" y="28"/>
                    </a:lnTo>
                    <a:lnTo>
                      <a:pt x="181" y="28"/>
                    </a:lnTo>
                    <a:lnTo>
                      <a:pt x="186" y="28"/>
                    </a:lnTo>
                    <a:lnTo>
                      <a:pt x="193" y="28"/>
                    </a:lnTo>
                    <a:lnTo>
                      <a:pt x="199" y="30"/>
                    </a:lnTo>
                    <a:lnTo>
                      <a:pt x="206" y="31"/>
                    </a:lnTo>
                    <a:lnTo>
                      <a:pt x="211" y="34"/>
                    </a:lnTo>
                    <a:lnTo>
                      <a:pt x="218" y="37"/>
                    </a:lnTo>
                    <a:lnTo>
                      <a:pt x="225" y="41"/>
                    </a:lnTo>
                    <a:lnTo>
                      <a:pt x="228" y="48"/>
                    </a:lnTo>
                    <a:lnTo>
                      <a:pt x="230" y="57"/>
                    </a:lnTo>
                    <a:lnTo>
                      <a:pt x="232" y="65"/>
                    </a:lnTo>
                    <a:lnTo>
                      <a:pt x="234" y="73"/>
                    </a:lnTo>
                    <a:lnTo>
                      <a:pt x="234" y="82"/>
                    </a:lnTo>
                    <a:lnTo>
                      <a:pt x="235" y="91"/>
                    </a:lnTo>
                    <a:lnTo>
                      <a:pt x="236" y="99"/>
                    </a:lnTo>
                    <a:lnTo>
                      <a:pt x="238" y="108"/>
                    </a:lnTo>
                    <a:lnTo>
                      <a:pt x="239" y="116"/>
                    </a:lnTo>
                    <a:lnTo>
                      <a:pt x="242" y="124"/>
                    </a:lnTo>
                    <a:lnTo>
                      <a:pt x="245" y="131"/>
                    </a:lnTo>
                    <a:lnTo>
                      <a:pt x="249" y="138"/>
                    </a:lnTo>
                    <a:lnTo>
                      <a:pt x="256" y="145"/>
                    </a:lnTo>
                    <a:lnTo>
                      <a:pt x="263" y="150"/>
                    </a:lnTo>
                    <a:lnTo>
                      <a:pt x="273" y="155"/>
                    </a:lnTo>
                    <a:lnTo>
                      <a:pt x="284" y="159"/>
                    </a:lnTo>
                    <a:lnTo>
                      <a:pt x="293" y="159"/>
                    </a:lnTo>
                    <a:lnTo>
                      <a:pt x="303" y="159"/>
                    </a:lnTo>
                    <a:lnTo>
                      <a:pt x="314" y="158"/>
                    </a:lnTo>
                    <a:lnTo>
                      <a:pt x="325" y="156"/>
                    </a:lnTo>
                    <a:lnTo>
                      <a:pt x="335" y="152"/>
                    </a:lnTo>
                    <a:lnTo>
                      <a:pt x="345" y="148"/>
                    </a:lnTo>
                    <a:lnTo>
                      <a:pt x="353" y="142"/>
                    </a:lnTo>
                    <a:lnTo>
                      <a:pt x="359" y="134"/>
                    </a:lnTo>
                    <a:lnTo>
                      <a:pt x="363" y="129"/>
                    </a:lnTo>
                    <a:lnTo>
                      <a:pt x="365" y="124"/>
                    </a:lnTo>
                    <a:lnTo>
                      <a:pt x="366" y="119"/>
                    </a:lnTo>
                    <a:lnTo>
                      <a:pt x="366" y="113"/>
                    </a:lnTo>
                    <a:lnTo>
                      <a:pt x="366" y="108"/>
                    </a:lnTo>
                    <a:lnTo>
                      <a:pt x="365" y="102"/>
                    </a:lnTo>
                    <a:lnTo>
                      <a:pt x="364" y="96"/>
                    </a:lnTo>
                    <a:lnTo>
                      <a:pt x="361" y="91"/>
                    </a:lnTo>
                    <a:lnTo>
                      <a:pt x="359" y="86"/>
                    </a:lnTo>
                    <a:lnTo>
                      <a:pt x="357" y="79"/>
                    </a:lnTo>
                    <a:lnTo>
                      <a:pt x="354" y="73"/>
                    </a:lnTo>
                    <a:lnTo>
                      <a:pt x="354" y="68"/>
                    </a:lnTo>
                    <a:lnTo>
                      <a:pt x="352" y="62"/>
                    </a:lnTo>
                    <a:lnTo>
                      <a:pt x="351" y="57"/>
                    </a:lnTo>
                    <a:lnTo>
                      <a:pt x="351" y="51"/>
                    </a:lnTo>
                    <a:lnTo>
                      <a:pt x="352" y="44"/>
                    </a:lnTo>
                    <a:lnTo>
                      <a:pt x="357" y="39"/>
                    </a:lnTo>
                    <a:lnTo>
                      <a:pt x="363" y="34"/>
                    </a:lnTo>
                    <a:lnTo>
                      <a:pt x="369" y="30"/>
                    </a:lnTo>
                    <a:lnTo>
                      <a:pt x="376" y="26"/>
                    </a:lnTo>
                    <a:lnTo>
                      <a:pt x="383" y="22"/>
                    </a:lnTo>
                    <a:lnTo>
                      <a:pt x="391" y="19"/>
                    </a:lnTo>
                    <a:lnTo>
                      <a:pt x="398" y="17"/>
                    </a:lnTo>
                    <a:lnTo>
                      <a:pt x="407" y="14"/>
                    </a:lnTo>
                    <a:lnTo>
                      <a:pt x="414" y="12"/>
                    </a:lnTo>
                    <a:lnTo>
                      <a:pt x="422" y="10"/>
                    </a:lnTo>
                    <a:lnTo>
                      <a:pt x="431" y="9"/>
                    </a:lnTo>
                    <a:lnTo>
                      <a:pt x="439" y="7"/>
                    </a:lnTo>
                    <a:lnTo>
                      <a:pt x="448" y="5"/>
                    </a:lnTo>
                    <a:lnTo>
                      <a:pt x="456" y="3"/>
                    </a:lnTo>
                    <a:lnTo>
                      <a:pt x="464" y="2"/>
                    </a:lnTo>
                    <a:lnTo>
                      <a:pt x="472" y="0"/>
                    </a:lnTo>
                    <a:lnTo>
                      <a:pt x="474" y="5"/>
                    </a:lnTo>
                    <a:lnTo>
                      <a:pt x="476" y="11"/>
                    </a:lnTo>
                    <a:lnTo>
                      <a:pt x="477" y="17"/>
                    </a:lnTo>
                    <a:lnTo>
                      <a:pt x="478" y="24"/>
                    </a:lnTo>
                    <a:lnTo>
                      <a:pt x="478" y="30"/>
                    </a:lnTo>
                    <a:lnTo>
                      <a:pt x="479" y="37"/>
                    </a:lnTo>
                    <a:lnTo>
                      <a:pt x="479" y="44"/>
                    </a:lnTo>
                    <a:lnTo>
                      <a:pt x="479" y="51"/>
                    </a:lnTo>
                    <a:lnTo>
                      <a:pt x="479" y="57"/>
                    </a:lnTo>
                    <a:lnTo>
                      <a:pt x="481" y="64"/>
                    </a:lnTo>
                    <a:lnTo>
                      <a:pt x="483" y="70"/>
                    </a:lnTo>
                    <a:lnTo>
                      <a:pt x="485" y="76"/>
                    </a:lnTo>
                    <a:lnTo>
                      <a:pt x="488" y="82"/>
                    </a:lnTo>
                    <a:lnTo>
                      <a:pt x="493" y="88"/>
                    </a:lnTo>
                    <a:lnTo>
                      <a:pt x="499" y="92"/>
                    </a:lnTo>
                    <a:lnTo>
                      <a:pt x="507" y="97"/>
                    </a:lnTo>
                    <a:lnTo>
                      <a:pt x="512" y="99"/>
                    </a:lnTo>
                    <a:lnTo>
                      <a:pt x="517" y="101"/>
                    </a:lnTo>
                    <a:lnTo>
                      <a:pt x="523" y="102"/>
                    </a:lnTo>
                    <a:lnTo>
                      <a:pt x="529" y="102"/>
                    </a:lnTo>
                    <a:lnTo>
                      <a:pt x="535" y="101"/>
                    </a:lnTo>
                    <a:lnTo>
                      <a:pt x="541" y="99"/>
                    </a:lnTo>
                    <a:lnTo>
                      <a:pt x="547" y="98"/>
                    </a:lnTo>
                    <a:lnTo>
                      <a:pt x="554" y="97"/>
                    </a:lnTo>
                    <a:lnTo>
                      <a:pt x="560" y="95"/>
                    </a:lnTo>
                    <a:lnTo>
                      <a:pt x="566" y="94"/>
                    </a:lnTo>
                    <a:lnTo>
                      <a:pt x="572" y="92"/>
                    </a:lnTo>
                    <a:lnTo>
                      <a:pt x="579" y="92"/>
                    </a:lnTo>
                    <a:lnTo>
                      <a:pt x="584" y="92"/>
                    </a:lnTo>
                    <a:lnTo>
                      <a:pt x="591" y="92"/>
                    </a:lnTo>
                    <a:lnTo>
                      <a:pt x="598" y="94"/>
                    </a:lnTo>
                    <a:lnTo>
                      <a:pt x="603" y="97"/>
                    </a:lnTo>
                    <a:lnTo>
                      <a:pt x="610" y="102"/>
                    </a:lnTo>
                    <a:lnTo>
                      <a:pt x="614" y="109"/>
                    </a:lnTo>
                    <a:lnTo>
                      <a:pt x="618" y="117"/>
                    </a:lnTo>
                    <a:lnTo>
                      <a:pt x="620" y="125"/>
                    </a:lnTo>
                    <a:lnTo>
                      <a:pt x="621" y="133"/>
                    </a:lnTo>
                    <a:lnTo>
                      <a:pt x="622" y="142"/>
                    </a:lnTo>
                    <a:lnTo>
                      <a:pt x="623" y="151"/>
                    </a:lnTo>
                    <a:lnTo>
                      <a:pt x="623" y="159"/>
                    </a:lnTo>
                    <a:lnTo>
                      <a:pt x="621" y="162"/>
                    </a:lnTo>
                    <a:lnTo>
                      <a:pt x="619" y="165"/>
                    </a:lnTo>
                    <a:lnTo>
                      <a:pt x="618" y="169"/>
                    </a:lnTo>
                    <a:lnTo>
                      <a:pt x="615" y="172"/>
                    </a:lnTo>
                    <a:lnTo>
                      <a:pt x="612" y="175"/>
                    </a:lnTo>
                    <a:lnTo>
                      <a:pt x="608" y="178"/>
                    </a:lnTo>
                    <a:lnTo>
                      <a:pt x="604" y="181"/>
                    </a:lnTo>
                    <a:lnTo>
                      <a:pt x="599" y="183"/>
                    </a:lnTo>
                    <a:lnTo>
                      <a:pt x="591" y="184"/>
                    </a:lnTo>
                    <a:lnTo>
                      <a:pt x="582" y="184"/>
                    </a:lnTo>
                    <a:lnTo>
                      <a:pt x="573" y="183"/>
                    </a:lnTo>
                    <a:lnTo>
                      <a:pt x="564" y="182"/>
                    </a:lnTo>
                    <a:lnTo>
                      <a:pt x="554" y="181"/>
                    </a:lnTo>
                    <a:lnTo>
                      <a:pt x="545" y="182"/>
                    </a:lnTo>
                    <a:lnTo>
                      <a:pt x="535" y="183"/>
                    </a:lnTo>
                    <a:lnTo>
                      <a:pt x="524" y="186"/>
                    </a:lnTo>
                    <a:lnTo>
                      <a:pt x="523" y="188"/>
                    </a:lnTo>
                    <a:lnTo>
                      <a:pt x="521" y="191"/>
                    </a:lnTo>
                    <a:lnTo>
                      <a:pt x="519" y="192"/>
                    </a:lnTo>
                    <a:lnTo>
                      <a:pt x="517" y="194"/>
                    </a:lnTo>
                    <a:lnTo>
                      <a:pt x="514" y="197"/>
                    </a:lnTo>
                    <a:lnTo>
                      <a:pt x="512" y="199"/>
                    </a:lnTo>
                    <a:lnTo>
                      <a:pt x="509" y="203"/>
                    </a:lnTo>
                    <a:lnTo>
                      <a:pt x="507" y="207"/>
                    </a:lnTo>
                    <a:lnTo>
                      <a:pt x="524" y="331"/>
                    </a:lnTo>
                    <a:lnTo>
                      <a:pt x="519" y="333"/>
                    </a:lnTo>
                    <a:lnTo>
                      <a:pt x="512" y="335"/>
                    </a:lnTo>
                    <a:lnTo>
                      <a:pt x="507" y="338"/>
                    </a:lnTo>
                    <a:lnTo>
                      <a:pt x="500" y="339"/>
                    </a:lnTo>
                    <a:lnTo>
                      <a:pt x="493" y="341"/>
                    </a:lnTo>
                    <a:lnTo>
                      <a:pt x="486" y="342"/>
                    </a:lnTo>
                    <a:lnTo>
                      <a:pt x="479" y="343"/>
                    </a:lnTo>
                    <a:lnTo>
                      <a:pt x="471" y="344"/>
                    </a:lnTo>
                    <a:lnTo>
                      <a:pt x="464" y="344"/>
                    </a:lnTo>
                    <a:lnTo>
                      <a:pt x="456" y="344"/>
                    </a:lnTo>
                    <a:lnTo>
                      <a:pt x="449" y="344"/>
                    </a:lnTo>
                    <a:lnTo>
                      <a:pt x="441" y="344"/>
                    </a:lnTo>
                    <a:lnTo>
                      <a:pt x="433" y="342"/>
                    </a:lnTo>
                    <a:lnTo>
                      <a:pt x="426" y="341"/>
                    </a:lnTo>
                    <a:lnTo>
                      <a:pt x="419" y="340"/>
                    </a:lnTo>
                    <a:lnTo>
                      <a:pt x="412" y="338"/>
                    </a:lnTo>
                    <a:lnTo>
                      <a:pt x="408" y="333"/>
                    </a:lnTo>
                    <a:lnTo>
                      <a:pt x="405" y="328"/>
                    </a:lnTo>
                    <a:lnTo>
                      <a:pt x="403" y="322"/>
                    </a:lnTo>
                    <a:lnTo>
                      <a:pt x="402" y="316"/>
                    </a:lnTo>
                    <a:lnTo>
                      <a:pt x="402" y="311"/>
                    </a:lnTo>
                    <a:lnTo>
                      <a:pt x="401" y="306"/>
                    </a:lnTo>
                    <a:lnTo>
                      <a:pt x="401" y="300"/>
                    </a:lnTo>
                    <a:lnTo>
                      <a:pt x="401" y="294"/>
                    </a:lnTo>
                    <a:lnTo>
                      <a:pt x="402" y="289"/>
                    </a:lnTo>
                    <a:lnTo>
                      <a:pt x="402" y="283"/>
                    </a:lnTo>
                    <a:lnTo>
                      <a:pt x="402" y="277"/>
                    </a:lnTo>
                    <a:lnTo>
                      <a:pt x="401" y="271"/>
                    </a:lnTo>
                    <a:lnTo>
                      <a:pt x="400" y="266"/>
                    </a:lnTo>
                    <a:lnTo>
                      <a:pt x="398" y="260"/>
                    </a:lnTo>
                    <a:lnTo>
                      <a:pt x="397" y="254"/>
                    </a:lnTo>
                    <a:lnTo>
                      <a:pt x="393" y="248"/>
                    </a:lnTo>
                    <a:lnTo>
                      <a:pt x="388" y="244"/>
                    </a:lnTo>
                    <a:lnTo>
                      <a:pt x="381" y="240"/>
                    </a:lnTo>
                    <a:lnTo>
                      <a:pt x="374" y="238"/>
                    </a:lnTo>
                    <a:lnTo>
                      <a:pt x="367" y="236"/>
                    </a:lnTo>
                    <a:lnTo>
                      <a:pt x="360" y="235"/>
                    </a:lnTo>
                    <a:lnTo>
                      <a:pt x="353" y="235"/>
                    </a:lnTo>
                    <a:lnTo>
                      <a:pt x="345" y="235"/>
                    </a:lnTo>
                    <a:lnTo>
                      <a:pt x="337" y="236"/>
                    </a:lnTo>
                    <a:lnTo>
                      <a:pt x="329" y="237"/>
                    </a:lnTo>
                    <a:lnTo>
                      <a:pt x="321" y="239"/>
                    </a:lnTo>
                    <a:lnTo>
                      <a:pt x="313" y="241"/>
                    </a:lnTo>
                    <a:lnTo>
                      <a:pt x="306" y="243"/>
                    </a:lnTo>
                    <a:lnTo>
                      <a:pt x="297" y="245"/>
                    </a:lnTo>
                    <a:lnTo>
                      <a:pt x="289" y="248"/>
                    </a:lnTo>
                    <a:lnTo>
                      <a:pt x="281" y="250"/>
                    </a:lnTo>
                    <a:lnTo>
                      <a:pt x="273" y="252"/>
                    </a:lnTo>
                    <a:lnTo>
                      <a:pt x="270" y="255"/>
                    </a:lnTo>
                    <a:lnTo>
                      <a:pt x="267" y="260"/>
                    </a:lnTo>
                    <a:lnTo>
                      <a:pt x="263" y="264"/>
                    </a:lnTo>
                    <a:lnTo>
                      <a:pt x="260" y="270"/>
                    </a:lnTo>
                    <a:lnTo>
                      <a:pt x="258" y="276"/>
                    </a:lnTo>
                    <a:lnTo>
                      <a:pt x="258" y="282"/>
                    </a:lnTo>
                    <a:lnTo>
                      <a:pt x="258" y="287"/>
                    </a:lnTo>
                    <a:lnTo>
                      <a:pt x="262" y="293"/>
                    </a:lnTo>
                    <a:lnTo>
                      <a:pt x="265" y="299"/>
                    </a:lnTo>
                    <a:lnTo>
                      <a:pt x="268" y="304"/>
                    </a:lnTo>
                    <a:lnTo>
                      <a:pt x="271" y="310"/>
                    </a:lnTo>
                    <a:lnTo>
                      <a:pt x="273" y="316"/>
                    </a:lnTo>
                    <a:lnTo>
                      <a:pt x="276" y="322"/>
                    </a:lnTo>
                    <a:lnTo>
                      <a:pt x="277" y="328"/>
                    </a:lnTo>
                    <a:lnTo>
                      <a:pt x="277" y="334"/>
                    </a:lnTo>
                    <a:lnTo>
                      <a:pt x="277" y="341"/>
                    </a:lnTo>
                    <a:lnTo>
                      <a:pt x="266" y="355"/>
                    </a:lnTo>
                    <a:lnTo>
                      <a:pt x="257" y="360"/>
                    </a:lnTo>
                    <a:lnTo>
                      <a:pt x="248" y="362"/>
                    </a:lnTo>
                    <a:lnTo>
                      <a:pt x="239" y="363"/>
                    </a:lnTo>
                    <a:lnTo>
                      <a:pt x="230" y="363"/>
                    </a:lnTo>
                    <a:lnTo>
                      <a:pt x="220" y="364"/>
                    </a:lnTo>
                    <a:lnTo>
                      <a:pt x="210" y="364"/>
                    </a:lnTo>
                    <a:lnTo>
                      <a:pt x="201" y="366"/>
                    </a:lnTo>
                    <a:lnTo>
                      <a:pt x="191" y="37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2" name="Google Shape;102;p12"/>
              <p:cNvSpPr/>
              <p:nvPr/>
            </p:nvSpPr>
            <p:spPr>
              <a:xfrm>
                <a:off x="12827" y="1132269"/>
                <a:ext cx="803275" cy="746125"/>
              </a:xfrm>
              <a:custGeom>
                <a:pathLst>
                  <a:path extrusionOk="0" h="470" w="506">
                    <a:moveTo>
                      <a:pt x="252" y="469"/>
                    </a:moveTo>
                    <a:lnTo>
                      <a:pt x="245" y="463"/>
                    </a:lnTo>
                    <a:lnTo>
                      <a:pt x="237" y="458"/>
                    </a:lnTo>
                    <a:lnTo>
                      <a:pt x="229" y="453"/>
                    </a:lnTo>
                    <a:lnTo>
                      <a:pt x="221" y="447"/>
                    </a:lnTo>
                    <a:lnTo>
                      <a:pt x="214" y="441"/>
                    </a:lnTo>
                    <a:lnTo>
                      <a:pt x="207" y="435"/>
                    </a:lnTo>
                    <a:lnTo>
                      <a:pt x="200" y="429"/>
                    </a:lnTo>
                    <a:lnTo>
                      <a:pt x="193" y="423"/>
                    </a:lnTo>
                    <a:lnTo>
                      <a:pt x="187" y="416"/>
                    </a:lnTo>
                    <a:lnTo>
                      <a:pt x="181" y="409"/>
                    </a:lnTo>
                    <a:lnTo>
                      <a:pt x="175" y="402"/>
                    </a:lnTo>
                    <a:lnTo>
                      <a:pt x="171" y="394"/>
                    </a:lnTo>
                    <a:lnTo>
                      <a:pt x="166" y="386"/>
                    </a:lnTo>
                    <a:lnTo>
                      <a:pt x="162" y="377"/>
                    </a:lnTo>
                    <a:lnTo>
                      <a:pt x="158" y="368"/>
                    </a:lnTo>
                    <a:lnTo>
                      <a:pt x="156" y="359"/>
                    </a:lnTo>
                    <a:lnTo>
                      <a:pt x="245" y="290"/>
                    </a:lnTo>
                    <a:lnTo>
                      <a:pt x="242" y="282"/>
                    </a:lnTo>
                    <a:lnTo>
                      <a:pt x="241" y="275"/>
                    </a:lnTo>
                    <a:lnTo>
                      <a:pt x="237" y="267"/>
                    </a:lnTo>
                    <a:lnTo>
                      <a:pt x="233" y="261"/>
                    </a:lnTo>
                    <a:lnTo>
                      <a:pt x="229" y="254"/>
                    </a:lnTo>
                    <a:lnTo>
                      <a:pt x="224" y="248"/>
                    </a:lnTo>
                    <a:lnTo>
                      <a:pt x="218" y="242"/>
                    </a:lnTo>
                    <a:lnTo>
                      <a:pt x="212" y="237"/>
                    </a:lnTo>
                    <a:lnTo>
                      <a:pt x="205" y="232"/>
                    </a:lnTo>
                    <a:lnTo>
                      <a:pt x="198" y="228"/>
                    </a:lnTo>
                    <a:lnTo>
                      <a:pt x="191" y="223"/>
                    </a:lnTo>
                    <a:lnTo>
                      <a:pt x="183" y="219"/>
                    </a:lnTo>
                    <a:lnTo>
                      <a:pt x="175" y="216"/>
                    </a:lnTo>
                    <a:lnTo>
                      <a:pt x="166" y="214"/>
                    </a:lnTo>
                    <a:lnTo>
                      <a:pt x="158" y="212"/>
                    </a:lnTo>
                    <a:lnTo>
                      <a:pt x="150" y="210"/>
                    </a:lnTo>
                    <a:lnTo>
                      <a:pt x="144" y="213"/>
                    </a:lnTo>
                    <a:lnTo>
                      <a:pt x="139" y="217"/>
                    </a:lnTo>
                    <a:lnTo>
                      <a:pt x="135" y="221"/>
                    </a:lnTo>
                    <a:lnTo>
                      <a:pt x="133" y="227"/>
                    </a:lnTo>
                    <a:lnTo>
                      <a:pt x="129" y="232"/>
                    </a:lnTo>
                    <a:lnTo>
                      <a:pt x="128" y="238"/>
                    </a:lnTo>
                    <a:lnTo>
                      <a:pt x="126" y="244"/>
                    </a:lnTo>
                    <a:lnTo>
                      <a:pt x="125" y="250"/>
                    </a:lnTo>
                    <a:lnTo>
                      <a:pt x="122" y="256"/>
                    </a:lnTo>
                    <a:lnTo>
                      <a:pt x="120" y="262"/>
                    </a:lnTo>
                    <a:lnTo>
                      <a:pt x="116" y="268"/>
                    </a:lnTo>
                    <a:lnTo>
                      <a:pt x="113" y="273"/>
                    </a:lnTo>
                    <a:lnTo>
                      <a:pt x="109" y="278"/>
                    </a:lnTo>
                    <a:lnTo>
                      <a:pt x="104" y="283"/>
                    </a:lnTo>
                    <a:lnTo>
                      <a:pt x="98" y="287"/>
                    </a:lnTo>
                    <a:lnTo>
                      <a:pt x="90" y="290"/>
                    </a:lnTo>
                    <a:lnTo>
                      <a:pt x="83" y="291"/>
                    </a:lnTo>
                    <a:lnTo>
                      <a:pt x="77" y="291"/>
                    </a:lnTo>
                    <a:lnTo>
                      <a:pt x="70" y="291"/>
                    </a:lnTo>
                    <a:lnTo>
                      <a:pt x="65" y="291"/>
                    </a:lnTo>
                    <a:lnTo>
                      <a:pt x="58" y="289"/>
                    </a:lnTo>
                    <a:lnTo>
                      <a:pt x="53" y="288"/>
                    </a:lnTo>
                    <a:lnTo>
                      <a:pt x="47" y="285"/>
                    </a:lnTo>
                    <a:lnTo>
                      <a:pt x="41" y="282"/>
                    </a:lnTo>
                    <a:lnTo>
                      <a:pt x="36" y="278"/>
                    </a:lnTo>
                    <a:lnTo>
                      <a:pt x="31" y="275"/>
                    </a:lnTo>
                    <a:lnTo>
                      <a:pt x="25" y="270"/>
                    </a:lnTo>
                    <a:lnTo>
                      <a:pt x="20" y="266"/>
                    </a:lnTo>
                    <a:lnTo>
                      <a:pt x="16" y="262"/>
                    </a:lnTo>
                    <a:lnTo>
                      <a:pt x="12" y="257"/>
                    </a:lnTo>
                    <a:lnTo>
                      <a:pt x="7" y="253"/>
                    </a:lnTo>
                    <a:lnTo>
                      <a:pt x="3" y="248"/>
                    </a:lnTo>
                    <a:lnTo>
                      <a:pt x="65" y="117"/>
                    </a:lnTo>
                    <a:lnTo>
                      <a:pt x="61" y="109"/>
                    </a:lnTo>
                    <a:lnTo>
                      <a:pt x="53" y="102"/>
                    </a:lnTo>
                    <a:lnTo>
                      <a:pt x="44" y="96"/>
                    </a:lnTo>
                    <a:lnTo>
                      <a:pt x="33" y="91"/>
                    </a:lnTo>
                    <a:lnTo>
                      <a:pt x="24" y="85"/>
                    </a:lnTo>
                    <a:lnTo>
                      <a:pt x="13" y="79"/>
                    </a:lnTo>
                    <a:lnTo>
                      <a:pt x="5" y="71"/>
                    </a:lnTo>
                    <a:lnTo>
                      <a:pt x="0" y="62"/>
                    </a:lnTo>
                    <a:lnTo>
                      <a:pt x="0" y="53"/>
                    </a:lnTo>
                    <a:lnTo>
                      <a:pt x="3" y="44"/>
                    </a:lnTo>
                    <a:lnTo>
                      <a:pt x="7" y="37"/>
                    </a:lnTo>
                    <a:lnTo>
                      <a:pt x="12" y="28"/>
                    </a:lnTo>
                    <a:lnTo>
                      <a:pt x="19" y="22"/>
                    </a:lnTo>
                    <a:lnTo>
                      <a:pt x="27" y="15"/>
                    </a:lnTo>
                    <a:lnTo>
                      <a:pt x="37" y="9"/>
                    </a:lnTo>
                    <a:lnTo>
                      <a:pt x="46" y="3"/>
                    </a:lnTo>
                    <a:lnTo>
                      <a:pt x="54" y="0"/>
                    </a:lnTo>
                    <a:lnTo>
                      <a:pt x="61" y="0"/>
                    </a:lnTo>
                    <a:lnTo>
                      <a:pt x="68" y="0"/>
                    </a:lnTo>
                    <a:lnTo>
                      <a:pt x="75" y="3"/>
                    </a:lnTo>
                    <a:lnTo>
                      <a:pt x="82" y="6"/>
                    </a:lnTo>
                    <a:lnTo>
                      <a:pt x="88" y="11"/>
                    </a:lnTo>
                    <a:lnTo>
                      <a:pt x="94" y="15"/>
                    </a:lnTo>
                    <a:lnTo>
                      <a:pt x="98" y="21"/>
                    </a:lnTo>
                    <a:lnTo>
                      <a:pt x="103" y="29"/>
                    </a:lnTo>
                    <a:lnTo>
                      <a:pt x="108" y="38"/>
                    </a:lnTo>
                    <a:lnTo>
                      <a:pt x="116" y="45"/>
                    </a:lnTo>
                    <a:lnTo>
                      <a:pt x="123" y="52"/>
                    </a:lnTo>
                    <a:lnTo>
                      <a:pt x="132" y="57"/>
                    </a:lnTo>
                    <a:lnTo>
                      <a:pt x="141" y="62"/>
                    </a:lnTo>
                    <a:lnTo>
                      <a:pt x="152" y="64"/>
                    </a:lnTo>
                    <a:lnTo>
                      <a:pt x="164" y="66"/>
                    </a:lnTo>
                    <a:lnTo>
                      <a:pt x="175" y="64"/>
                    </a:lnTo>
                    <a:lnTo>
                      <a:pt x="187" y="61"/>
                    </a:lnTo>
                    <a:lnTo>
                      <a:pt x="196" y="57"/>
                    </a:lnTo>
                    <a:lnTo>
                      <a:pt x="206" y="50"/>
                    </a:lnTo>
                    <a:lnTo>
                      <a:pt x="215" y="43"/>
                    </a:lnTo>
                    <a:lnTo>
                      <a:pt x="223" y="34"/>
                    </a:lnTo>
                    <a:lnTo>
                      <a:pt x="230" y="26"/>
                    </a:lnTo>
                    <a:lnTo>
                      <a:pt x="237" y="17"/>
                    </a:lnTo>
                    <a:lnTo>
                      <a:pt x="243" y="16"/>
                    </a:lnTo>
                    <a:lnTo>
                      <a:pt x="249" y="17"/>
                    </a:lnTo>
                    <a:lnTo>
                      <a:pt x="254" y="18"/>
                    </a:lnTo>
                    <a:lnTo>
                      <a:pt x="260" y="20"/>
                    </a:lnTo>
                    <a:lnTo>
                      <a:pt x="265" y="22"/>
                    </a:lnTo>
                    <a:lnTo>
                      <a:pt x="270" y="25"/>
                    </a:lnTo>
                    <a:lnTo>
                      <a:pt x="275" y="27"/>
                    </a:lnTo>
                    <a:lnTo>
                      <a:pt x="279" y="31"/>
                    </a:lnTo>
                    <a:lnTo>
                      <a:pt x="284" y="34"/>
                    </a:lnTo>
                    <a:lnTo>
                      <a:pt x="288" y="38"/>
                    </a:lnTo>
                    <a:lnTo>
                      <a:pt x="293" y="43"/>
                    </a:lnTo>
                    <a:lnTo>
                      <a:pt x="297" y="47"/>
                    </a:lnTo>
                    <a:lnTo>
                      <a:pt x="301" y="52"/>
                    </a:lnTo>
                    <a:lnTo>
                      <a:pt x="305" y="56"/>
                    </a:lnTo>
                    <a:lnTo>
                      <a:pt x="309" y="61"/>
                    </a:lnTo>
                    <a:lnTo>
                      <a:pt x="314" y="66"/>
                    </a:lnTo>
                    <a:lnTo>
                      <a:pt x="318" y="72"/>
                    </a:lnTo>
                    <a:lnTo>
                      <a:pt x="320" y="79"/>
                    </a:lnTo>
                    <a:lnTo>
                      <a:pt x="319" y="85"/>
                    </a:lnTo>
                    <a:lnTo>
                      <a:pt x="317" y="92"/>
                    </a:lnTo>
                    <a:lnTo>
                      <a:pt x="314" y="98"/>
                    </a:lnTo>
                    <a:lnTo>
                      <a:pt x="309" y="104"/>
                    </a:lnTo>
                    <a:lnTo>
                      <a:pt x="305" y="109"/>
                    </a:lnTo>
                    <a:lnTo>
                      <a:pt x="300" y="114"/>
                    </a:lnTo>
                    <a:lnTo>
                      <a:pt x="296" y="115"/>
                    </a:lnTo>
                    <a:lnTo>
                      <a:pt x="291" y="117"/>
                    </a:lnTo>
                    <a:lnTo>
                      <a:pt x="287" y="119"/>
                    </a:lnTo>
                    <a:lnTo>
                      <a:pt x="283" y="120"/>
                    </a:lnTo>
                    <a:lnTo>
                      <a:pt x="278" y="123"/>
                    </a:lnTo>
                    <a:lnTo>
                      <a:pt x="273" y="124"/>
                    </a:lnTo>
                    <a:lnTo>
                      <a:pt x="268" y="126"/>
                    </a:lnTo>
                    <a:lnTo>
                      <a:pt x="262" y="127"/>
                    </a:lnTo>
                    <a:lnTo>
                      <a:pt x="260" y="130"/>
                    </a:lnTo>
                    <a:lnTo>
                      <a:pt x="257" y="135"/>
                    </a:lnTo>
                    <a:lnTo>
                      <a:pt x="254" y="140"/>
                    </a:lnTo>
                    <a:lnTo>
                      <a:pt x="250" y="145"/>
                    </a:lnTo>
                    <a:lnTo>
                      <a:pt x="249" y="152"/>
                    </a:lnTo>
                    <a:lnTo>
                      <a:pt x="248" y="158"/>
                    </a:lnTo>
                    <a:lnTo>
                      <a:pt x="249" y="164"/>
                    </a:lnTo>
                    <a:lnTo>
                      <a:pt x="252" y="169"/>
                    </a:lnTo>
                    <a:lnTo>
                      <a:pt x="257" y="180"/>
                    </a:lnTo>
                    <a:lnTo>
                      <a:pt x="263" y="189"/>
                    </a:lnTo>
                    <a:lnTo>
                      <a:pt x="271" y="196"/>
                    </a:lnTo>
                    <a:lnTo>
                      <a:pt x="279" y="204"/>
                    </a:lnTo>
                    <a:lnTo>
                      <a:pt x="288" y="210"/>
                    </a:lnTo>
                    <a:lnTo>
                      <a:pt x="298" y="217"/>
                    </a:lnTo>
                    <a:lnTo>
                      <a:pt x="308" y="224"/>
                    </a:lnTo>
                    <a:lnTo>
                      <a:pt x="317" y="231"/>
                    </a:lnTo>
                    <a:lnTo>
                      <a:pt x="321" y="231"/>
                    </a:lnTo>
                    <a:lnTo>
                      <a:pt x="326" y="231"/>
                    </a:lnTo>
                    <a:lnTo>
                      <a:pt x="330" y="231"/>
                    </a:lnTo>
                    <a:lnTo>
                      <a:pt x="334" y="231"/>
                    </a:lnTo>
                    <a:lnTo>
                      <a:pt x="339" y="231"/>
                    </a:lnTo>
                    <a:lnTo>
                      <a:pt x="344" y="231"/>
                    </a:lnTo>
                    <a:lnTo>
                      <a:pt x="349" y="231"/>
                    </a:lnTo>
                    <a:lnTo>
                      <a:pt x="354" y="231"/>
                    </a:lnTo>
                    <a:lnTo>
                      <a:pt x="358" y="228"/>
                    </a:lnTo>
                    <a:lnTo>
                      <a:pt x="363" y="222"/>
                    </a:lnTo>
                    <a:lnTo>
                      <a:pt x="368" y="215"/>
                    </a:lnTo>
                    <a:lnTo>
                      <a:pt x="373" y="209"/>
                    </a:lnTo>
                    <a:lnTo>
                      <a:pt x="377" y="200"/>
                    </a:lnTo>
                    <a:lnTo>
                      <a:pt x="380" y="192"/>
                    </a:lnTo>
                    <a:lnTo>
                      <a:pt x="383" y="183"/>
                    </a:lnTo>
                    <a:lnTo>
                      <a:pt x="383" y="176"/>
                    </a:lnTo>
                    <a:lnTo>
                      <a:pt x="385" y="171"/>
                    </a:lnTo>
                    <a:lnTo>
                      <a:pt x="388" y="167"/>
                    </a:lnTo>
                    <a:lnTo>
                      <a:pt x="392" y="163"/>
                    </a:lnTo>
                    <a:lnTo>
                      <a:pt x="398" y="160"/>
                    </a:lnTo>
                    <a:lnTo>
                      <a:pt x="404" y="158"/>
                    </a:lnTo>
                    <a:lnTo>
                      <a:pt x="410" y="156"/>
                    </a:lnTo>
                    <a:lnTo>
                      <a:pt x="417" y="155"/>
                    </a:lnTo>
                    <a:lnTo>
                      <a:pt x="423" y="155"/>
                    </a:lnTo>
                    <a:lnTo>
                      <a:pt x="497" y="213"/>
                    </a:lnTo>
                    <a:lnTo>
                      <a:pt x="495" y="221"/>
                    </a:lnTo>
                    <a:lnTo>
                      <a:pt x="492" y="227"/>
                    </a:lnTo>
                    <a:lnTo>
                      <a:pt x="487" y="232"/>
                    </a:lnTo>
                    <a:lnTo>
                      <a:pt x="482" y="238"/>
                    </a:lnTo>
                    <a:lnTo>
                      <a:pt x="476" y="243"/>
                    </a:lnTo>
                    <a:lnTo>
                      <a:pt x="470" y="248"/>
                    </a:lnTo>
                    <a:lnTo>
                      <a:pt x="464" y="253"/>
                    </a:lnTo>
                    <a:lnTo>
                      <a:pt x="458" y="259"/>
                    </a:lnTo>
                    <a:lnTo>
                      <a:pt x="451" y="264"/>
                    </a:lnTo>
                    <a:lnTo>
                      <a:pt x="446" y="269"/>
                    </a:lnTo>
                    <a:lnTo>
                      <a:pt x="441" y="275"/>
                    </a:lnTo>
                    <a:lnTo>
                      <a:pt x="438" y="282"/>
                    </a:lnTo>
                    <a:lnTo>
                      <a:pt x="434" y="288"/>
                    </a:lnTo>
                    <a:lnTo>
                      <a:pt x="433" y="296"/>
                    </a:lnTo>
                    <a:lnTo>
                      <a:pt x="433" y="304"/>
                    </a:lnTo>
                    <a:lnTo>
                      <a:pt x="434" y="313"/>
                    </a:lnTo>
                    <a:lnTo>
                      <a:pt x="439" y="323"/>
                    </a:lnTo>
                    <a:lnTo>
                      <a:pt x="446" y="329"/>
                    </a:lnTo>
                    <a:lnTo>
                      <a:pt x="456" y="335"/>
                    </a:lnTo>
                    <a:lnTo>
                      <a:pt x="467" y="339"/>
                    </a:lnTo>
                    <a:lnTo>
                      <a:pt x="478" y="343"/>
                    </a:lnTo>
                    <a:lnTo>
                      <a:pt x="488" y="348"/>
                    </a:lnTo>
                    <a:lnTo>
                      <a:pt x="497" y="354"/>
                    </a:lnTo>
                    <a:lnTo>
                      <a:pt x="505" y="362"/>
                    </a:lnTo>
                    <a:lnTo>
                      <a:pt x="442" y="445"/>
                    </a:lnTo>
                    <a:lnTo>
                      <a:pt x="343" y="362"/>
                    </a:lnTo>
                    <a:lnTo>
                      <a:pt x="336" y="366"/>
                    </a:lnTo>
                    <a:lnTo>
                      <a:pt x="329" y="370"/>
                    </a:lnTo>
                    <a:lnTo>
                      <a:pt x="323" y="377"/>
                    </a:lnTo>
                    <a:lnTo>
                      <a:pt x="317" y="382"/>
                    </a:lnTo>
                    <a:lnTo>
                      <a:pt x="312" y="388"/>
                    </a:lnTo>
                    <a:lnTo>
                      <a:pt x="306" y="395"/>
                    </a:lnTo>
                    <a:lnTo>
                      <a:pt x="302" y="401"/>
                    </a:lnTo>
                    <a:lnTo>
                      <a:pt x="296" y="408"/>
                    </a:lnTo>
                    <a:lnTo>
                      <a:pt x="292" y="415"/>
                    </a:lnTo>
                    <a:lnTo>
                      <a:pt x="287" y="423"/>
                    </a:lnTo>
                    <a:lnTo>
                      <a:pt x="283" y="430"/>
                    </a:lnTo>
                    <a:lnTo>
                      <a:pt x="278" y="437"/>
                    </a:lnTo>
                    <a:lnTo>
                      <a:pt x="272" y="445"/>
                    </a:lnTo>
                    <a:lnTo>
                      <a:pt x="267" y="452"/>
                    </a:lnTo>
                    <a:lnTo>
                      <a:pt x="262" y="459"/>
                    </a:lnTo>
                    <a:lnTo>
                      <a:pt x="256" y="465"/>
                    </a:lnTo>
                    <a:lnTo>
                      <a:pt x="252" y="46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3" name="Google Shape;103;p12"/>
              <p:cNvSpPr/>
              <p:nvPr/>
            </p:nvSpPr>
            <p:spPr>
              <a:xfrm>
                <a:off x="866902" y="711581"/>
                <a:ext cx="812800" cy="808038"/>
              </a:xfrm>
              <a:custGeom>
                <a:pathLst>
                  <a:path extrusionOk="0" h="509" w="512">
                    <a:moveTo>
                      <a:pt x="98" y="508"/>
                    </a:moveTo>
                    <a:lnTo>
                      <a:pt x="86" y="504"/>
                    </a:lnTo>
                    <a:lnTo>
                      <a:pt x="76" y="498"/>
                    </a:lnTo>
                    <a:lnTo>
                      <a:pt x="67" y="492"/>
                    </a:lnTo>
                    <a:lnTo>
                      <a:pt x="60" y="483"/>
                    </a:lnTo>
                    <a:lnTo>
                      <a:pt x="53" y="474"/>
                    </a:lnTo>
                    <a:lnTo>
                      <a:pt x="49" y="463"/>
                    </a:lnTo>
                    <a:lnTo>
                      <a:pt x="45" y="451"/>
                    </a:lnTo>
                    <a:lnTo>
                      <a:pt x="43" y="439"/>
                    </a:lnTo>
                    <a:lnTo>
                      <a:pt x="49" y="432"/>
                    </a:lnTo>
                    <a:lnTo>
                      <a:pt x="58" y="425"/>
                    </a:lnTo>
                    <a:lnTo>
                      <a:pt x="68" y="418"/>
                    </a:lnTo>
                    <a:lnTo>
                      <a:pt x="78" y="413"/>
                    </a:lnTo>
                    <a:lnTo>
                      <a:pt x="88" y="407"/>
                    </a:lnTo>
                    <a:lnTo>
                      <a:pt x="98" y="399"/>
                    </a:lnTo>
                    <a:lnTo>
                      <a:pt x="106" y="391"/>
                    </a:lnTo>
                    <a:lnTo>
                      <a:pt x="113" y="380"/>
                    </a:lnTo>
                    <a:lnTo>
                      <a:pt x="112" y="370"/>
                    </a:lnTo>
                    <a:lnTo>
                      <a:pt x="109" y="360"/>
                    </a:lnTo>
                    <a:lnTo>
                      <a:pt x="105" y="352"/>
                    </a:lnTo>
                    <a:lnTo>
                      <a:pt x="100" y="344"/>
                    </a:lnTo>
                    <a:lnTo>
                      <a:pt x="93" y="337"/>
                    </a:lnTo>
                    <a:lnTo>
                      <a:pt x="87" y="330"/>
                    </a:lnTo>
                    <a:lnTo>
                      <a:pt x="79" y="324"/>
                    </a:lnTo>
                    <a:lnTo>
                      <a:pt x="71" y="318"/>
                    </a:lnTo>
                    <a:lnTo>
                      <a:pt x="62" y="313"/>
                    </a:lnTo>
                    <a:lnTo>
                      <a:pt x="53" y="308"/>
                    </a:lnTo>
                    <a:lnTo>
                      <a:pt x="44" y="302"/>
                    </a:lnTo>
                    <a:lnTo>
                      <a:pt x="35" y="297"/>
                    </a:lnTo>
                    <a:lnTo>
                      <a:pt x="25" y="291"/>
                    </a:lnTo>
                    <a:lnTo>
                      <a:pt x="17" y="286"/>
                    </a:lnTo>
                    <a:lnTo>
                      <a:pt x="7" y="280"/>
                    </a:lnTo>
                    <a:lnTo>
                      <a:pt x="0" y="273"/>
                    </a:lnTo>
                    <a:lnTo>
                      <a:pt x="0" y="268"/>
                    </a:lnTo>
                    <a:lnTo>
                      <a:pt x="0" y="263"/>
                    </a:lnTo>
                    <a:lnTo>
                      <a:pt x="2" y="258"/>
                    </a:lnTo>
                    <a:lnTo>
                      <a:pt x="4" y="253"/>
                    </a:lnTo>
                    <a:lnTo>
                      <a:pt x="7" y="248"/>
                    </a:lnTo>
                    <a:lnTo>
                      <a:pt x="10" y="244"/>
                    </a:lnTo>
                    <a:lnTo>
                      <a:pt x="13" y="239"/>
                    </a:lnTo>
                    <a:lnTo>
                      <a:pt x="17" y="234"/>
                    </a:lnTo>
                    <a:lnTo>
                      <a:pt x="20" y="230"/>
                    </a:lnTo>
                    <a:lnTo>
                      <a:pt x="24" y="225"/>
                    </a:lnTo>
                    <a:lnTo>
                      <a:pt x="29" y="220"/>
                    </a:lnTo>
                    <a:lnTo>
                      <a:pt x="32" y="216"/>
                    </a:lnTo>
                    <a:lnTo>
                      <a:pt x="37" y="210"/>
                    </a:lnTo>
                    <a:lnTo>
                      <a:pt x="40" y="205"/>
                    </a:lnTo>
                    <a:lnTo>
                      <a:pt x="43" y="201"/>
                    </a:lnTo>
                    <a:lnTo>
                      <a:pt x="46" y="195"/>
                    </a:lnTo>
                    <a:lnTo>
                      <a:pt x="51" y="190"/>
                    </a:lnTo>
                    <a:lnTo>
                      <a:pt x="58" y="186"/>
                    </a:lnTo>
                    <a:lnTo>
                      <a:pt x="65" y="184"/>
                    </a:lnTo>
                    <a:lnTo>
                      <a:pt x="73" y="184"/>
                    </a:lnTo>
                    <a:lnTo>
                      <a:pt x="82" y="186"/>
                    </a:lnTo>
                    <a:lnTo>
                      <a:pt x="91" y="187"/>
                    </a:lnTo>
                    <a:lnTo>
                      <a:pt x="100" y="191"/>
                    </a:lnTo>
                    <a:lnTo>
                      <a:pt x="109" y="195"/>
                    </a:lnTo>
                    <a:lnTo>
                      <a:pt x="114" y="199"/>
                    </a:lnTo>
                    <a:lnTo>
                      <a:pt x="120" y="205"/>
                    </a:lnTo>
                    <a:lnTo>
                      <a:pt x="124" y="210"/>
                    </a:lnTo>
                    <a:lnTo>
                      <a:pt x="130" y="216"/>
                    </a:lnTo>
                    <a:lnTo>
                      <a:pt x="136" y="222"/>
                    </a:lnTo>
                    <a:lnTo>
                      <a:pt x="143" y="228"/>
                    </a:lnTo>
                    <a:lnTo>
                      <a:pt x="150" y="233"/>
                    </a:lnTo>
                    <a:lnTo>
                      <a:pt x="160" y="237"/>
                    </a:lnTo>
                    <a:lnTo>
                      <a:pt x="166" y="236"/>
                    </a:lnTo>
                    <a:lnTo>
                      <a:pt x="173" y="234"/>
                    </a:lnTo>
                    <a:lnTo>
                      <a:pt x="179" y="232"/>
                    </a:lnTo>
                    <a:lnTo>
                      <a:pt x="186" y="230"/>
                    </a:lnTo>
                    <a:lnTo>
                      <a:pt x="193" y="228"/>
                    </a:lnTo>
                    <a:lnTo>
                      <a:pt x="200" y="225"/>
                    </a:lnTo>
                    <a:lnTo>
                      <a:pt x="207" y="223"/>
                    </a:lnTo>
                    <a:lnTo>
                      <a:pt x="215" y="220"/>
                    </a:lnTo>
                    <a:lnTo>
                      <a:pt x="218" y="213"/>
                    </a:lnTo>
                    <a:lnTo>
                      <a:pt x="224" y="205"/>
                    </a:lnTo>
                    <a:lnTo>
                      <a:pt x="230" y="198"/>
                    </a:lnTo>
                    <a:lnTo>
                      <a:pt x="235" y="190"/>
                    </a:lnTo>
                    <a:lnTo>
                      <a:pt x="239" y="182"/>
                    </a:lnTo>
                    <a:lnTo>
                      <a:pt x="242" y="174"/>
                    </a:lnTo>
                    <a:lnTo>
                      <a:pt x="242" y="165"/>
                    </a:lnTo>
                    <a:lnTo>
                      <a:pt x="238" y="156"/>
                    </a:lnTo>
                    <a:lnTo>
                      <a:pt x="235" y="151"/>
                    </a:lnTo>
                    <a:lnTo>
                      <a:pt x="230" y="147"/>
                    </a:lnTo>
                    <a:lnTo>
                      <a:pt x="226" y="143"/>
                    </a:lnTo>
                    <a:lnTo>
                      <a:pt x="220" y="140"/>
                    </a:lnTo>
                    <a:lnTo>
                      <a:pt x="215" y="136"/>
                    </a:lnTo>
                    <a:lnTo>
                      <a:pt x="209" y="134"/>
                    </a:lnTo>
                    <a:lnTo>
                      <a:pt x="203" y="132"/>
                    </a:lnTo>
                    <a:lnTo>
                      <a:pt x="196" y="129"/>
                    </a:lnTo>
                    <a:lnTo>
                      <a:pt x="189" y="127"/>
                    </a:lnTo>
                    <a:lnTo>
                      <a:pt x="183" y="125"/>
                    </a:lnTo>
                    <a:lnTo>
                      <a:pt x="176" y="122"/>
                    </a:lnTo>
                    <a:lnTo>
                      <a:pt x="170" y="121"/>
                    </a:lnTo>
                    <a:lnTo>
                      <a:pt x="164" y="117"/>
                    </a:lnTo>
                    <a:lnTo>
                      <a:pt x="158" y="114"/>
                    </a:lnTo>
                    <a:lnTo>
                      <a:pt x="153" y="111"/>
                    </a:lnTo>
                    <a:lnTo>
                      <a:pt x="148" y="106"/>
                    </a:lnTo>
                    <a:lnTo>
                      <a:pt x="143" y="98"/>
                    </a:lnTo>
                    <a:lnTo>
                      <a:pt x="142" y="90"/>
                    </a:lnTo>
                    <a:lnTo>
                      <a:pt x="142" y="80"/>
                    </a:lnTo>
                    <a:lnTo>
                      <a:pt x="145" y="72"/>
                    </a:lnTo>
                    <a:lnTo>
                      <a:pt x="149" y="64"/>
                    </a:lnTo>
                    <a:lnTo>
                      <a:pt x="156" y="57"/>
                    </a:lnTo>
                    <a:lnTo>
                      <a:pt x="163" y="50"/>
                    </a:lnTo>
                    <a:lnTo>
                      <a:pt x="172" y="46"/>
                    </a:lnTo>
                    <a:lnTo>
                      <a:pt x="177" y="43"/>
                    </a:lnTo>
                    <a:lnTo>
                      <a:pt x="183" y="39"/>
                    </a:lnTo>
                    <a:lnTo>
                      <a:pt x="187" y="36"/>
                    </a:lnTo>
                    <a:lnTo>
                      <a:pt x="193" y="31"/>
                    </a:lnTo>
                    <a:lnTo>
                      <a:pt x="199" y="27"/>
                    </a:lnTo>
                    <a:lnTo>
                      <a:pt x="205" y="23"/>
                    </a:lnTo>
                    <a:lnTo>
                      <a:pt x="211" y="18"/>
                    </a:lnTo>
                    <a:lnTo>
                      <a:pt x="218" y="14"/>
                    </a:lnTo>
                    <a:lnTo>
                      <a:pt x="226" y="18"/>
                    </a:lnTo>
                    <a:lnTo>
                      <a:pt x="235" y="22"/>
                    </a:lnTo>
                    <a:lnTo>
                      <a:pt x="243" y="28"/>
                    </a:lnTo>
                    <a:lnTo>
                      <a:pt x="251" y="34"/>
                    </a:lnTo>
                    <a:lnTo>
                      <a:pt x="259" y="40"/>
                    </a:lnTo>
                    <a:lnTo>
                      <a:pt x="267" y="47"/>
                    </a:lnTo>
                    <a:lnTo>
                      <a:pt x="277" y="54"/>
                    </a:lnTo>
                    <a:lnTo>
                      <a:pt x="286" y="60"/>
                    </a:lnTo>
                    <a:lnTo>
                      <a:pt x="294" y="65"/>
                    </a:lnTo>
                    <a:lnTo>
                      <a:pt x="304" y="69"/>
                    </a:lnTo>
                    <a:lnTo>
                      <a:pt x="314" y="72"/>
                    </a:lnTo>
                    <a:lnTo>
                      <a:pt x="324" y="75"/>
                    </a:lnTo>
                    <a:lnTo>
                      <a:pt x="334" y="74"/>
                    </a:lnTo>
                    <a:lnTo>
                      <a:pt x="344" y="72"/>
                    </a:lnTo>
                    <a:lnTo>
                      <a:pt x="355" y="68"/>
                    </a:lnTo>
                    <a:lnTo>
                      <a:pt x="367" y="60"/>
                    </a:lnTo>
                    <a:lnTo>
                      <a:pt x="373" y="54"/>
                    </a:lnTo>
                    <a:lnTo>
                      <a:pt x="378" y="46"/>
                    </a:lnTo>
                    <a:lnTo>
                      <a:pt x="382" y="36"/>
                    </a:lnTo>
                    <a:lnTo>
                      <a:pt x="387" y="27"/>
                    </a:lnTo>
                    <a:lnTo>
                      <a:pt x="393" y="18"/>
                    </a:lnTo>
                    <a:lnTo>
                      <a:pt x="401" y="10"/>
                    </a:lnTo>
                    <a:lnTo>
                      <a:pt x="411" y="3"/>
                    </a:lnTo>
                    <a:lnTo>
                      <a:pt x="422" y="0"/>
                    </a:lnTo>
                    <a:lnTo>
                      <a:pt x="432" y="3"/>
                    </a:lnTo>
                    <a:lnTo>
                      <a:pt x="442" y="6"/>
                    </a:lnTo>
                    <a:lnTo>
                      <a:pt x="453" y="10"/>
                    </a:lnTo>
                    <a:lnTo>
                      <a:pt x="463" y="15"/>
                    </a:lnTo>
                    <a:lnTo>
                      <a:pt x="472" y="21"/>
                    </a:lnTo>
                    <a:lnTo>
                      <a:pt x="479" y="28"/>
                    </a:lnTo>
                    <a:lnTo>
                      <a:pt x="486" y="36"/>
                    </a:lnTo>
                    <a:lnTo>
                      <a:pt x="492" y="46"/>
                    </a:lnTo>
                    <a:lnTo>
                      <a:pt x="493" y="54"/>
                    </a:lnTo>
                    <a:lnTo>
                      <a:pt x="492" y="61"/>
                    </a:lnTo>
                    <a:lnTo>
                      <a:pt x="489" y="68"/>
                    </a:lnTo>
                    <a:lnTo>
                      <a:pt x="485" y="73"/>
                    </a:lnTo>
                    <a:lnTo>
                      <a:pt x="479" y="79"/>
                    </a:lnTo>
                    <a:lnTo>
                      <a:pt x="473" y="83"/>
                    </a:lnTo>
                    <a:lnTo>
                      <a:pt x="466" y="88"/>
                    </a:lnTo>
                    <a:lnTo>
                      <a:pt x="458" y="93"/>
                    </a:lnTo>
                    <a:lnTo>
                      <a:pt x="451" y="97"/>
                    </a:lnTo>
                    <a:lnTo>
                      <a:pt x="443" y="101"/>
                    </a:lnTo>
                    <a:lnTo>
                      <a:pt x="437" y="107"/>
                    </a:lnTo>
                    <a:lnTo>
                      <a:pt x="431" y="112"/>
                    </a:lnTo>
                    <a:lnTo>
                      <a:pt x="427" y="118"/>
                    </a:lnTo>
                    <a:lnTo>
                      <a:pt x="423" y="125"/>
                    </a:lnTo>
                    <a:lnTo>
                      <a:pt x="422" y="133"/>
                    </a:lnTo>
                    <a:lnTo>
                      <a:pt x="422" y="142"/>
                    </a:lnTo>
                    <a:lnTo>
                      <a:pt x="511" y="227"/>
                    </a:lnTo>
                    <a:lnTo>
                      <a:pt x="429" y="316"/>
                    </a:lnTo>
                    <a:lnTo>
                      <a:pt x="419" y="317"/>
                    </a:lnTo>
                    <a:lnTo>
                      <a:pt x="411" y="315"/>
                    </a:lnTo>
                    <a:lnTo>
                      <a:pt x="402" y="312"/>
                    </a:lnTo>
                    <a:lnTo>
                      <a:pt x="395" y="308"/>
                    </a:lnTo>
                    <a:lnTo>
                      <a:pt x="388" y="302"/>
                    </a:lnTo>
                    <a:lnTo>
                      <a:pt x="382" y="295"/>
                    </a:lnTo>
                    <a:lnTo>
                      <a:pt x="376" y="288"/>
                    </a:lnTo>
                    <a:lnTo>
                      <a:pt x="370" y="281"/>
                    </a:lnTo>
                    <a:lnTo>
                      <a:pt x="364" y="273"/>
                    </a:lnTo>
                    <a:lnTo>
                      <a:pt x="358" y="266"/>
                    </a:lnTo>
                    <a:lnTo>
                      <a:pt x="351" y="260"/>
                    </a:lnTo>
                    <a:lnTo>
                      <a:pt x="344" y="255"/>
                    </a:lnTo>
                    <a:lnTo>
                      <a:pt x="336" y="250"/>
                    </a:lnTo>
                    <a:lnTo>
                      <a:pt x="327" y="248"/>
                    </a:lnTo>
                    <a:lnTo>
                      <a:pt x="317" y="247"/>
                    </a:lnTo>
                    <a:lnTo>
                      <a:pt x="305" y="248"/>
                    </a:lnTo>
                    <a:lnTo>
                      <a:pt x="299" y="252"/>
                    </a:lnTo>
                    <a:lnTo>
                      <a:pt x="293" y="255"/>
                    </a:lnTo>
                    <a:lnTo>
                      <a:pt x="287" y="260"/>
                    </a:lnTo>
                    <a:lnTo>
                      <a:pt x="281" y="265"/>
                    </a:lnTo>
                    <a:lnTo>
                      <a:pt x="275" y="270"/>
                    </a:lnTo>
                    <a:lnTo>
                      <a:pt x="270" y="275"/>
                    </a:lnTo>
                    <a:lnTo>
                      <a:pt x="265" y="281"/>
                    </a:lnTo>
                    <a:lnTo>
                      <a:pt x="260" y="288"/>
                    </a:lnTo>
                    <a:lnTo>
                      <a:pt x="255" y="294"/>
                    </a:lnTo>
                    <a:lnTo>
                      <a:pt x="251" y="300"/>
                    </a:lnTo>
                    <a:lnTo>
                      <a:pt x="247" y="308"/>
                    </a:lnTo>
                    <a:lnTo>
                      <a:pt x="244" y="315"/>
                    </a:lnTo>
                    <a:lnTo>
                      <a:pt x="242" y="323"/>
                    </a:lnTo>
                    <a:lnTo>
                      <a:pt x="239" y="331"/>
                    </a:lnTo>
                    <a:lnTo>
                      <a:pt x="238" y="339"/>
                    </a:lnTo>
                    <a:lnTo>
                      <a:pt x="238" y="348"/>
                    </a:lnTo>
                    <a:lnTo>
                      <a:pt x="241" y="353"/>
                    </a:lnTo>
                    <a:lnTo>
                      <a:pt x="244" y="356"/>
                    </a:lnTo>
                    <a:lnTo>
                      <a:pt x="248" y="360"/>
                    </a:lnTo>
                    <a:lnTo>
                      <a:pt x="252" y="362"/>
                    </a:lnTo>
                    <a:lnTo>
                      <a:pt x="257" y="364"/>
                    </a:lnTo>
                    <a:lnTo>
                      <a:pt x="262" y="366"/>
                    </a:lnTo>
                    <a:lnTo>
                      <a:pt x="267" y="367"/>
                    </a:lnTo>
                    <a:lnTo>
                      <a:pt x="274" y="368"/>
                    </a:lnTo>
                    <a:lnTo>
                      <a:pt x="279" y="368"/>
                    </a:lnTo>
                    <a:lnTo>
                      <a:pt x="285" y="369"/>
                    </a:lnTo>
                    <a:lnTo>
                      <a:pt x="292" y="370"/>
                    </a:lnTo>
                    <a:lnTo>
                      <a:pt x="298" y="370"/>
                    </a:lnTo>
                    <a:lnTo>
                      <a:pt x="304" y="370"/>
                    </a:lnTo>
                    <a:lnTo>
                      <a:pt x="309" y="371"/>
                    </a:lnTo>
                    <a:lnTo>
                      <a:pt x="315" y="371"/>
                    </a:lnTo>
                    <a:lnTo>
                      <a:pt x="320" y="373"/>
                    </a:lnTo>
                    <a:lnTo>
                      <a:pt x="330" y="376"/>
                    </a:lnTo>
                    <a:lnTo>
                      <a:pt x="337" y="382"/>
                    </a:lnTo>
                    <a:lnTo>
                      <a:pt x="344" y="389"/>
                    </a:lnTo>
                    <a:lnTo>
                      <a:pt x="349" y="398"/>
                    </a:lnTo>
                    <a:lnTo>
                      <a:pt x="353" y="407"/>
                    </a:lnTo>
                    <a:lnTo>
                      <a:pt x="355" y="417"/>
                    </a:lnTo>
                    <a:lnTo>
                      <a:pt x="356" y="427"/>
                    </a:lnTo>
                    <a:lnTo>
                      <a:pt x="355" y="436"/>
                    </a:lnTo>
                    <a:lnTo>
                      <a:pt x="352" y="443"/>
                    </a:lnTo>
                    <a:lnTo>
                      <a:pt x="348" y="448"/>
                    </a:lnTo>
                    <a:lnTo>
                      <a:pt x="343" y="453"/>
                    </a:lnTo>
                    <a:lnTo>
                      <a:pt x="339" y="458"/>
                    </a:lnTo>
                    <a:lnTo>
                      <a:pt x="334" y="462"/>
                    </a:lnTo>
                    <a:lnTo>
                      <a:pt x="330" y="468"/>
                    </a:lnTo>
                    <a:lnTo>
                      <a:pt x="324" y="473"/>
                    </a:lnTo>
                    <a:lnTo>
                      <a:pt x="320" y="479"/>
                    </a:lnTo>
                    <a:lnTo>
                      <a:pt x="311" y="479"/>
                    </a:lnTo>
                    <a:lnTo>
                      <a:pt x="304" y="477"/>
                    </a:lnTo>
                    <a:lnTo>
                      <a:pt x="295" y="474"/>
                    </a:lnTo>
                    <a:lnTo>
                      <a:pt x="286" y="470"/>
                    </a:lnTo>
                    <a:lnTo>
                      <a:pt x="278" y="465"/>
                    </a:lnTo>
                    <a:lnTo>
                      <a:pt x="268" y="461"/>
                    </a:lnTo>
                    <a:lnTo>
                      <a:pt x="259" y="455"/>
                    </a:lnTo>
                    <a:lnTo>
                      <a:pt x="250" y="450"/>
                    </a:lnTo>
                    <a:lnTo>
                      <a:pt x="241" y="445"/>
                    </a:lnTo>
                    <a:lnTo>
                      <a:pt x="231" y="441"/>
                    </a:lnTo>
                    <a:lnTo>
                      <a:pt x="222" y="437"/>
                    </a:lnTo>
                    <a:lnTo>
                      <a:pt x="211" y="435"/>
                    </a:lnTo>
                    <a:lnTo>
                      <a:pt x="202" y="432"/>
                    </a:lnTo>
                    <a:lnTo>
                      <a:pt x="193" y="432"/>
                    </a:lnTo>
                    <a:lnTo>
                      <a:pt x="182" y="433"/>
                    </a:lnTo>
                    <a:lnTo>
                      <a:pt x="172" y="436"/>
                    </a:lnTo>
                    <a:lnTo>
                      <a:pt x="98" y="508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4" name="Google Shape;104;p12"/>
              <p:cNvSpPr/>
              <p:nvPr/>
            </p:nvSpPr>
            <p:spPr>
              <a:xfrm>
                <a:off x="741489" y="3732594"/>
                <a:ext cx="803275" cy="746125"/>
              </a:xfrm>
              <a:custGeom>
                <a:pathLst>
                  <a:path extrusionOk="0" h="470" w="506">
                    <a:moveTo>
                      <a:pt x="252" y="469"/>
                    </a:moveTo>
                    <a:lnTo>
                      <a:pt x="245" y="463"/>
                    </a:lnTo>
                    <a:lnTo>
                      <a:pt x="237" y="458"/>
                    </a:lnTo>
                    <a:lnTo>
                      <a:pt x="229" y="453"/>
                    </a:lnTo>
                    <a:lnTo>
                      <a:pt x="221" y="447"/>
                    </a:lnTo>
                    <a:lnTo>
                      <a:pt x="214" y="441"/>
                    </a:lnTo>
                    <a:lnTo>
                      <a:pt x="207" y="435"/>
                    </a:lnTo>
                    <a:lnTo>
                      <a:pt x="200" y="429"/>
                    </a:lnTo>
                    <a:lnTo>
                      <a:pt x="193" y="423"/>
                    </a:lnTo>
                    <a:lnTo>
                      <a:pt x="187" y="416"/>
                    </a:lnTo>
                    <a:lnTo>
                      <a:pt x="181" y="409"/>
                    </a:lnTo>
                    <a:lnTo>
                      <a:pt x="175" y="402"/>
                    </a:lnTo>
                    <a:lnTo>
                      <a:pt x="171" y="394"/>
                    </a:lnTo>
                    <a:lnTo>
                      <a:pt x="166" y="386"/>
                    </a:lnTo>
                    <a:lnTo>
                      <a:pt x="162" y="377"/>
                    </a:lnTo>
                    <a:lnTo>
                      <a:pt x="158" y="368"/>
                    </a:lnTo>
                    <a:lnTo>
                      <a:pt x="156" y="359"/>
                    </a:lnTo>
                    <a:lnTo>
                      <a:pt x="245" y="290"/>
                    </a:lnTo>
                    <a:lnTo>
                      <a:pt x="242" y="282"/>
                    </a:lnTo>
                    <a:lnTo>
                      <a:pt x="241" y="275"/>
                    </a:lnTo>
                    <a:lnTo>
                      <a:pt x="237" y="267"/>
                    </a:lnTo>
                    <a:lnTo>
                      <a:pt x="233" y="261"/>
                    </a:lnTo>
                    <a:lnTo>
                      <a:pt x="229" y="254"/>
                    </a:lnTo>
                    <a:lnTo>
                      <a:pt x="224" y="248"/>
                    </a:lnTo>
                    <a:lnTo>
                      <a:pt x="218" y="242"/>
                    </a:lnTo>
                    <a:lnTo>
                      <a:pt x="212" y="237"/>
                    </a:lnTo>
                    <a:lnTo>
                      <a:pt x="205" y="232"/>
                    </a:lnTo>
                    <a:lnTo>
                      <a:pt x="198" y="228"/>
                    </a:lnTo>
                    <a:lnTo>
                      <a:pt x="191" y="223"/>
                    </a:lnTo>
                    <a:lnTo>
                      <a:pt x="183" y="219"/>
                    </a:lnTo>
                    <a:lnTo>
                      <a:pt x="175" y="216"/>
                    </a:lnTo>
                    <a:lnTo>
                      <a:pt x="166" y="214"/>
                    </a:lnTo>
                    <a:lnTo>
                      <a:pt x="158" y="212"/>
                    </a:lnTo>
                    <a:lnTo>
                      <a:pt x="150" y="210"/>
                    </a:lnTo>
                    <a:lnTo>
                      <a:pt x="144" y="213"/>
                    </a:lnTo>
                    <a:lnTo>
                      <a:pt x="139" y="217"/>
                    </a:lnTo>
                    <a:lnTo>
                      <a:pt x="135" y="221"/>
                    </a:lnTo>
                    <a:lnTo>
                      <a:pt x="133" y="227"/>
                    </a:lnTo>
                    <a:lnTo>
                      <a:pt x="129" y="232"/>
                    </a:lnTo>
                    <a:lnTo>
                      <a:pt x="128" y="238"/>
                    </a:lnTo>
                    <a:lnTo>
                      <a:pt x="126" y="244"/>
                    </a:lnTo>
                    <a:lnTo>
                      <a:pt x="125" y="250"/>
                    </a:lnTo>
                    <a:lnTo>
                      <a:pt x="122" y="256"/>
                    </a:lnTo>
                    <a:lnTo>
                      <a:pt x="120" y="262"/>
                    </a:lnTo>
                    <a:lnTo>
                      <a:pt x="116" y="268"/>
                    </a:lnTo>
                    <a:lnTo>
                      <a:pt x="113" y="273"/>
                    </a:lnTo>
                    <a:lnTo>
                      <a:pt x="109" y="278"/>
                    </a:lnTo>
                    <a:lnTo>
                      <a:pt x="104" y="283"/>
                    </a:lnTo>
                    <a:lnTo>
                      <a:pt x="98" y="287"/>
                    </a:lnTo>
                    <a:lnTo>
                      <a:pt x="90" y="290"/>
                    </a:lnTo>
                    <a:lnTo>
                      <a:pt x="83" y="291"/>
                    </a:lnTo>
                    <a:lnTo>
                      <a:pt x="77" y="291"/>
                    </a:lnTo>
                    <a:lnTo>
                      <a:pt x="70" y="291"/>
                    </a:lnTo>
                    <a:lnTo>
                      <a:pt x="65" y="291"/>
                    </a:lnTo>
                    <a:lnTo>
                      <a:pt x="58" y="289"/>
                    </a:lnTo>
                    <a:lnTo>
                      <a:pt x="53" y="288"/>
                    </a:lnTo>
                    <a:lnTo>
                      <a:pt x="47" y="285"/>
                    </a:lnTo>
                    <a:lnTo>
                      <a:pt x="41" y="282"/>
                    </a:lnTo>
                    <a:lnTo>
                      <a:pt x="36" y="278"/>
                    </a:lnTo>
                    <a:lnTo>
                      <a:pt x="31" y="275"/>
                    </a:lnTo>
                    <a:lnTo>
                      <a:pt x="25" y="270"/>
                    </a:lnTo>
                    <a:lnTo>
                      <a:pt x="20" y="266"/>
                    </a:lnTo>
                    <a:lnTo>
                      <a:pt x="16" y="262"/>
                    </a:lnTo>
                    <a:lnTo>
                      <a:pt x="12" y="257"/>
                    </a:lnTo>
                    <a:lnTo>
                      <a:pt x="7" y="253"/>
                    </a:lnTo>
                    <a:lnTo>
                      <a:pt x="3" y="248"/>
                    </a:lnTo>
                    <a:lnTo>
                      <a:pt x="65" y="117"/>
                    </a:lnTo>
                    <a:lnTo>
                      <a:pt x="61" y="109"/>
                    </a:lnTo>
                    <a:lnTo>
                      <a:pt x="53" y="102"/>
                    </a:lnTo>
                    <a:lnTo>
                      <a:pt x="44" y="96"/>
                    </a:lnTo>
                    <a:lnTo>
                      <a:pt x="33" y="91"/>
                    </a:lnTo>
                    <a:lnTo>
                      <a:pt x="24" y="85"/>
                    </a:lnTo>
                    <a:lnTo>
                      <a:pt x="13" y="79"/>
                    </a:lnTo>
                    <a:lnTo>
                      <a:pt x="5" y="71"/>
                    </a:lnTo>
                    <a:lnTo>
                      <a:pt x="0" y="62"/>
                    </a:lnTo>
                    <a:lnTo>
                      <a:pt x="0" y="53"/>
                    </a:lnTo>
                    <a:lnTo>
                      <a:pt x="3" y="44"/>
                    </a:lnTo>
                    <a:lnTo>
                      <a:pt x="7" y="37"/>
                    </a:lnTo>
                    <a:lnTo>
                      <a:pt x="12" y="28"/>
                    </a:lnTo>
                    <a:lnTo>
                      <a:pt x="19" y="22"/>
                    </a:lnTo>
                    <a:lnTo>
                      <a:pt x="27" y="15"/>
                    </a:lnTo>
                    <a:lnTo>
                      <a:pt x="37" y="9"/>
                    </a:lnTo>
                    <a:lnTo>
                      <a:pt x="46" y="3"/>
                    </a:lnTo>
                    <a:lnTo>
                      <a:pt x="54" y="0"/>
                    </a:lnTo>
                    <a:lnTo>
                      <a:pt x="61" y="0"/>
                    </a:lnTo>
                    <a:lnTo>
                      <a:pt x="68" y="0"/>
                    </a:lnTo>
                    <a:lnTo>
                      <a:pt x="75" y="3"/>
                    </a:lnTo>
                    <a:lnTo>
                      <a:pt x="82" y="6"/>
                    </a:lnTo>
                    <a:lnTo>
                      <a:pt x="88" y="11"/>
                    </a:lnTo>
                    <a:lnTo>
                      <a:pt x="94" y="15"/>
                    </a:lnTo>
                    <a:lnTo>
                      <a:pt x="98" y="21"/>
                    </a:lnTo>
                    <a:lnTo>
                      <a:pt x="103" y="29"/>
                    </a:lnTo>
                    <a:lnTo>
                      <a:pt x="108" y="38"/>
                    </a:lnTo>
                    <a:lnTo>
                      <a:pt x="116" y="45"/>
                    </a:lnTo>
                    <a:lnTo>
                      <a:pt x="123" y="52"/>
                    </a:lnTo>
                    <a:lnTo>
                      <a:pt x="132" y="57"/>
                    </a:lnTo>
                    <a:lnTo>
                      <a:pt x="141" y="62"/>
                    </a:lnTo>
                    <a:lnTo>
                      <a:pt x="152" y="64"/>
                    </a:lnTo>
                    <a:lnTo>
                      <a:pt x="164" y="66"/>
                    </a:lnTo>
                    <a:lnTo>
                      <a:pt x="175" y="64"/>
                    </a:lnTo>
                    <a:lnTo>
                      <a:pt x="187" y="61"/>
                    </a:lnTo>
                    <a:lnTo>
                      <a:pt x="196" y="57"/>
                    </a:lnTo>
                    <a:lnTo>
                      <a:pt x="206" y="50"/>
                    </a:lnTo>
                    <a:lnTo>
                      <a:pt x="215" y="43"/>
                    </a:lnTo>
                    <a:lnTo>
                      <a:pt x="223" y="34"/>
                    </a:lnTo>
                    <a:lnTo>
                      <a:pt x="230" y="26"/>
                    </a:lnTo>
                    <a:lnTo>
                      <a:pt x="237" y="17"/>
                    </a:lnTo>
                    <a:lnTo>
                      <a:pt x="243" y="16"/>
                    </a:lnTo>
                    <a:lnTo>
                      <a:pt x="249" y="17"/>
                    </a:lnTo>
                    <a:lnTo>
                      <a:pt x="254" y="18"/>
                    </a:lnTo>
                    <a:lnTo>
                      <a:pt x="260" y="20"/>
                    </a:lnTo>
                    <a:lnTo>
                      <a:pt x="265" y="22"/>
                    </a:lnTo>
                    <a:lnTo>
                      <a:pt x="270" y="25"/>
                    </a:lnTo>
                    <a:lnTo>
                      <a:pt x="275" y="27"/>
                    </a:lnTo>
                    <a:lnTo>
                      <a:pt x="279" y="31"/>
                    </a:lnTo>
                    <a:lnTo>
                      <a:pt x="284" y="34"/>
                    </a:lnTo>
                    <a:lnTo>
                      <a:pt x="288" y="38"/>
                    </a:lnTo>
                    <a:lnTo>
                      <a:pt x="293" y="43"/>
                    </a:lnTo>
                    <a:lnTo>
                      <a:pt x="297" y="47"/>
                    </a:lnTo>
                    <a:lnTo>
                      <a:pt x="301" y="52"/>
                    </a:lnTo>
                    <a:lnTo>
                      <a:pt x="305" y="56"/>
                    </a:lnTo>
                    <a:lnTo>
                      <a:pt x="309" y="61"/>
                    </a:lnTo>
                    <a:lnTo>
                      <a:pt x="314" y="66"/>
                    </a:lnTo>
                    <a:lnTo>
                      <a:pt x="318" y="72"/>
                    </a:lnTo>
                    <a:lnTo>
                      <a:pt x="320" y="79"/>
                    </a:lnTo>
                    <a:lnTo>
                      <a:pt x="319" y="85"/>
                    </a:lnTo>
                    <a:lnTo>
                      <a:pt x="317" y="92"/>
                    </a:lnTo>
                    <a:lnTo>
                      <a:pt x="314" y="98"/>
                    </a:lnTo>
                    <a:lnTo>
                      <a:pt x="309" y="104"/>
                    </a:lnTo>
                    <a:lnTo>
                      <a:pt x="305" y="109"/>
                    </a:lnTo>
                    <a:lnTo>
                      <a:pt x="300" y="114"/>
                    </a:lnTo>
                    <a:lnTo>
                      <a:pt x="296" y="115"/>
                    </a:lnTo>
                    <a:lnTo>
                      <a:pt x="291" y="117"/>
                    </a:lnTo>
                    <a:lnTo>
                      <a:pt x="287" y="119"/>
                    </a:lnTo>
                    <a:lnTo>
                      <a:pt x="283" y="120"/>
                    </a:lnTo>
                    <a:lnTo>
                      <a:pt x="278" y="123"/>
                    </a:lnTo>
                    <a:lnTo>
                      <a:pt x="273" y="124"/>
                    </a:lnTo>
                    <a:lnTo>
                      <a:pt x="268" y="126"/>
                    </a:lnTo>
                    <a:lnTo>
                      <a:pt x="262" y="127"/>
                    </a:lnTo>
                    <a:lnTo>
                      <a:pt x="260" y="130"/>
                    </a:lnTo>
                    <a:lnTo>
                      <a:pt x="257" y="135"/>
                    </a:lnTo>
                    <a:lnTo>
                      <a:pt x="254" y="140"/>
                    </a:lnTo>
                    <a:lnTo>
                      <a:pt x="250" y="145"/>
                    </a:lnTo>
                    <a:lnTo>
                      <a:pt x="249" y="152"/>
                    </a:lnTo>
                    <a:lnTo>
                      <a:pt x="248" y="158"/>
                    </a:lnTo>
                    <a:lnTo>
                      <a:pt x="249" y="164"/>
                    </a:lnTo>
                    <a:lnTo>
                      <a:pt x="252" y="169"/>
                    </a:lnTo>
                    <a:lnTo>
                      <a:pt x="257" y="180"/>
                    </a:lnTo>
                    <a:lnTo>
                      <a:pt x="263" y="189"/>
                    </a:lnTo>
                    <a:lnTo>
                      <a:pt x="271" y="196"/>
                    </a:lnTo>
                    <a:lnTo>
                      <a:pt x="279" y="204"/>
                    </a:lnTo>
                    <a:lnTo>
                      <a:pt x="288" y="210"/>
                    </a:lnTo>
                    <a:lnTo>
                      <a:pt x="298" y="217"/>
                    </a:lnTo>
                    <a:lnTo>
                      <a:pt x="308" y="224"/>
                    </a:lnTo>
                    <a:lnTo>
                      <a:pt x="317" y="231"/>
                    </a:lnTo>
                    <a:lnTo>
                      <a:pt x="321" y="231"/>
                    </a:lnTo>
                    <a:lnTo>
                      <a:pt x="326" y="231"/>
                    </a:lnTo>
                    <a:lnTo>
                      <a:pt x="330" y="231"/>
                    </a:lnTo>
                    <a:lnTo>
                      <a:pt x="334" y="231"/>
                    </a:lnTo>
                    <a:lnTo>
                      <a:pt x="339" y="231"/>
                    </a:lnTo>
                    <a:lnTo>
                      <a:pt x="344" y="231"/>
                    </a:lnTo>
                    <a:lnTo>
                      <a:pt x="349" y="231"/>
                    </a:lnTo>
                    <a:lnTo>
                      <a:pt x="354" y="231"/>
                    </a:lnTo>
                    <a:lnTo>
                      <a:pt x="358" y="228"/>
                    </a:lnTo>
                    <a:lnTo>
                      <a:pt x="363" y="222"/>
                    </a:lnTo>
                    <a:lnTo>
                      <a:pt x="368" y="215"/>
                    </a:lnTo>
                    <a:lnTo>
                      <a:pt x="373" y="209"/>
                    </a:lnTo>
                    <a:lnTo>
                      <a:pt x="377" y="200"/>
                    </a:lnTo>
                    <a:lnTo>
                      <a:pt x="380" y="192"/>
                    </a:lnTo>
                    <a:lnTo>
                      <a:pt x="383" y="183"/>
                    </a:lnTo>
                    <a:lnTo>
                      <a:pt x="383" y="176"/>
                    </a:lnTo>
                    <a:lnTo>
                      <a:pt x="385" y="171"/>
                    </a:lnTo>
                    <a:lnTo>
                      <a:pt x="388" y="167"/>
                    </a:lnTo>
                    <a:lnTo>
                      <a:pt x="392" y="163"/>
                    </a:lnTo>
                    <a:lnTo>
                      <a:pt x="398" y="160"/>
                    </a:lnTo>
                    <a:lnTo>
                      <a:pt x="404" y="158"/>
                    </a:lnTo>
                    <a:lnTo>
                      <a:pt x="410" y="156"/>
                    </a:lnTo>
                    <a:lnTo>
                      <a:pt x="417" y="155"/>
                    </a:lnTo>
                    <a:lnTo>
                      <a:pt x="423" y="155"/>
                    </a:lnTo>
                    <a:lnTo>
                      <a:pt x="497" y="213"/>
                    </a:lnTo>
                    <a:lnTo>
                      <a:pt x="495" y="221"/>
                    </a:lnTo>
                    <a:lnTo>
                      <a:pt x="492" y="227"/>
                    </a:lnTo>
                    <a:lnTo>
                      <a:pt x="487" y="232"/>
                    </a:lnTo>
                    <a:lnTo>
                      <a:pt x="482" y="238"/>
                    </a:lnTo>
                    <a:lnTo>
                      <a:pt x="476" y="243"/>
                    </a:lnTo>
                    <a:lnTo>
                      <a:pt x="470" y="248"/>
                    </a:lnTo>
                    <a:lnTo>
                      <a:pt x="464" y="253"/>
                    </a:lnTo>
                    <a:lnTo>
                      <a:pt x="458" y="259"/>
                    </a:lnTo>
                    <a:lnTo>
                      <a:pt x="451" y="264"/>
                    </a:lnTo>
                    <a:lnTo>
                      <a:pt x="446" y="269"/>
                    </a:lnTo>
                    <a:lnTo>
                      <a:pt x="441" y="275"/>
                    </a:lnTo>
                    <a:lnTo>
                      <a:pt x="438" y="282"/>
                    </a:lnTo>
                    <a:lnTo>
                      <a:pt x="434" y="288"/>
                    </a:lnTo>
                    <a:lnTo>
                      <a:pt x="433" y="296"/>
                    </a:lnTo>
                    <a:lnTo>
                      <a:pt x="433" y="304"/>
                    </a:lnTo>
                    <a:lnTo>
                      <a:pt x="434" y="313"/>
                    </a:lnTo>
                    <a:lnTo>
                      <a:pt x="439" y="323"/>
                    </a:lnTo>
                    <a:lnTo>
                      <a:pt x="446" y="329"/>
                    </a:lnTo>
                    <a:lnTo>
                      <a:pt x="456" y="335"/>
                    </a:lnTo>
                    <a:lnTo>
                      <a:pt x="467" y="339"/>
                    </a:lnTo>
                    <a:lnTo>
                      <a:pt x="478" y="343"/>
                    </a:lnTo>
                    <a:lnTo>
                      <a:pt x="488" y="348"/>
                    </a:lnTo>
                    <a:lnTo>
                      <a:pt x="497" y="354"/>
                    </a:lnTo>
                    <a:lnTo>
                      <a:pt x="505" y="362"/>
                    </a:lnTo>
                    <a:lnTo>
                      <a:pt x="442" y="445"/>
                    </a:lnTo>
                    <a:lnTo>
                      <a:pt x="343" y="362"/>
                    </a:lnTo>
                    <a:lnTo>
                      <a:pt x="336" y="366"/>
                    </a:lnTo>
                    <a:lnTo>
                      <a:pt x="329" y="370"/>
                    </a:lnTo>
                    <a:lnTo>
                      <a:pt x="323" y="377"/>
                    </a:lnTo>
                    <a:lnTo>
                      <a:pt x="317" y="382"/>
                    </a:lnTo>
                    <a:lnTo>
                      <a:pt x="312" y="388"/>
                    </a:lnTo>
                    <a:lnTo>
                      <a:pt x="306" y="395"/>
                    </a:lnTo>
                    <a:lnTo>
                      <a:pt x="302" y="401"/>
                    </a:lnTo>
                    <a:lnTo>
                      <a:pt x="296" y="408"/>
                    </a:lnTo>
                    <a:lnTo>
                      <a:pt x="292" y="415"/>
                    </a:lnTo>
                    <a:lnTo>
                      <a:pt x="287" y="423"/>
                    </a:lnTo>
                    <a:lnTo>
                      <a:pt x="283" y="430"/>
                    </a:lnTo>
                    <a:lnTo>
                      <a:pt x="278" y="437"/>
                    </a:lnTo>
                    <a:lnTo>
                      <a:pt x="272" y="445"/>
                    </a:lnTo>
                    <a:lnTo>
                      <a:pt x="267" y="452"/>
                    </a:lnTo>
                    <a:lnTo>
                      <a:pt x="262" y="459"/>
                    </a:lnTo>
                    <a:lnTo>
                      <a:pt x="256" y="465"/>
                    </a:lnTo>
                    <a:lnTo>
                      <a:pt x="252" y="46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5" name="Google Shape;105;p12"/>
              <p:cNvSpPr/>
              <p:nvPr/>
            </p:nvSpPr>
            <p:spPr>
              <a:xfrm>
                <a:off x="770064" y="4589844"/>
                <a:ext cx="709613" cy="825500"/>
              </a:xfrm>
              <a:custGeom>
                <a:pathLst>
                  <a:path extrusionOk="0" h="520" w="447">
                    <a:moveTo>
                      <a:pt x="272" y="519"/>
                    </a:moveTo>
                    <a:lnTo>
                      <a:pt x="265" y="512"/>
                    </a:lnTo>
                    <a:lnTo>
                      <a:pt x="259" y="505"/>
                    </a:lnTo>
                    <a:lnTo>
                      <a:pt x="254" y="495"/>
                    </a:lnTo>
                    <a:lnTo>
                      <a:pt x="252" y="486"/>
                    </a:lnTo>
                    <a:lnTo>
                      <a:pt x="248" y="475"/>
                    </a:lnTo>
                    <a:lnTo>
                      <a:pt x="246" y="465"/>
                    </a:lnTo>
                    <a:lnTo>
                      <a:pt x="245" y="454"/>
                    </a:lnTo>
                    <a:lnTo>
                      <a:pt x="242" y="444"/>
                    </a:lnTo>
                    <a:lnTo>
                      <a:pt x="239" y="434"/>
                    </a:lnTo>
                    <a:lnTo>
                      <a:pt x="235" y="425"/>
                    </a:lnTo>
                    <a:lnTo>
                      <a:pt x="230" y="417"/>
                    </a:lnTo>
                    <a:lnTo>
                      <a:pt x="223" y="411"/>
                    </a:lnTo>
                    <a:lnTo>
                      <a:pt x="215" y="406"/>
                    </a:lnTo>
                    <a:lnTo>
                      <a:pt x="205" y="403"/>
                    </a:lnTo>
                    <a:lnTo>
                      <a:pt x="193" y="402"/>
                    </a:lnTo>
                    <a:lnTo>
                      <a:pt x="177" y="403"/>
                    </a:lnTo>
                    <a:lnTo>
                      <a:pt x="168" y="407"/>
                    </a:lnTo>
                    <a:lnTo>
                      <a:pt x="159" y="410"/>
                    </a:lnTo>
                    <a:lnTo>
                      <a:pt x="150" y="412"/>
                    </a:lnTo>
                    <a:lnTo>
                      <a:pt x="140" y="415"/>
                    </a:lnTo>
                    <a:lnTo>
                      <a:pt x="131" y="416"/>
                    </a:lnTo>
                    <a:lnTo>
                      <a:pt x="122" y="417"/>
                    </a:lnTo>
                    <a:lnTo>
                      <a:pt x="112" y="417"/>
                    </a:lnTo>
                    <a:lnTo>
                      <a:pt x="102" y="417"/>
                    </a:lnTo>
                    <a:lnTo>
                      <a:pt x="99" y="412"/>
                    </a:lnTo>
                    <a:lnTo>
                      <a:pt x="96" y="406"/>
                    </a:lnTo>
                    <a:lnTo>
                      <a:pt x="93" y="399"/>
                    </a:lnTo>
                    <a:lnTo>
                      <a:pt x="90" y="393"/>
                    </a:lnTo>
                    <a:lnTo>
                      <a:pt x="87" y="385"/>
                    </a:lnTo>
                    <a:lnTo>
                      <a:pt x="84" y="378"/>
                    </a:lnTo>
                    <a:lnTo>
                      <a:pt x="81" y="370"/>
                    </a:lnTo>
                    <a:lnTo>
                      <a:pt x="79" y="362"/>
                    </a:lnTo>
                    <a:lnTo>
                      <a:pt x="78" y="355"/>
                    </a:lnTo>
                    <a:lnTo>
                      <a:pt x="76" y="347"/>
                    </a:lnTo>
                    <a:lnTo>
                      <a:pt x="75" y="339"/>
                    </a:lnTo>
                    <a:lnTo>
                      <a:pt x="74" y="332"/>
                    </a:lnTo>
                    <a:lnTo>
                      <a:pt x="74" y="324"/>
                    </a:lnTo>
                    <a:lnTo>
                      <a:pt x="75" y="316"/>
                    </a:lnTo>
                    <a:lnTo>
                      <a:pt x="76" y="309"/>
                    </a:lnTo>
                    <a:lnTo>
                      <a:pt x="78" y="302"/>
                    </a:lnTo>
                    <a:lnTo>
                      <a:pt x="87" y="299"/>
                    </a:lnTo>
                    <a:lnTo>
                      <a:pt x="97" y="298"/>
                    </a:lnTo>
                    <a:lnTo>
                      <a:pt x="106" y="300"/>
                    </a:lnTo>
                    <a:lnTo>
                      <a:pt x="116" y="302"/>
                    </a:lnTo>
                    <a:lnTo>
                      <a:pt x="126" y="305"/>
                    </a:lnTo>
                    <a:lnTo>
                      <a:pt x="136" y="306"/>
                    </a:lnTo>
                    <a:lnTo>
                      <a:pt x="146" y="307"/>
                    </a:lnTo>
                    <a:lnTo>
                      <a:pt x="157" y="305"/>
                    </a:lnTo>
                    <a:lnTo>
                      <a:pt x="165" y="302"/>
                    </a:lnTo>
                    <a:lnTo>
                      <a:pt x="170" y="298"/>
                    </a:lnTo>
                    <a:lnTo>
                      <a:pt x="175" y="294"/>
                    </a:lnTo>
                    <a:lnTo>
                      <a:pt x="179" y="290"/>
                    </a:lnTo>
                    <a:lnTo>
                      <a:pt x="182" y="284"/>
                    </a:lnTo>
                    <a:lnTo>
                      <a:pt x="185" y="278"/>
                    </a:lnTo>
                    <a:lnTo>
                      <a:pt x="186" y="273"/>
                    </a:lnTo>
                    <a:lnTo>
                      <a:pt x="187" y="266"/>
                    </a:lnTo>
                    <a:lnTo>
                      <a:pt x="188" y="259"/>
                    </a:lnTo>
                    <a:lnTo>
                      <a:pt x="189" y="253"/>
                    </a:lnTo>
                    <a:lnTo>
                      <a:pt x="189" y="246"/>
                    </a:lnTo>
                    <a:lnTo>
                      <a:pt x="189" y="239"/>
                    </a:lnTo>
                    <a:lnTo>
                      <a:pt x="189" y="232"/>
                    </a:lnTo>
                    <a:lnTo>
                      <a:pt x="189" y="226"/>
                    </a:lnTo>
                    <a:lnTo>
                      <a:pt x="188" y="219"/>
                    </a:lnTo>
                    <a:lnTo>
                      <a:pt x="188" y="213"/>
                    </a:lnTo>
                    <a:lnTo>
                      <a:pt x="186" y="204"/>
                    </a:lnTo>
                    <a:lnTo>
                      <a:pt x="182" y="198"/>
                    </a:lnTo>
                    <a:lnTo>
                      <a:pt x="178" y="191"/>
                    </a:lnTo>
                    <a:lnTo>
                      <a:pt x="173" y="185"/>
                    </a:lnTo>
                    <a:lnTo>
                      <a:pt x="167" y="180"/>
                    </a:lnTo>
                    <a:lnTo>
                      <a:pt x="161" y="176"/>
                    </a:lnTo>
                    <a:lnTo>
                      <a:pt x="153" y="171"/>
                    </a:lnTo>
                    <a:lnTo>
                      <a:pt x="146" y="167"/>
                    </a:lnTo>
                    <a:lnTo>
                      <a:pt x="138" y="167"/>
                    </a:lnTo>
                    <a:lnTo>
                      <a:pt x="130" y="170"/>
                    </a:lnTo>
                    <a:lnTo>
                      <a:pt x="123" y="172"/>
                    </a:lnTo>
                    <a:lnTo>
                      <a:pt x="116" y="175"/>
                    </a:lnTo>
                    <a:lnTo>
                      <a:pt x="108" y="178"/>
                    </a:lnTo>
                    <a:lnTo>
                      <a:pt x="100" y="182"/>
                    </a:lnTo>
                    <a:lnTo>
                      <a:pt x="93" y="185"/>
                    </a:lnTo>
                    <a:lnTo>
                      <a:pt x="86" y="189"/>
                    </a:lnTo>
                    <a:lnTo>
                      <a:pt x="79" y="191"/>
                    </a:lnTo>
                    <a:lnTo>
                      <a:pt x="71" y="194"/>
                    </a:lnTo>
                    <a:lnTo>
                      <a:pt x="64" y="194"/>
                    </a:lnTo>
                    <a:lnTo>
                      <a:pt x="56" y="194"/>
                    </a:lnTo>
                    <a:lnTo>
                      <a:pt x="48" y="193"/>
                    </a:lnTo>
                    <a:lnTo>
                      <a:pt x="41" y="190"/>
                    </a:lnTo>
                    <a:lnTo>
                      <a:pt x="34" y="185"/>
                    </a:lnTo>
                    <a:lnTo>
                      <a:pt x="26" y="179"/>
                    </a:lnTo>
                    <a:lnTo>
                      <a:pt x="24" y="175"/>
                    </a:lnTo>
                    <a:lnTo>
                      <a:pt x="21" y="171"/>
                    </a:lnTo>
                    <a:lnTo>
                      <a:pt x="19" y="166"/>
                    </a:lnTo>
                    <a:lnTo>
                      <a:pt x="15" y="162"/>
                    </a:lnTo>
                    <a:lnTo>
                      <a:pt x="13" y="157"/>
                    </a:lnTo>
                    <a:lnTo>
                      <a:pt x="11" y="151"/>
                    </a:lnTo>
                    <a:lnTo>
                      <a:pt x="9" y="146"/>
                    </a:lnTo>
                    <a:lnTo>
                      <a:pt x="7" y="139"/>
                    </a:lnTo>
                    <a:lnTo>
                      <a:pt x="6" y="134"/>
                    </a:lnTo>
                    <a:lnTo>
                      <a:pt x="4" y="129"/>
                    </a:lnTo>
                    <a:lnTo>
                      <a:pt x="2" y="122"/>
                    </a:lnTo>
                    <a:lnTo>
                      <a:pt x="1" y="116"/>
                    </a:lnTo>
                    <a:lnTo>
                      <a:pt x="0" y="111"/>
                    </a:lnTo>
                    <a:lnTo>
                      <a:pt x="0" y="104"/>
                    </a:lnTo>
                    <a:lnTo>
                      <a:pt x="0" y="98"/>
                    </a:lnTo>
                    <a:lnTo>
                      <a:pt x="0" y="92"/>
                    </a:lnTo>
                    <a:lnTo>
                      <a:pt x="378" y="0"/>
                    </a:lnTo>
                    <a:lnTo>
                      <a:pt x="383" y="5"/>
                    </a:lnTo>
                    <a:lnTo>
                      <a:pt x="387" y="12"/>
                    </a:lnTo>
                    <a:lnTo>
                      <a:pt x="391" y="18"/>
                    </a:lnTo>
                    <a:lnTo>
                      <a:pt x="394" y="26"/>
                    </a:lnTo>
                    <a:lnTo>
                      <a:pt x="397" y="33"/>
                    </a:lnTo>
                    <a:lnTo>
                      <a:pt x="399" y="41"/>
                    </a:lnTo>
                    <a:lnTo>
                      <a:pt x="401" y="49"/>
                    </a:lnTo>
                    <a:lnTo>
                      <a:pt x="403" y="57"/>
                    </a:lnTo>
                    <a:lnTo>
                      <a:pt x="405" y="65"/>
                    </a:lnTo>
                    <a:lnTo>
                      <a:pt x="406" y="74"/>
                    </a:lnTo>
                    <a:lnTo>
                      <a:pt x="407" y="82"/>
                    </a:lnTo>
                    <a:lnTo>
                      <a:pt x="408" y="91"/>
                    </a:lnTo>
                    <a:lnTo>
                      <a:pt x="410" y="99"/>
                    </a:lnTo>
                    <a:lnTo>
                      <a:pt x="411" y="107"/>
                    </a:lnTo>
                    <a:lnTo>
                      <a:pt x="412" y="115"/>
                    </a:lnTo>
                    <a:lnTo>
                      <a:pt x="413" y="123"/>
                    </a:lnTo>
                    <a:lnTo>
                      <a:pt x="401" y="138"/>
                    </a:lnTo>
                    <a:lnTo>
                      <a:pt x="396" y="141"/>
                    </a:lnTo>
                    <a:lnTo>
                      <a:pt x="391" y="143"/>
                    </a:lnTo>
                    <a:lnTo>
                      <a:pt x="386" y="144"/>
                    </a:lnTo>
                    <a:lnTo>
                      <a:pt x="380" y="144"/>
                    </a:lnTo>
                    <a:lnTo>
                      <a:pt x="375" y="144"/>
                    </a:lnTo>
                    <a:lnTo>
                      <a:pt x="370" y="144"/>
                    </a:lnTo>
                    <a:lnTo>
                      <a:pt x="365" y="143"/>
                    </a:lnTo>
                    <a:lnTo>
                      <a:pt x="359" y="142"/>
                    </a:lnTo>
                    <a:lnTo>
                      <a:pt x="354" y="141"/>
                    </a:lnTo>
                    <a:lnTo>
                      <a:pt x="348" y="139"/>
                    </a:lnTo>
                    <a:lnTo>
                      <a:pt x="343" y="139"/>
                    </a:lnTo>
                    <a:lnTo>
                      <a:pt x="338" y="138"/>
                    </a:lnTo>
                    <a:lnTo>
                      <a:pt x="332" y="137"/>
                    </a:lnTo>
                    <a:lnTo>
                      <a:pt x="326" y="136"/>
                    </a:lnTo>
                    <a:lnTo>
                      <a:pt x="320" y="137"/>
                    </a:lnTo>
                    <a:lnTo>
                      <a:pt x="314" y="138"/>
                    </a:lnTo>
                    <a:lnTo>
                      <a:pt x="307" y="141"/>
                    </a:lnTo>
                    <a:lnTo>
                      <a:pt x="301" y="146"/>
                    </a:lnTo>
                    <a:lnTo>
                      <a:pt x="295" y="152"/>
                    </a:lnTo>
                    <a:lnTo>
                      <a:pt x="290" y="159"/>
                    </a:lnTo>
                    <a:lnTo>
                      <a:pt x="286" y="166"/>
                    </a:lnTo>
                    <a:lnTo>
                      <a:pt x="284" y="175"/>
                    </a:lnTo>
                    <a:lnTo>
                      <a:pt x="282" y="184"/>
                    </a:lnTo>
                    <a:lnTo>
                      <a:pt x="283" y="194"/>
                    </a:lnTo>
                    <a:lnTo>
                      <a:pt x="285" y="199"/>
                    </a:lnTo>
                    <a:lnTo>
                      <a:pt x="286" y="204"/>
                    </a:lnTo>
                    <a:lnTo>
                      <a:pt x="286" y="210"/>
                    </a:lnTo>
                    <a:lnTo>
                      <a:pt x="287" y="217"/>
                    </a:lnTo>
                    <a:lnTo>
                      <a:pt x="289" y="222"/>
                    </a:lnTo>
                    <a:lnTo>
                      <a:pt x="290" y="229"/>
                    </a:lnTo>
                    <a:lnTo>
                      <a:pt x="292" y="235"/>
                    </a:lnTo>
                    <a:lnTo>
                      <a:pt x="293" y="241"/>
                    </a:lnTo>
                    <a:lnTo>
                      <a:pt x="295" y="247"/>
                    </a:lnTo>
                    <a:lnTo>
                      <a:pt x="298" y="253"/>
                    </a:lnTo>
                    <a:lnTo>
                      <a:pt x="300" y="259"/>
                    </a:lnTo>
                    <a:lnTo>
                      <a:pt x="304" y="264"/>
                    </a:lnTo>
                    <a:lnTo>
                      <a:pt x="308" y="268"/>
                    </a:lnTo>
                    <a:lnTo>
                      <a:pt x="313" y="273"/>
                    </a:lnTo>
                    <a:lnTo>
                      <a:pt x="319" y="276"/>
                    </a:lnTo>
                    <a:lnTo>
                      <a:pt x="326" y="279"/>
                    </a:lnTo>
                    <a:lnTo>
                      <a:pt x="332" y="282"/>
                    </a:lnTo>
                    <a:lnTo>
                      <a:pt x="339" y="284"/>
                    </a:lnTo>
                    <a:lnTo>
                      <a:pt x="345" y="284"/>
                    </a:lnTo>
                    <a:lnTo>
                      <a:pt x="351" y="284"/>
                    </a:lnTo>
                    <a:lnTo>
                      <a:pt x="357" y="282"/>
                    </a:lnTo>
                    <a:lnTo>
                      <a:pt x="362" y="280"/>
                    </a:lnTo>
                    <a:lnTo>
                      <a:pt x="367" y="278"/>
                    </a:lnTo>
                    <a:lnTo>
                      <a:pt x="373" y="274"/>
                    </a:lnTo>
                    <a:lnTo>
                      <a:pt x="379" y="272"/>
                    </a:lnTo>
                    <a:lnTo>
                      <a:pt x="385" y="268"/>
                    </a:lnTo>
                    <a:lnTo>
                      <a:pt x="390" y="266"/>
                    </a:lnTo>
                    <a:lnTo>
                      <a:pt x="396" y="264"/>
                    </a:lnTo>
                    <a:lnTo>
                      <a:pt x="402" y="262"/>
                    </a:lnTo>
                    <a:lnTo>
                      <a:pt x="407" y="260"/>
                    </a:lnTo>
                    <a:lnTo>
                      <a:pt x="414" y="260"/>
                    </a:lnTo>
                    <a:lnTo>
                      <a:pt x="420" y="261"/>
                    </a:lnTo>
                    <a:lnTo>
                      <a:pt x="426" y="265"/>
                    </a:lnTo>
                    <a:lnTo>
                      <a:pt x="429" y="270"/>
                    </a:lnTo>
                    <a:lnTo>
                      <a:pt x="432" y="275"/>
                    </a:lnTo>
                    <a:lnTo>
                      <a:pt x="434" y="281"/>
                    </a:lnTo>
                    <a:lnTo>
                      <a:pt x="436" y="287"/>
                    </a:lnTo>
                    <a:lnTo>
                      <a:pt x="439" y="292"/>
                    </a:lnTo>
                    <a:lnTo>
                      <a:pt x="439" y="299"/>
                    </a:lnTo>
                    <a:lnTo>
                      <a:pt x="440" y="305"/>
                    </a:lnTo>
                    <a:lnTo>
                      <a:pt x="442" y="312"/>
                    </a:lnTo>
                    <a:lnTo>
                      <a:pt x="442" y="319"/>
                    </a:lnTo>
                    <a:lnTo>
                      <a:pt x="443" y="325"/>
                    </a:lnTo>
                    <a:lnTo>
                      <a:pt x="443" y="332"/>
                    </a:lnTo>
                    <a:lnTo>
                      <a:pt x="444" y="338"/>
                    </a:lnTo>
                    <a:lnTo>
                      <a:pt x="445" y="345"/>
                    </a:lnTo>
                    <a:lnTo>
                      <a:pt x="445" y="352"/>
                    </a:lnTo>
                    <a:lnTo>
                      <a:pt x="446" y="358"/>
                    </a:lnTo>
                    <a:lnTo>
                      <a:pt x="436" y="358"/>
                    </a:lnTo>
                    <a:lnTo>
                      <a:pt x="426" y="359"/>
                    </a:lnTo>
                    <a:lnTo>
                      <a:pt x="417" y="361"/>
                    </a:lnTo>
                    <a:lnTo>
                      <a:pt x="406" y="363"/>
                    </a:lnTo>
                    <a:lnTo>
                      <a:pt x="397" y="366"/>
                    </a:lnTo>
                    <a:lnTo>
                      <a:pt x="386" y="369"/>
                    </a:lnTo>
                    <a:lnTo>
                      <a:pt x="377" y="372"/>
                    </a:lnTo>
                    <a:lnTo>
                      <a:pt x="366" y="377"/>
                    </a:lnTo>
                    <a:lnTo>
                      <a:pt x="363" y="380"/>
                    </a:lnTo>
                    <a:lnTo>
                      <a:pt x="359" y="385"/>
                    </a:lnTo>
                    <a:lnTo>
                      <a:pt x="354" y="391"/>
                    </a:lnTo>
                    <a:lnTo>
                      <a:pt x="351" y="398"/>
                    </a:lnTo>
                    <a:lnTo>
                      <a:pt x="347" y="406"/>
                    </a:lnTo>
                    <a:lnTo>
                      <a:pt x="346" y="414"/>
                    </a:lnTo>
                    <a:lnTo>
                      <a:pt x="347" y="421"/>
                    </a:lnTo>
                    <a:lnTo>
                      <a:pt x="350" y="429"/>
                    </a:lnTo>
                    <a:lnTo>
                      <a:pt x="353" y="437"/>
                    </a:lnTo>
                    <a:lnTo>
                      <a:pt x="358" y="444"/>
                    </a:lnTo>
                    <a:lnTo>
                      <a:pt x="363" y="450"/>
                    </a:lnTo>
                    <a:lnTo>
                      <a:pt x="368" y="458"/>
                    </a:lnTo>
                    <a:lnTo>
                      <a:pt x="372" y="464"/>
                    </a:lnTo>
                    <a:lnTo>
                      <a:pt x="374" y="472"/>
                    </a:lnTo>
                    <a:lnTo>
                      <a:pt x="375" y="480"/>
                    </a:lnTo>
                    <a:lnTo>
                      <a:pt x="373" y="489"/>
                    </a:lnTo>
                    <a:lnTo>
                      <a:pt x="369" y="492"/>
                    </a:lnTo>
                    <a:lnTo>
                      <a:pt x="364" y="495"/>
                    </a:lnTo>
                    <a:lnTo>
                      <a:pt x="359" y="498"/>
                    </a:lnTo>
                    <a:lnTo>
                      <a:pt x="353" y="500"/>
                    </a:lnTo>
                    <a:lnTo>
                      <a:pt x="347" y="503"/>
                    </a:lnTo>
                    <a:lnTo>
                      <a:pt x="341" y="505"/>
                    </a:lnTo>
                    <a:lnTo>
                      <a:pt x="336" y="508"/>
                    </a:lnTo>
                    <a:lnTo>
                      <a:pt x="330" y="509"/>
                    </a:lnTo>
                    <a:lnTo>
                      <a:pt x="323" y="511"/>
                    </a:lnTo>
                    <a:lnTo>
                      <a:pt x="317" y="512"/>
                    </a:lnTo>
                    <a:lnTo>
                      <a:pt x="311" y="514"/>
                    </a:lnTo>
                    <a:lnTo>
                      <a:pt x="304" y="515"/>
                    </a:lnTo>
                    <a:lnTo>
                      <a:pt x="298" y="516"/>
                    </a:lnTo>
                    <a:lnTo>
                      <a:pt x="292" y="517"/>
                    </a:lnTo>
                    <a:lnTo>
                      <a:pt x="285" y="518"/>
                    </a:lnTo>
                    <a:lnTo>
                      <a:pt x="279" y="519"/>
                    </a:lnTo>
                    <a:lnTo>
                      <a:pt x="272" y="51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6" name="Google Shape;106;p12"/>
              <p:cNvSpPr/>
              <p:nvPr/>
            </p:nvSpPr>
            <p:spPr>
              <a:xfrm>
                <a:off x="90614" y="3884994"/>
                <a:ext cx="649288" cy="985838"/>
              </a:xfrm>
              <a:custGeom>
                <a:pathLst>
                  <a:path extrusionOk="0" h="621" w="409">
                    <a:moveTo>
                      <a:pt x="266" y="611"/>
                    </a:moveTo>
                    <a:lnTo>
                      <a:pt x="254" y="616"/>
                    </a:lnTo>
                    <a:lnTo>
                      <a:pt x="243" y="618"/>
                    </a:lnTo>
                    <a:lnTo>
                      <a:pt x="232" y="620"/>
                    </a:lnTo>
                    <a:lnTo>
                      <a:pt x="221" y="619"/>
                    </a:lnTo>
                    <a:lnTo>
                      <a:pt x="210" y="617"/>
                    </a:lnTo>
                    <a:lnTo>
                      <a:pt x="199" y="611"/>
                    </a:lnTo>
                    <a:lnTo>
                      <a:pt x="189" y="605"/>
                    </a:lnTo>
                    <a:lnTo>
                      <a:pt x="179" y="598"/>
                    </a:lnTo>
                    <a:lnTo>
                      <a:pt x="179" y="588"/>
                    </a:lnTo>
                    <a:lnTo>
                      <a:pt x="180" y="577"/>
                    </a:lnTo>
                    <a:lnTo>
                      <a:pt x="182" y="565"/>
                    </a:lnTo>
                    <a:lnTo>
                      <a:pt x="186" y="555"/>
                    </a:lnTo>
                    <a:lnTo>
                      <a:pt x="190" y="543"/>
                    </a:lnTo>
                    <a:lnTo>
                      <a:pt x="192" y="531"/>
                    </a:lnTo>
                    <a:lnTo>
                      <a:pt x="193" y="519"/>
                    </a:lnTo>
                    <a:lnTo>
                      <a:pt x="189" y="506"/>
                    </a:lnTo>
                    <a:lnTo>
                      <a:pt x="182" y="500"/>
                    </a:lnTo>
                    <a:lnTo>
                      <a:pt x="173" y="495"/>
                    </a:lnTo>
                    <a:lnTo>
                      <a:pt x="165" y="492"/>
                    </a:lnTo>
                    <a:lnTo>
                      <a:pt x="155" y="489"/>
                    </a:lnTo>
                    <a:lnTo>
                      <a:pt x="146" y="489"/>
                    </a:lnTo>
                    <a:lnTo>
                      <a:pt x="136" y="488"/>
                    </a:lnTo>
                    <a:lnTo>
                      <a:pt x="126" y="490"/>
                    </a:lnTo>
                    <a:lnTo>
                      <a:pt x="117" y="490"/>
                    </a:lnTo>
                    <a:lnTo>
                      <a:pt x="107" y="493"/>
                    </a:lnTo>
                    <a:lnTo>
                      <a:pt x="97" y="495"/>
                    </a:lnTo>
                    <a:lnTo>
                      <a:pt x="87" y="497"/>
                    </a:lnTo>
                    <a:lnTo>
                      <a:pt x="76" y="499"/>
                    </a:lnTo>
                    <a:lnTo>
                      <a:pt x="65" y="502"/>
                    </a:lnTo>
                    <a:lnTo>
                      <a:pt x="55" y="503"/>
                    </a:lnTo>
                    <a:lnTo>
                      <a:pt x="44" y="505"/>
                    </a:lnTo>
                    <a:lnTo>
                      <a:pt x="34" y="506"/>
                    </a:lnTo>
                    <a:lnTo>
                      <a:pt x="30" y="502"/>
                    </a:lnTo>
                    <a:lnTo>
                      <a:pt x="28" y="498"/>
                    </a:lnTo>
                    <a:lnTo>
                      <a:pt x="25" y="493"/>
                    </a:lnTo>
                    <a:lnTo>
                      <a:pt x="23" y="489"/>
                    </a:lnTo>
                    <a:lnTo>
                      <a:pt x="23" y="483"/>
                    </a:lnTo>
                    <a:lnTo>
                      <a:pt x="21" y="478"/>
                    </a:lnTo>
                    <a:lnTo>
                      <a:pt x="21" y="472"/>
                    </a:lnTo>
                    <a:lnTo>
                      <a:pt x="20" y="466"/>
                    </a:lnTo>
                    <a:lnTo>
                      <a:pt x="19" y="460"/>
                    </a:lnTo>
                    <a:lnTo>
                      <a:pt x="19" y="454"/>
                    </a:lnTo>
                    <a:lnTo>
                      <a:pt x="19" y="448"/>
                    </a:lnTo>
                    <a:lnTo>
                      <a:pt x="19" y="442"/>
                    </a:lnTo>
                    <a:lnTo>
                      <a:pt x="18" y="435"/>
                    </a:lnTo>
                    <a:lnTo>
                      <a:pt x="17" y="429"/>
                    </a:lnTo>
                    <a:lnTo>
                      <a:pt x="17" y="423"/>
                    </a:lnTo>
                    <a:lnTo>
                      <a:pt x="15" y="417"/>
                    </a:lnTo>
                    <a:lnTo>
                      <a:pt x="14" y="410"/>
                    </a:lnTo>
                    <a:lnTo>
                      <a:pt x="17" y="402"/>
                    </a:lnTo>
                    <a:lnTo>
                      <a:pt x="21" y="396"/>
                    </a:lnTo>
                    <a:lnTo>
                      <a:pt x="26" y="391"/>
                    </a:lnTo>
                    <a:lnTo>
                      <a:pt x="35" y="386"/>
                    </a:lnTo>
                    <a:lnTo>
                      <a:pt x="42" y="381"/>
                    </a:lnTo>
                    <a:lnTo>
                      <a:pt x="52" y="377"/>
                    </a:lnTo>
                    <a:lnTo>
                      <a:pt x="61" y="374"/>
                    </a:lnTo>
                    <a:lnTo>
                      <a:pt x="67" y="373"/>
                    </a:lnTo>
                    <a:lnTo>
                      <a:pt x="75" y="374"/>
                    </a:lnTo>
                    <a:lnTo>
                      <a:pt x="82" y="375"/>
                    </a:lnTo>
                    <a:lnTo>
                      <a:pt x="91" y="375"/>
                    </a:lnTo>
                    <a:lnTo>
                      <a:pt x="98" y="376"/>
                    </a:lnTo>
                    <a:lnTo>
                      <a:pt x="107" y="375"/>
                    </a:lnTo>
                    <a:lnTo>
                      <a:pt x="116" y="373"/>
                    </a:lnTo>
                    <a:lnTo>
                      <a:pt x="127" y="371"/>
                    </a:lnTo>
                    <a:lnTo>
                      <a:pt x="130" y="366"/>
                    </a:lnTo>
                    <a:lnTo>
                      <a:pt x="134" y="359"/>
                    </a:lnTo>
                    <a:lnTo>
                      <a:pt x="137" y="354"/>
                    </a:lnTo>
                    <a:lnTo>
                      <a:pt x="140" y="348"/>
                    </a:lnTo>
                    <a:lnTo>
                      <a:pt x="144" y="341"/>
                    </a:lnTo>
                    <a:lnTo>
                      <a:pt x="148" y="334"/>
                    </a:lnTo>
                    <a:lnTo>
                      <a:pt x="151" y="327"/>
                    </a:lnTo>
                    <a:lnTo>
                      <a:pt x="156" y="321"/>
                    </a:lnTo>
                    <a:lnTo>
                      <a:pt x="153" y="313"/>
                    </a:lnTo>
                    <a:lnTo>
                      <a:pt x="151" y="304"/>
                    </a:lnTo>
                    <a:lnTo>
                      <a:pt x="151" y="294"/>
                    </a:lnTo>
                    <a:lnTo>
                      <a:pt x="149" y="285"/>
                    </a:lnTo>
                    <a:lnTo>
                      <a:pt x="147" y="275"/>
                    </a:lnTo>
                    <a:lnTo>
                      <a:pt x="143" y="269"/>
                    </a:lnTo>
                    <a:lnTo>
                      <a:pt x="137" y="262"/>
                    </a:lnTo>
                    <a:lnTo>
                      <a:pt x="129" y="257"/>
                    </a:lnTo>
                    <a:lnTo>
                      <a:pt x="123" y="257"/>
                    </a:lnTo>
                    <a:lnTo>
                      <a:pt x="117" y="257"/>
                    </a:lnTo>
                    <a:lnTo>
                      <a:pt x="111" y="256"/>
                    </a:lnTo>
                    <a:lnTo>
                      <a:pt x="104" y="258"/>
                    </a:lnTo>
                    <a:lnTo>
                      <a:pt x="98" y="259"/>
                    </a:lnTo>
                    <a:lnTo>
                      <a:pt x="92" y="261"/>
                    </a:lnTo>
                    <a:lnTo>
                      <a:pt x="86" y="264"/>
                    </a:lnTo>
                    <a:lnTo>
                      <a:pt x="80" y="266"/>
                    </a:lnTo>
                    <a:lnTo>
                      <a:pt x="73" y="270"/>
                    </a:lnTo>
                    <a:lnTo>
                      <a:pt x="67" y="273"/>
                    </a:lnTo>
                    <a:lnTo>
                      <a:pt x="60" y="275"/>
                    </a:lnTo>
                    <a:lnTo>
                      <a:pt x="55" y="278"/>
                    </a:lnTo>
                    <a:lnTo>
                      <a:pt x="48" y="280"/>
                    </a:lnTo>
                    <a:lnTo>
                      <a:pt x="41" y="282"/>
                    </a:lnTo>
                    <a:lnTo>
                      <a:pt x="35" y="282"/>
                    </a:lnTo>
                    <a:lnTo>
                      <a:pt x="28" y="283"/>
                    </a:lnTo>
                    <a:lnTo>
                      <a:pt x="20" y="280"/>
                    </a:lnTo>
                    <a:lnTo>
                      <a:pt x="12" y="275"/>
                    </a:lnTo>
                    <a:lnTo>
                      <a:pt x="6" y="268"/>
                    </a:lnTo>
                    <a:lnTo>
                      <a:pt x="2" y="259"/>
                    </a:lnTo>
                    <a:lnTo>
                      <a:pt x="2" y="252"/>
                    </a:lnTo>
                    <a:lnTo>
                      <a:pt x="0" y="241"/>
                    </a:lnTo>
                    <a:lnTo>
                      <a:pt x="1" y="231"/>
                    </a:lnTo>
                    <a:lnTo>
                      <a:pt x="5" y="222"/>
                    </a:lnTo>
                    <a:lnTo>
                      <a:pt x="6" y="217"/>
                    </a:lnTo>
                    <a:lnTo>
                      <a:pt x="8" y="210"/>
                    </a:lnTo>
                    <a:lnTo>
                      <a:pt x="9" y="205"/>
                    </a:lnTo>
                    <a:lnTo>
                      <a:pt x="10" y="196"/>
                    </a:lnTo>
                    <a:lnTo>
                      <a:pt x="12" y="190"/>
                    </a:lnTo>
                    <a:lnTo>
                      <a:pt x="13" y="183"/>
                    </a:lnTo>
                    <a:lnTo>
                      <a:pt x="15" y="175"/>
                    </a:lnTo>
                    <a:lnTo>
                      <a:pt x="17" y="167"/>
                    </a:lnTo>
                    <a:lnTo>
                      <a:pt x="26" y="165"/>
                    </a:lnTo>
                    <a:lnTo>
                      <a:pt x="34" y="163"/>
                    </a:lnTo>
                    <a:lnTo>
                      <a:pt x="44" y="161"/>
                    </a:lnTo>
                    <a:lnTo>
                      <a:pt x="54" y="160"/>
                    </a:lnTo>
                    <a:lnTo>
                      <a:pt x="64" y="158"/>
                    </a:lnTo>
                    <a:lnTo>
                      <a:pt x="75" y="158"/>
                    </a:lnTo>
                    <a:lnTo>
                      <a:pt x="87" y="156"/>
                    </a:lnTo>
                    <a:lnTo>
                      <a:pt x="97" y="155"/>
                    </a:lnTo>
                    <a:lnTo>
                      <a:pt x="108" y="153"/>
                    </a:lnTo>
                    <a:lnTo>
                      <a:pt x="118" y="150"/>
                    </a:lnTo>
                    <a:lnTo>
                      <a:pt x="127" y="145"/>
                    </a:lnTo>
                    <a:lnTo>
                      <a:pt x="136" y="140"/>
                    </a:lnTo>
                    <a:lnTo>
                      <a:pt x="142" y="132"/>
                    </a:lnTo>
                    <a:lnTo>
                      <a:pt x="148" y="124"/>
                    </a:lnTo>
                    <a:lnTo>
                      <a:pt x="154" y="113"/>
                    </a:lnTo>
                    <a:lnTo>
                      <a:pt x="157" y="99"/>
                    </a:lnTo>
                    <a:lnTo>
                      <a:pt x="157" y="91"/>
                    </a:lnTo>
                    <a:lnTo>
                      <a:pt x="156" y="81"/>
                    </a:lnTo>
                    <a:lnTo>
                      <a:pt x="152" y="72"/>
                    </a:lnTo>
                    <a:lnTo>
                      <a:pt x="149" y="61"/>
                    </a:lnTo>
                    <a:lnTo>
                      <a:pt x="147" y="51"/>
                    </a:lnTo>
                    <a:lnTo>
                      <a:pt x="147" y="39"/>
                    </a:lnTo>
                    <a:lnTo>
                      <a:pt x="150" y="29"/>
                    </a:lnTo>
                    <a:lnTo>
                      <a:pt x="156" y="18"/>
                    </a:lnTo>
                    <a:lnTo>
                      <a:pt x="166" y="13"/>
                    </a:lnTo>
                    <a:lnTo>
                      <a:pt x="175" y="8"/>
                    </a:lnTo>
                    <a:lnTo>
                      <a:pt x="186" y="4"/>
                    </a:lnTo>
                    <a:lnTo>
                      <a:pt x="196" y="1"/>
                    </a:lnTo>
                    <a:lnTo>
                      <a:pt x="207" y="0"/>
                    </a:lnTo>
                    <a:lnTo>
                      <a:pt x="217" y="0"/>
                    </a:lnTo>
                    <a:lnTo>
                      <a:pt x="228" y="1"/>
                    </a:lnTo>
                    <a:lnTo>
                      <a:pt x="239" y="3"/>
                    </a:lnTo>
                    <a:lnTo>
                      <a:pt x="246" y="9"/>
                    </a:lnTo>
                    <a:lnTo>
                      <a:pt x="249" y="14"/>
                    </a:lnTo>
                    <a:lnTo>
                      <a:pt x="252" y="22"/>
                    </a:lnTo>
                    <a:lnTo>
                      <a:pt x="252" y="29"/>
                    </a:lnTo>
                    <a:lnTo>
                      <a:pt x="252" y="36"/>
                    </a:lnTo>
                    <a:lnTo>
                      <a:pt x="250" y="44"/>
                    </a:lnTo>
                    <a:lnTo>
                      <a:pt x="248" y="53"/>
                    </a:lnTo>
                    <a:lnTo>
                      <a:pt x="246" y="61"/>
                    </a:lnTo>
                    <a:lnTo>
                      <a:pt x="244" y="69"/>
                    </a:lnTo>
                    <a:lnTo>
                      <a:pt x="241" y="78"/>
                    </a:lnTo>
                    <a:lnTo>
                      <a:pt x="241" y="86"/>
                    </a:lnTo>
                    <a:lnTo>
                      <a:pt x="239" y="94"/>
                    </a:lnTo>
                    <a:lnTo>
                      <a:pt x="241" y="102"/>
                    </a:lnTo>
                    <a:lnTo>
                      <a:pt x="242" y="109"/>
                    </a:lnTo>
                    <a:lnTo>
                      <a:pt x="247" y="116"/>
                    </a:lnTo>
                    <a:lnTo>
                      <a:pt x="253" y="122"/>
                    </a:lnTo>
                    <a:lnTo>
                      <a:pt x="376" y="124"/>
                    </a:lnTo>
                    <a:lnTo>
                      <a:pt x="377" y="244"/>
                    </a:lnTo>
                    <a:lnTo>
                      <a:pt x="371" y="252"/>
                    </a:lnTo>
                    <a:lnTo>
                      <a:pt x="363" y="257"/>
                    </a:lnTo>
                    <a:lnTo>
                      <a:pt x="354" y="260"/>
                    </a:lnTo>
                    <a:lnTo>
                      <a:pt x="347" y="262"/>
                    </a:lnTo>
                    <a:lnTo>
                      <a:pt x="338" y="262"/>
                    </a:lnTo>
                    <a:lnTo>
                      <a:pt x="328" y="261"/>
                    </a:lnTo>
                    <a:lnTo>
                      <a:pt x="319" y="260"/>
                    </a:lnTo>
                    <a:lnTo>
                      <a:pt x="310" y="259"/>
                    </a:lnTo>
                    <a:lnTo>
                      <a:pt x="301" y="257"/>
                    </a:lnTo>
                    <a:lnTo>
                      <a:pt x="292" y="256"/>
                    </a:lnTo>
                    <a:lnTo>
                      <a:pt x="282" y="257"/>
                    </a:lnTo>
                    <a:lnTo>
                      <a:pt x="274" y="257"/>
                    </a:lnTo>
                    <a:lnTo>
                      <a:pt x="264" y="260"/>
                    </a:lnTo>
                    <a:lnTo>
                      <a:pt x="256" y="264"/>
                    </a:lnTo>
                    <a:lnTo>
                      <a:pt x="248" y="271"/>
                    </a:lnTo>
                    <a:lnTo>
                      <a:pt x="240" y="280"/>
                    </a:lnTo>
                    <a:lnTo>
                      <a:pt x="237" y="286"/>
                    </a:lnTo>
                    <a:lnTo>
                      <a:pt x="236" y="293"/>
                    </a:lnTo>
                    <a:lnTo>
                      <a:pt x="235" y="300"/>
                    </a:lnTo>
                    <a:lnTo>
                      <a:pt x="234" y="308"/>
                    </a:lnTo>
                    <a:lnTo>
                      <a:pt x="233" y="316"/>
                    </a:lnTo>
                    <a:lnTo>
                      <a:pt x="233" y="323"/>
                    </a:lnTo>
                    <a:lnTo>
                      <a:pt x="233" y="331"/>
                    </a:lnTo>
                    <a:lnTo>
                      <a:pt x="234" y="339"/>
                    </a:lnTo>
                    <a:lnTo>
                      <a:pt x="234" y="348"/>
                    </a:lnTo>
                    <a:lnTo>
                      <a:pt x="237" y="355"/>
                    </a:lnTo>
                    <a:lnTo>
                      <a:pt x="238" y="362"/>
                    </a:lnTo>
                    <a:lnTo>
                      <a:pt x="241" y="370"/>
                    </a:lnTo>
                    <a:lnTo>
                      <a:pt x="245" y="377"/>
                    </a:lnTo>
                    <a:lnTo>
                      <a:pt x="249" y="385"/>
                    </a:lnTo>
                    <a:lnTo>
                      <a:pt x="254" y="392"/>
                    </a:lnTo>
                    <a:lnTo>
                      <a:pt x="259" y="397"/>
                    </a:lnTo>
                    <a:lnTo>
                      <a:pt x="265" y="400"/>
                    </a:lnTo>
                    <a:lnTo>
                      <a:pt x="270" y="400"/>
                    </a:lnTo>
                    <a:lnTo>
                      <a:pt x="275" y="400"/>
                    </a:lnTo>
                    <a:lnTo>
                      <a:pt x="278" y="398"/>
                    </a:lnTo>
                    <a:lnTo>
                      <a:pt x="284" y="397"/>
                    </a:lnTo>
                    <a:lnTo>
                      <a:pt x="289" y="394"/>
                    </a:lnTo>
                    <a:lnTo>
                      <a:pt x="294" y="392"/>
                    </a:lnTo>
                    <a:lnTo>
                      <a:pt x="298" y="388"/>
                    </a:lnTo>
                    <a:lnTo>
                      <a:pt x="303" y="385"/>
                    </a:lnTo>
                    <a:lnTo>
                      <a:pt x="308" y="381"/>
                    </a:lnTo>
                    <a:lnTo>
                      <a:pt x="313" y="378"/>
                    </a:lnTo>
                    <a:lnTo>
                      <a:pt x="318" y="373"/>
                    </a:lnTo>
                    <a:lnTo>
                      <a:pt x="322" y="370"/>
                    </a:lnTo>
                    <a:lnTo>
                      <a:pt x="326" y="366"/>
                    </a:lnTo>
                    <a:lnTo>
                      <a:pt x="331" y="363"/>
                    </a:lnTo>
                    <a:lnTo>
                      <a:pt x="336" y="360"/>
                    </a:lnTo>
                    <a:lnTo>
                      <a:pt x="345" y="356"/>
                    </a:lnTo>
                    <a:lnTo>
                      <a:pt x="355" y="355"/>
                    </a:lnTo>
                    <a:lnTo>
                      <a:pt x="365" y="356"/>
                    </a:lnTo>
                    <a:lnTo>
                      <a:pt x="375" y="359"/>
                    </a:lnTo>
                    <a:lnTo>
                      <a:pt x="383" y="363"/>
                    </a:lnTo>
                    <a:lnTo>
                      <a:pt x="392" y="369"/>
                    </a:lnTo>
                    <a:lnTo>
                      <a:pt x="400" y="376"/>
                    </a:lnTo>
                    <a:lnTo>
                      <a:pt x="406" y="383"/>
                    </a:lnTo>
                    <a:lnTo>
                      <a:pt x="407" y="390"/>
                    </a:lnTo>
                    <a:lnTo>
                      <a:pt x="408" y="396"/>
                    </a:lnTo>
                    <a:lnTo>
                      <a:pt x="408" y="403"/>
                    </a:lnTo>
                    <a:lnTo>
                      <a:pt x="408" y="410"/>
                    </a:lnTo>
                    <a:lnTo>
                      <a:pt x="407" y="416"/>
                    </a:lnTo>
                    <a:lnTo>
                      <a:pt x="408" y="423"/>
                    </a:lnTo>
                    <a:lnTo>
                      <a:pt x="408" y="431"/>
                    </a:lnTo>
                    <a:lnTo>
                      <a:pt x="408" y="438"/>
                    </a:lnTo>
                    <a:lnTo>
                      <a:pt x="402" y="444"/>
                    </a:lnTo>
                    <a:lnTo>
                      <a:pt x="395" y="447"/>
                    </a:lnTo>
                    <a:lnTo>
                      <a:pt x="387" y="451"/>
                    </a:lnTo>
                    <a:lnTo>
                      <a:pt x="378" y="454"/>
                    </a:lnTo>
                    <a:lnTo>
                      <a:pt x="368" y="456"/>
                    </a:lnTo>
                    <a:lnTo>
                      <a:pt x="358" y="459"/>
                    </a:lnTo>
                    <a:lnTo>
                      <a:pt x="348" y="463"/>
                    </a:lnTo>
                    <a:lnTo>
                      <a:pt x="338" y="465"/>
                    </a:lnTo>
                    <a:lnTo>
                      <a:pt x="327" y="467"/>
                    </a:lnTo>
                    <a:lnTo>
                      <a:pt x="317" y="471"/>
                    </a:lnTo>
                    <a:lnTo>
                      <a:pt x="309" y="475"/>
                    </a:lnTo>
                    <a:lnTo>
                      <a:pt x="299" y="480"/>
                    </a:lnTo>
                    <a:lnTo>
                      <a:pt x="291" y="485"/>
                    </a:lnTo>
                    <a:lnTo>
                      <a:pt x="283" y="490"/>
                    </a:lnTo>
                    <a:lnTo>
                      <a:pt x="277" y="498"/>
                    </a:lnTo>
                    <a:lnTo>
                      <a:pt x="271" y="508"/>
                    </a:lnTo>
                    <a:lnTo>
                      <a:pt x="266" y="611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7" name="Google Shape;107;p12"/>
              <p:cNvSpPr/>
              <p:nvPr/>
            </p:nvSpPr>
            <p:spPr>
              <a:xfrm>
                <a:off x="882777" y="-9144"/>
                <a:ext cx="696913" cy="628650"/>
              </a:xfrm>
              <a:custGeom>
                <a:pathLst>
                  <a:path extrusionOk="0" h="396" w="439">
                    <a:moveTo>
                      <a:pt x="264" y="395"/>
                    </a:moveTo>
                    <a:lnTo>
                      <a:pt x="257" y="388"/>
                    </a:lnTo>
                    <a:lnTo>
                      <a:pt x="251" y="381"/>
                    </a:lnTo>
                    <a:lnTo>
                      <a:pt x="246" y="372"/>
                    </a:lnTo>
                    <a:lnTo>
                      <a:pt x="244" y="362"/>
                    </a:lnTo>
                    <a:lnTo>
                      <a:pt x="240" y="351"/>
                    </a:lnTo>
                    <a:lnTo>
                      <a:pt x="238" y="341"/>
                    </a:lnTo>
                    <a:lnTo>
                      <a:pt x="237" y="330"/>
                    </a:lnTo>
                    <a:lnTo>
                      <a:pt x="234" y="320"/>
                    </a:lnTo>
                    <a:lnTo>
                      <a:pt x="231" y="310"/>
                    </a:lnTo>
                    <a:lnTo>
                      <a:pt x="227" y="301"/>
                    </a:lnTo>
                    <a:lnTo>
                      <a:pt x="222" y="293"/>
                    </a:lnTo>
                    <a:lnTo>
                      <a:pt x="215" y="287"/>
                    </a:lnTo>
                    <a:lnTo>
                      <a:pt x="207" y="282"/>
                    </a:lnTo>
                    <a:lnTo>
                      <a:pt x="197" y="279"/>
                    </a:lnTo>
                    <a:lnTo>
                      <a:pt x="185" y="278"/>
                    </a:lnTo>
                    <a:lnTo>
                      <a:pt x="169" y="280"/>
                    </a:lnTo>
                    <a:lnTo>
                      <a:pt x="160" y="283"/>
                    </a:lnTo>
                    <a:lnTo>
                      <a:pt x="151" y="286"/>
                    </a:lnTo>
                    <a:lnTo>
                      <a:pt x="142" y="289"/>
                    </a:lnTo>
                    <a:lnTo>
                      <a:pt x="132" y="291"/>
                    </a:lnTo>
                    <a:lnTo>
                      <a:pt x="123" y="292"/>
                    </a:lnTo>
                    <a:lnTo>
                      <a:pt x="114" y="293"/>
                    </a:lnTo>
                    <a:lnTo>
                      <a:pt x="104" y="293"/>
                    </a:lnTo>
                    <a:lnTo>
                      <a:pt x="94" y="293"/>
                    </a:lnTo>
                    <a:lnTo>
                      <a:pt x="91" y="288"/>
                    </a:lnTo>
                    <a:lnTo>
                      <a:pt x="88" y="282"/>
                    </a:lnTo>
                    <a:lnTo>
                      <a:pt x="85" y="275"/>
                    </a:lnTo>
                    <a:lnTo>
                      <a:pt x="82" y="269"/>
                    </a:lnTo>
                    <a:lnTo>
                      <a:pt x="79" y="261"/>
                    </a:lnTo>
                    <a:lnTo>
                      <a:pt x="76" y="254"/>
                    </a:lnTo>
                    <a:lnTo>
                      <a:pt x="73" y="247"/>
                    </a:lnTo>
                    <a:lnTo>
                      <a:pt x="72" y="238"/>
                    </a:lnTo>
                    <a:lnTo>
                      <a:pt x="70" y="231"/>
                    </a:lnTo>
                    <a:lnTo>
                      <a:pt x="68" y="224"/>
                    </a:lnTo>
                    <a:lnTo>
                      <a:pt x="67" y="215"/>
                    </a:lnTo>
                    <a:lnTo>
                      <a:pt x="66" y="208"/>
                    </a:lnTo>
                    <a:lnTo>
                      <a:pt x="66" y="201"/>
                    </a:lnTo>
                    <a:lnTo>
                      <a:pt x="67" y="192"/>
                    </a:lnTo>
                    <a:lnTo>
                      <a:pt x="68" y="185"/>
                    </a:lnTo>
                    <a:lnTo>
                      <a:pt x="70" y="179"/>
                    </a:lnTo>
                    <a:lnTo>
                      <a:pt x="79" y="175"/>
                    </a:lnTo>
                    <a:lnTo>
                      <a:pt x="89" y="174"/>
                    </a:lnTo>
                    <a:lnTo>
                      <a:pt x="99" y="176"/>
                    </a:lnTo>
                    <a:lnTo>
                      <a:pt x="108" y="179"/>
                    </a:lnTo>
                    <a:lnTo>
                      <a:pt x="119" y="181"/>
                    </a:lnTo>
                    <a:lnTo>
                      <a:pt x="128" y="183"/>
                    </a:lnTo>
                    <a:lnTo>
                      <a:pt x="139" y="183"/>
                    </a:lnTo>
                    <a:lnTo>
                      <a:pt x="149" y="182"/>
                    </a:lnTo>
                    <a:lnTo>
                      <a:pt x="157" y="179"/>
                    </a:lnTo>
                    <a:lnTo>
                      <a:pt x="162" y="174"/>
                    </a:lnTo>
                    <a:lnTo>
                      <a:pt x="167" y="170"/>
                    </a:lnTo>
                    <a:lnTo>
                      <a:pt x="171" y="166"/>
                    </a:lnTo>
                    <a:lnTo>
                      <a:pt x="174" y="160"/>
                    </a:lnTo>
                    <a:lnTo>
                      <a:pt x="177" y="155"/>
                    </a:lnTo>
                    <a:lnTo>
                      <a:pt x="179" y="149"/>
                    </a:lnTo>
                    <a:lnTo>
                      <a:pt x="179" y="142"/>
                    </a:lnTo>
                    <a:lnTo>
                      <a:pt x="180" y="136"/>
                    </a:lnTo>
                    <a:lnTo>
                      <a:pt x="181" y="129"/>
                    </a:lnTo>
                    <a:lnTo>
                      <a:pt x="181" y="123"/>
                    </a:lnTo>
                    <a:lnTo>
                      <a:pt x="181" y="115"/>
                    </a:lnTo>
                    <a:lnTo>
                      <a:pt x="181" y="109"/>
                    </a:lnTo>
                    <a:lnTo>
                      <a:pt x="181" y="102"/>
                    </a:lnTo>
                    <a:lnTo>
                      <a:pt x="180" y="96"/>
                    </a:lnTo>
                    <a:lnTo>
                      <a:pt x="180" y="89"/>
                    </a:lnTo>
                    <a:lnTo>
                      <a:pt x="178" y="81"/>
                    </a:lnTo>
                    <a:lnTo>
                      <a:pt x="174" y="74"/>
                    </a:lnTo>
                    <a:lnTo>
                      <a:pt x="170" y="68"/>
                    </a:lnTo>
                    <a:lnTo>
                      <a:pt x="165" y="62"/>
                    </a:lnTo>
                    <a:lnTo>
                      <a:pt x="159" y="57"/>
                    </a:lnTo>
                    <a:lnTo>
                      <a:pt x="153" y="52"/>
                    </a:lnTo>
                    <a:lnTo>
                      <a:pt x="146" y="48"/>
                    </a:lnTo>
                    <a:lnTo>
                      <a:pt x="138" y="44"/>
                    </a:lnTo>
                    <a:lnTo>
                      <a:pt x="130" y="44"/>
                    </a:lnTo>
                    <a:lnTo>
                      <a:pt x="122" y="46"/>
                    </a:lnTo>
                    <a:lnTo>
                      <a:pt x="115" y="49"/>
                    </a:lnTo>
                    <a:lnTo>
                      <a:pt x="108" y="51"/>
                    </a:lnTo>
                    <a:lnTo>
                      <a:pt x="100" y="55"/>
                    </a:lnTo>
                    <a:lnTo>
                      <a:pt x="92" y="59"/>
                    </a:lnTo>
                    <a:lnTo>
                      <a:pt x="86" y="62"/>
                    </a:lnTo>
                    <a:lnTo>
                      <a:pt x="79" y="65"/>
                    </a:lnTo>
                    <a:lnTo>
                      <a:pt x="71" y="68"/>
                    </a:lnTo>
                    <a:lnTo>
                      <a:pt x="63" y="70"/>
                    </a:lnTo>
                    <a:lnTo>
                      <a:pt x="56" y="71"/>
                    </a:lnTo>
                    <a:lnTo>
                      <a:pt x="48" y="71"/>
                    </a:lnTo>
                    <a:lnTo>
                      <a:pt x="40" y="69"/>
                    </a:lnTo>
                    <a:lnTo>
                      <a:pt x="33" y="67"/>
                    </a:lnTo>
                    <a:lnTo>
                      <a:pt x="26" y="62"/>
                    </a:lnTo>
                    <a:lnTo>
                      <a:pt x="19" y="55"/>
                    </a:lnTo>
                    <a:lnTo>
                      <a:pt x="16" y="51"/>
                    </a:lnTo>
                    <a:lnTo>
                      <a:pt x="13" y="48"/>
                    </a:lnTo>
                    <a:lnTo>
                      <a:pt x="11" y="43"/>
                    </a:lnTo>
                    <a:lnTo>
                      <a:pt x="7" y="38"/>
                    </a:lnTo>
                    <a:lnTo>
                      <a:pt x="6" y="33"/>
                    </a:lnTo>
                    <a:lnTo>
                      <a:pt x="3" y="27"/>
                    </a:lnTo>
                    <a:lnTo>
                      <a:pt x="1" y="22"/>
                    </a:lnTo>
                    <a:lnTo>
                      <a:pt x="0" y="16"/>
                    </a:lnTo>
                    <a:lnTo>
                      <a:pt x="405" y="0"/>
                    </a:lnTo>
                    <a:lnTo>
                      <a:pt x="393" y="14"/>
                    </a:lnTo>
                    <a:lnTo>
                      <a:pt x="388" y="18"/>
                    </a:lnTo>
                    <a:lnTo>
                      <a:pt x="383" y="20"/>
                    </a:lnTo>
                    <a:lnTo>
                      <a:pt x="378" y="21"/>
                    </a:lnTo>
                    <a:lnTo>
                      <a:pt x="372" y="21"/>
                    </a:lnTo>
                    <a:lnTo>
                      <a:pt x="367" y="21"/>
                    </a:lnTo>
                    <a:lnTo>
                      <a:pt x="362" y="21"/>
                    </a:lnTo>
                    <a:lnTo>
                      <a:pt x="357" y="20"/>
                    </a:lnTo>
                    <a:lnTo>
                      <a:pt x="351" y="18"/>
                    </a:lnTo>
                    <a:lnTo>
                      <a:pt x="346" y="18"/>
                    </a:lnTo>
                    <a:lnTo>
                      <a:pt x="340" y="16"/>
                    </a:lnTo>
                    <a:lnTo>
                      <a:pt x="335" y="15"/>
                    </a:lnTo>
                    <a:lnTo>
                      <a:pt x="330" y="14"/>
                    </a:lnTo>
                    <a:lnTo>
                      <a:pt x="324" y="13"/>
                    </a:lnTo>
                    <a:lnTo>
                      <a:pt x="318" y="13"/>
                    </a:lnTo>
                    <a:lnTo>
                      <a:pt x="312" y="13"/>
                    </a:lnTo>
                    <a:lnTo>
                      <a:pt x="306" y="14"/>
                    </a:lnTo>
                    <a:lnTo>
                      <a:pt x="299" y="18"/>
                    </a:lnTo>
                    <a:lnTo>
                      <a:pt x="293" y="22"/>
                    </a:lnTo>
                    <a:lnTo>
                      <a:pt x="287" y="28"/>
                    </a:lnTo>
                    <a:lnTo>
                      <a:pt x="282" y="36"/>
                    </a:lnTo>
                    <a:lnTo>
                      <a:pt x="278" y="43"/>
                    </a:lnTo>
                    <a:lnTo>
                      <a:pt x="276" y="51"/>
                    </a:lnTo>
                    <a:lnTo>
                      <a:pt x="274" y="60"/>
                    </a:lnTo>
                    <a:lnTo>
                      <a:pt x="275" y="70"/>
                    </a:lnTo>
                    <a:lnTo>
                      <a:pt x="277" y="75"/>
                    </a:lnTo>
                    <a:lnTo>
                      <a:pt x="278" y="81"/>
                    </a:lnTo>
                    <a:lnTo>
                      <a:pt x="278" y="87"/>
                    </a:lnTo>
                    <a:lnTo>
                      <a:pt x="279" y="93"/>
                    </a:lnTo>
                    <a:lnTo>
                      <a:pt x="281" y="99"/>
                    </a:lnTo>
                    <a:lnTo>
                      <a:pt x="282" y="105"/>
                    </a:lnTo>
                    <a:lnTo>
                      <a:pt x="284" y="111"/>
                    </a:lnTo>
                    <a:lnTo>
                      <a:pt x="285" y="118"/>
                    </a:lnTo>
                    <a:lnTo>
                      <a:pt x="287" y="124"/>
                    </a:lnTo>
                    <a:lnTo>
                      <a:pt x="290" y="129"/>
                    </a:lnTo>
                    <a:lnTo>
                      <a:pt x="292" y="135"/>
                    </a:lnTo>
                    <a:lnTo>
                      <a:pt x="296" y="140"/>
                    </a:lnTo>
                    <a:lnTo>
                      <a:pt x="300" y="145"/>
                    </a:lnTo>
                    <a:lnTo>
                      <a:pt x="305" y="149"/>
                    </a:lnTo>
                    <a:lnTo>
                      <a:pt x="311" y="152"/>
                    </a:lnTo>
                    <a:lnTo>
                      <a:pt x="318" y="156"/>
                    </a:lnTo>
                    <a:lnTo>
                      <a:pt x="325" y="159"/>
                    </a:lnTo>
                    <a:lnTo>
                      <a:pt x="331" y="160"/>
                    </a:lnTo>
                    <a:lnTo>
                      <a:pt x="337" y="160"/>
                    </a:lnTo>
                    <a:lnTo>
                      <a:pt x="343" y="160"/>
                    </a:lnTo>
                    <a:lnTo>
                      <a:pt x="349" y="158"/>
                    </a:lnTo>
                    <a:lnTo>
                      <a:pt x="354" y="156"/>
                    </a:lnTo>
                    <a:lnTo>
                      <a:pt x="359" y="154"/>
                    </a:lnTo>
                    <a:lnTo>
                      <a:pt x="365" y="151"/>
                    </a:lnTo>
                    <a:lnTo>
                      <a:pt x="371" y="148"/>
                    </a:lnTo>
                    <a:lnTo>
                      <a:pt x="377" y="145"/>
                    </a:lnTo>
                    <a:lnTo>
                      <a:pt x="382" y="142"/>
                    </a:lnTo>
                    <a:lnTo>
                      <a:pt x="388" y="140"/>
                    </a:lnTo>
                    <a:lnTo>
                      <a:pt x="394" y="138"/>
                    </a:lnTo>
                    <a:lnTo>
                      <a:pt x="399" y="137"/>
                    </a:lnTo>
                    <a:lnTo>
                      <a:pt x="406" y="137"/>
                    </a:lnTo>
                    <a:lnTo>
                      <a:pt x="412" y="137"/>
                    </a:lnTo>
                    <a:lnTo>
                      <a:pt x="418" y="142"/>
                    </a:lnTo>
                    <a:lnTo>
                      <a:pt x="421" y="146"/>
                    </a:lnTo>
                    <a:lnTo>
                      <a:pt x="424" y="151"/>
                    </a:lnTo>
                    <a:lnTo>
                      <a:pt x="426" y="157"/>
                    </a:lnTo>
                    <a:lnTo>
                      <a:pt x="428" y="163"/>
                    </a:lnTo>
                    <a:lnTo>
                      <a:pt x="431" y="169"/>
                    </a:lnTo>
                    <a:lnTo>
                      <a:pt x="431" y="175"/>
                    </a:lnTo>
                    <a:lnTo>
                      <a:pt x="432" y="182"/>
                    </a:lnTo>
                    <a:lnTo>
                      <a:pt x="434" y="188"/>
                    </a:lnTo>
                    <a:lnTo>
                      <a:pt x="434" y="195"/>
                    </a:lnTo>
                    <a:lnTo>
                      <a:pt x="435" y="202"/>
                    </a:lnTo>
                    <a:lnTo>
                      <a:pt x="435" y="208"/>
                    </a:lnTo>
                    <a:lnTo>
                      <a:pt x="436" y="215"/>
                    </a:lnTo>
                    <a:lnTo>
                      <a:pt x="437" y="221"/>
                    </a:lnTo>
                    <a:lnTo>
                      <a:pt x="437" y="228"/>
                    </a:lnTo>
                    <a:lnTo>
                      <a:pt x="438" y="234"/>
                    </a:lnTo>
                    <a:lnTo>
                      <a:pt x="428" y="234"/>
                    </a:lnTo>
                    <a:lnTo>
                      <a:pt x="418" y="235"/>
                    </a:lnTo>
                    <a:lnTo>
                      <a:pt x="409" y="237"/>
                    </a:lnTo>
                    <a:lnTo>
                      <a:pt x="398" y="239"/>
                    </a:lnTo>
                    <a:lnTo>
                      <a:pt x="389" y="242"/>
                    </a:lnTo>
                    <a:lnTo>
                      <a:pt x="378" y="245"/>
                    </a:lnTo>
                    <a:lnTo>
                      <a:pt x="369" y="248"/>
                    </a:lnTo>
                    <a:lnTo>
                      <a:pt x="358" y="253"/>
                    </a:lnTo>
                    <a:lnTo>
                      <a:pt x="355" y="257"/>
                    </a:lnTo>
                    <a:lnTo>
                      <a:pt x="351" y="261"/>
                    </a:lnTo>
                    <a:lnTo>
                      <a:pt x="346" y="267"/>
                    </a:lnTo>
                    <a:lnTo>
                      <a:pt x="343" y="275"/>
                    </a:lnTo>
                    <a:lnTo>
                      <a:pt x="339" y="282"/>
                    </a:lnTo>
                    <a:lnTo>
                      <a:pt x="338" y="290"/>
                    </a:lnTo>
                    <a:lnTo>
                      <a:pt x="339" y="298"/>
                    </a:lnTo>
                    <a:lnTo>
                      <a:pt x="342" y="305"/>
                    </a:lnTo>
                    <a:lnTo>
                      <a:pt x="345" y="313"/>
                    </a:lnTo>
                    <a:lnTo>
                      <a:pt x="350" y="320"/>
                    </a:lnTo>
                    <a:lnTo>
                      <a:pt x="355" y="326"/>
                    </a:lnTo>
                    <a:lnTo>
                      <a:pt x="360" y="334"/>
                    </a:lnTo>
                    <a:lnTo>
                      <a:pt x="364" y="340"/>
                    </a:lnTo>
                    <a:lnTo>
                      <a:pt x="366" y="348"/>
                    </a:lnTo>
                    <a:lnTo>
                      <a:pt x="367" y="356"/>
                    </a:lnTo>
                    <a:lnTo>
                      <a:pt x="365" y="365"/>
                    </a:lnTo>
                    <a:lnTo>
                      <a:pt x="361" y="368"/>
                    </a:lnTo>
                    <a:lnTo>
                      <a:pt x="356" y="372"/>
                    </a:lnTo>
                    <a:lnTo>
                      <a:pt x="351" y="374"/>
                    </a:lnTo>
                    <a:lnTo>
                      <a:pt x="345" y="376"/>
                    </a:lnTo>
                    <a:lnTo>
                      <a:pt x="339" y="379"/>
                    </a:lnTo>
                    <a:lnTo>
                      <a:pt x="333" y="381"/>
                    </a:lnTo>
                    <a:lnTo>
                      <a:pt x="328" y="384"/>
                    </a:lnTo>
                    <a:lnTo>
                      <a:pt x="322" y="385"/>
                    </a:lnTo>
                    <a:lnTo>
                      <a:pt x="315" y="387"/>
                    </a:lnTo>
                    <a:lnTo>
                      <a:pt x="309" y="388"/>
                    </a:lnTo>
                    <a:lnTo>
                      <a:pt x="303" y="390"/>
                    </a:lnTo>
                    <a:lnTo>
                      <a:pt x="296" y="391"/>
                    </a:lnTo>
                    <a:lnTo>
                      <a:pt x="290" y="392"/>
                    </a:lnTo>
                    <a:lnTo>
                      <a:pt x="284" y="393"/>
                    </a:lnTo>
                    <a:lnTo>
                      <a:pt x="277" y="394"/>
                    </a:lnTo>
                    <a:lnTo>
                      <a:pt x="271" y="395"/>
                    </a:lnTo>
                    <a:lnTo>
                      <a:pt x="264" y="395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8" name="Google Shape;108;p12"/>
              <p:cNvSpPr/>
              <p:nvPr/>
            </p:nvSpPr>
            <p:spPr>
              <a:xfrm>
                <a:off x="-4636" y="4966081"/>
                <a:ext cx="814388" cy="782638"/>
              </a:xfrm>
              <a:custGeom>
                <a:pathLst>
                  <a:path extrusionOk="0" h="493" w="513">
                    <a:moveTo>
                      <a:pt x="130" y="492"/>
                    </a:moveTo>
                    <a:lnTo>
                      <a:pt x="120" y="486"/>
                    </a:lnTo>
                    <a:lnTo>
                      <a:pt x="111" y="481"/>
                    </a:lnTo>
                    <a:lnTo>
                      <a:pt x="101" y="475"/>
                    </a:lnTo>
                    <a:lnTo>
                      <a:pt x="93" y="469"/>
                    </a:lnTo>
                    <a:lnTo>
                      <a:pt x="85" y="463"/>
                    </a:lnTo>
                    <a:lnTo>
                      <a:pt x="78" y="454"/>
                    </a:lnTo>
                    <a:lnTo>
                      <a:pt x="71" y="444"/>
                    </a:lnTo>
                    <a:lnTo>
                      <a:pt x="64" y="433"/>
                    </a:lnTo>
                    <a:lnTo>
                      <a:pt x="111" y="353"/>
                    </a:lnTo>
                    <a:lnTo>
                      <a:pt x="0" y="280"/>
                    </a:lnTo>
                    <a:lnTo>
                      <a:pt x="0" y="275"/>
                    </a:lnTo>
                    <a:lnTo>
                      <a:pt x="0" y="270"/>
                    </a:lnTo>
                    <a:lnTo>
                      <a:pt x="1" y="264"/>
                    </a:lnTo>
                    <a:lnTo>
                      <a:pt x="3" y="259"/>
                    </a:lnTo>
                    <a:lnTo>
                      <a:pt x="5" y="252"/>
                    </a:lnTo>
                    <a:lnTo>
                      <a:pt x="7" y="246"/>
                    </a:lnTo>
                    <a:lnTo>
                      <a:pt x="10" y="240"/>
                    </a:lnTo>
                    <a:lnTo>
                      <a:pt x="13" y="234"/>
                    </a:lnTo>
                    <a:lnTo>
                      <a:pt x="17" y="227"/>
                    </a:lnTo>
                    <a:lnTo>
                      <a:pt x="21" y="222"/>
                    </a:lnTo>
                    <a:lnTo>
                      <a:pt x="26" y="216"/>
                    </a:lnTo>
                    <a:lnTo>
                      <a:pt x="30" y="211"/>
                    </a:lnTo>
                    <a:lnTo>
                      <a:pt x="35" y="205"/>
                    </a:lnTo>
                    <a:lnTo>
                      <a:pt x="40" y="201"/>
                    </a:lnTo>
                    <a:lnTo>
                      <a:pt x="44" y="196"/>
                    </a:lnTo>
                    <a:lnTo>
                      <a:pt x="49" y="193"/>
                    </a:lnTo>
                    <a:lnTo>
                      <a:pt x="60" y="191"/>
                    </a:lnTo>
                    <a:lnTo>
                      <a:pt x="70" y="191"/>
                    </a:lnTo>
                    <a:lnTo>
                      <a:pt x="81" y="193"/>
                    </a:lnTo>
                    <a:lnTo>
                      <a:pt x="92" y="196"/>
                    </a:lnTo>
                    <a:lnTo>
                      <a:pt x="102" y="201"/>
                    </a:lnTo>
                    <a:lnTo>
                      <a:pt x="112" y="205"/>
                    </a:lnTo>
                    <a:lnTo>
                      <a:pt x="122" y="211"/>
                    </a:lnTo>
                    <a:lnTo>
                      <a:pt x="132" y="216"/>
                    </a:lnTo>
                    <a:lnTo>
                      <a:pt x="142" y="220"/>
                    </a:lnTo>
                    <a:lnTo>
                      <a:pt x="150" y="223"/>
                    </a:lnTo>
                    <a:lnTo>
                      <a:pt x="160" y="226"/>
                    </a:lnTo>
                    <a:lnTo>
                      <a:pt x="169" y="226"/>
                    </a:lnTo>
                    <a:lnTo>
                      <a:pt x="178" y="223"/>
                    </a:lnTo>
                    <a:lnTo>
                      <a:pt x="186" y="219"/>
                    </a:lnTo>
                    <a:lnTo>
                      <a:pt x="194" y="211"/>
                    </a:lnTo>
                    <a:lnTo>
                      <a:pt x="202" y="200"/>
                    </a:lnTo>
                    <a:lnTo>
                      <a:pt x="207" y="192"/>
                    </a:lnTo>
                    <a:lnTo>
                      <a:pt x="212" y="183"/>
                    </a:lnTo>
                    <a:lnTo>
                      <a:pt x="216" y="174"/>
                    </a:lnTo>
                    <a:lnTo>
                      <a:pt x="219" y="165"/>
                    </a:lnTo>
                    <a:lnTo>
                      <a:pt x="222" y="156"/>
                    </a:lnTo>
                    <a:lnTo>
                      <a:pt x="222" y="146"/>
                    </a:lnTo>
                    <a:lnTo>
                      <a:pt x="219" y="138"/>
                    </a:lnTo>
                    <a:lnTo>
                      <a:pt x="213" y="128"/>
                    </a:lnTo>
                    <a:lnTo>
                      <a:pt x="210" y="123"/>
                    </a:lnTo>
                    <a:lnTo>
                      <a:pt x="204" y="119"/>
                    </a:lnTo>
                    <a:lnTo>
                      <a:pt x="198" y="115"/>
                    </a:lnTo>
                    <a:lnTo>
                      <a:pt x="192" y="112"/>
                    </a:lnTo>
                    <a:lnTo>
                      <a:pt x="186" y="109"/>
                    </a:lnTo>
                    <a:lnTo>
                      <a:pt x="178" y="105"/>
                    </a:lnTo>
                    <a:lnTo>
                      <a:pt x="171" y="102"/>
                    </a:lnTo>
                    <a:lnTo>
                      <a:pt x="165" y="98"/>
                    </a:lnTo>
                    <a:lnTo>
                      <a:pt x="158" y="95"/>
                    </a:lnTo>
                    <a:lnTo>
                      <a:pt x="152" y="91"/>
                    </a:lnTo>
                    <a:lnTo>
                      <a:pt x="146" y="86"/>
                    </a:lnTo>
                    <a:lnTo>
                      <a:pt x="142" y="81"/>
                    </a:lnTo>
                    <a:lnTo>
                      <a:pt x="139" y="74"/>
                    </a:lnTo>
                    <a:lnTo>
                      <a:pt x="137" y="68"/>
                    </a:lnTo>
                    <a:lnTo>
                      <a:pt x="137" y="60"/>
                    </a:lnTo>
                    <a:lnTo>
                      <a:pt x="138" y="51"/>
                    </a:lnTo>
                    <a:lnTo>
                      <a:pt x="142" y="44"/>
                    </a:lnTo>
                    <a:lnTo>
                      <a:pt x="146" y="38"/>
                    </a:lnTo>
                    <a:lnTo>
                      <a:pt x="150" y="32"/>
                    </a:lnTo>
                    <a:lnTo>
                      <a:pt x="155" y="26"/>
                    </a:lnTo>
                    <a:lnTo>
                      <a:pt x="160" y="20"/>
                    </a:lnTo>
                    <a:lnTo>
                      <a:pt x="165" y="14"/>
                    </a:lnTo>
                    <a:lnTo>
                      <a:pt x="170" y="8"/>
                    </a:lnTo>
                    <a:lnTo>
                      <a:pt x="176" y="0"/>
                    </a:lnTo>
                    <a:lnTo>
                      <a:pt x="183" y="5"/>
                    </a:lnTo>
                    <a:lnTo>
                      <a:pt x="191" y="10"/>
                    </a:lnTo>
                    <a:lnTo>
                      <a:pt x="198" y="15"/>
                    </a:lnTo>
                    <a:lnTo>
                      <a:pt x="207" y="19"/>
                    </a:lnTo>
                    <a:lnTo>
                      <a:pt x="215" y="23"/>
                    </a:lnTo>
                    <a:lnTo>
                      <a:pt x="224" y="26"/>
                    </a:lnTo>
                    <a:lnTo>
                      <a:pt x="233" y="29"/>
                    </a:lnTo>
                    <a:lnTo>
                      <a:pt x="242" y="32"/>
                    </a:lnTo>
                    <a:lnTo>
                      <a:pt x="251" y="34"/>
                    </a:lnTo>
                    <a:lnTo>
                      <a:pt x="261" y="36"/>
                    </a:lnTo>
                    <a:lnTo>
                      <a:pt x="270" y="37"/>
                    </a:lnTo>
                    <a:lnTo>
                      <a:pt x="279" y="38"/>
                    </a:lnTo>
                    <a:lnTo>
                      <a:pt x="288" y="38"/>
                    </a:lnTo>
                    <a:lnTo>
                      <a:pt x="298" y="38"/>
                    </a:lnTo>
                    <a:lnTo>
                      <a:pt x="307" y="37"/>
                    </a:lnTo>
                    <a:lnTo>
                      <a:pt x="316" y="36"/>
                    </a:lnTo>
                    <a:lnTo>
                      <a:pt x="282" y="120"/>
                    </a:lnTo>
                    <a:lnTo>
                      <a:pt x="285" y="123"/>
                    </a:lnTo>
                    <a:lnTo>
                      <a:pt x="288" y="126"/>
                    </a:lnTo>
                    <a:lnTo>
                      <a:pt x="291" y="129"/>
                    </a:lnTo>
                    <a:lnTo>
                      <a:pt x="295" y="131"/>
                    </a:lnTo>
                    <a:lnTo>
                      <a:pt x="298" y="134"/>
                    </a:lnTo>
                    <a:lnTo>
                      <a:pt x="303" y="137"/>
                    </a:lnTo>
                    <a:lnTo>
                      <a:pt x="308" y="140"/>
                    </a:lnTo>
                    <a:lnTo>
                      <a:pt x="313" y="142"/>
                    </a:lnTo>
                    <a:lnTo>
                      <a:pt x="327" y="140"/>
                    </a:lnTo>
                    <a:lnTo>
                      <a:pt x="337" y="134"/>
                    </a:lnTo>
                    <a:lnTo>
                      <a:pt x="345" y="125"/>
                    </a:lnTo>
                    <a:lnTo>
                      <a:pt x="352" y="113"/>
                    </a:lnTo>
                    <a:lnTo>
                      <a:pt x="357" y="101"/>
                    </a:lnTo>
                    <a:lnTo>
                      <a:pt x="363" y="89"/>
                    </a:lnTo>
                    <a:lnTo>
                      <a:pt x="372" y="78"/>
                    </a:lnTo>
                    <a:lnTo>
                      <a:pt x="382" y="69"/>
                    </a:lnTo>
                    <a:lnTo>
                      <a:pt x="385" y="77"/>
                    </a:lnTo>
                    <a:lnTo>
                      <a:pt x="390" y="86"/>
                    </a:lnTo>
                    <a:lnTo>
                      <a:pt x="395" y="94"/>
                    </a:lnTo>
                    <a:lnTo>
                      <a:pt x="402" y="101"/>
                    </a:lnTo>
                    <a:lnTo>
                      <a:pt x="409" y="109"/>
                    </a:lnTo>
                    <a:lnTo>
                      <a:pt x="416" y="117"/>
                    </a:lnTo>
                    <a:lnTo>
                      <a:pt x="424" y="123"/>
                    </a:lnTo>
                    <a:lnTo>
                      <a:pt x="432" y="130"/>
                    </a:lnTo>
                    <a:lnTo>
                      <a:pt x="441" y="137"/>
                    </a:lnTo>
                    <a:lnTo>
                      <a:pt x="450" y="143"/>
                    </a:lnTo>
                    <a:lnTo>
                      <a:pt x="459" y="149"/>
                    </a:lnTo>
                    <a:lnTo>
                      <a:pt x="469" y="154"/>
                    </a:lnTo>
                    <a:lnTo>
                      <a:pt x="480" y="159"/>
                    </a:lnTo>
                    <a:lnTo>
                      <a:pt x="490" y="165"/>
                    </a:lnTo>
                    <a:lnTo>
                      <a:pt x="501" y="170"/>
                    </a:lnTo>
                    <a:lnTo>
                      <a:pt x="512" y="174"/>
                    </a:lnTo>
                    <a:lnTo>
                      <a:pt x="447" y="287"/>
                    </a:lnTo>
                    <a:lnTo>
                      <a:pt x="431" y="287"/>
                    </a:lnTo>
                    <a:lnTo>
                      <a:pt x="328" y="211"/>
                    </a:lnTo>
                    <a:lnTo>
                      <a:pt x="322" y="216"/>
                    </a:lnTo>
                    <a:lnTo>
                      <a:pt x="316" y="222"/>
                    </a:lnTo>
                    <a:lnTo>
                      <a:pt x="311" y="227"/>
                    </a:lnTo>
                    <a:lnTo>
                      <a:pt x="305" y="234"/>
                    </a:lnTo>
                    <a:lnTo>
                      <a:pt x="299" y="240"/>
                    </a:lnTo>
                    <a:lnTo>
                      <a:pt x="293" y="247"/>
                    </a:lnTo>
                    <a:lnTo>
                      <a:pt x="288" y="253"/>
                    </a:lnTo>
                    <a:lnTo>
                      <a:pt x="283" y="261"/>
                    </a:lnTo>
                    <a:lnTo>
                      <a:pt x="279" y="268"/>
                    </a:lnTo>
                    <a:lnTo>
                      <a:pt x="275" y="276"/>
                    </a:lnTo>
                    <a:lnTo>
                      <a:pt x="271" y="284"/>
                    </a:lnTo>
                    <a:lnTo>
                      <a:pt x="267" y="292"/>
                    </a:lnTo>
                    <a:lnTo>
                      <a:pt x="265" y="300"/>
                    </a:lnTo>
                    <a:lnTo>
                      <a:pt x="262" y="308"/>
                    </a:lnTo>
                    <a:lnTo>
                      <a:pt x="261" y="316"/>
                    </a:lnTo>
                    <a:lnTo>
                      <a:pt x="259" y="324"/>
                    </a:lnTo>
                    <a:lnTo>
                      <a:pt x="265" y="334"/>
                    </a:lnTo>
                    <a:lnTo>
                      <a:pt x="272" y="342"/>
                    </a:lnTo>
                    <a:lnTo>
                      <a:pt x="281" y="347"/>
                    </a:lnTo>
                    <a:lnTo>
                      <a:pt x="290" y="351"/>
                    </a:lnTo>
                    <a:lnTo>
                      <a:pt x="302" y="353"/>
                    </a:lnTo>
                    <a:lnTo>
                      <a:pt x="313" y="355"/>
                    </a:lnTo>
                    <a:lnTo>
                      <a:pt x="325" y="356"/>
                    </a:lnTo>
                    <a:lnTo>
                      <a:pt x="337" y="357"/>
                    </a:lnTo>
                    <a:lnTo>
                      <a:pt x="348" y="357"/>
                    </a:lnTo>
                    <a:lnTo>
                      <a:pt x="360" y="359"/>
                    </a:lnTo>
                    <a:lnTo>
                      <a:pt x="370" y="361"/>
                    </a:lnTo>
                    <a:lnTo>
                      <a:pt x="380" y="365"/>
                    </a:lnTo>
                    <a:lnTo>
                      <a:pt x="388" y="370"/>
                    </a:lnTo>
                    <a:lnTo>
                      <a:pt x="394" y="378"/>
                    </a:lnTo>
                    <a:lnTo>
                      <a:pt x="399" y="387"/>
                    </a:lnTo>
                    <a:lnTo>
                      <a:pt x="400" y="401"/>
                    </a:lnTo>
                    <a:lnTo>
                      <a:pt x="347" y="480"/>
                    </a:lnTo>
                    <a:lnTo>
                      <a:pt x="225" y="398"/>
                    </a:lnTo>
                    <a:lnTo>
                      <a:pt x="202" y="404"/>
                    </a:lnTo>
                    <a:lnTo>
                      <a:pt x="168" y="477"/>
                    </a:lnTo>
                    <a:lnTo>
                      <a:pt x="165" y="478"/>
                    </a:lnTo>
                    <a:lnTo>
                      <a:pt x="162" y="479"/>
                    </a:lnTo>
                    <a:lnTo>
                      <a:pt x="158" y="481"/>
                    </a:lnTo>
                    <a:lnTo>
                      <a:pt x="154" y="483"/>
                    </a:lnTo>
                    <a:lnTo>
                      <a:pt x="150" y="484"/>
                    </a:lnTo>
                    <a:lnTo>
                      <a:pt x="146" y="487"/>
                    </a:lnTo>
                    <a:lnTo>
                      <a:pt x="142" y="489"/>
                    </a:lnTo>
                    <a:lnTo>
                      <a:pt x="138" y="492"/>
                    </a:lnTo>
                    <a:lnTo>
                      <a:pt x="130" y="492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09" name="Google Shape;109;p12"/>
              <p:cNvSpPr/>
              <p:nvPr/>
            </p:nvSpPr>
            <p:spPr>
              <a:xfrm>
                <a:off x="616077" y="5509006"/>
                <a:ext cx="812800" cy="808038"/>
              </a:xfrm>
              <a:custGeom>
                <a:pathLst>
                  <a:path extrusionOk="0" h="509" w="512">
                    <a:moveTo>
                      <a:pt x="98" y="508"/>
                    </a:moveTo>
                    <a:lnTo>
                      <a:pt x="86" y="504"/>
                    </a:lnTo>
                    <a:lnTo>
                      <a:pt x="76" y="498"/>
                    </a:lnTo>
                    <a:lnTo>
                      <a:pt x="67" y="492"/>
                    </a:lnTo>
                    <a:lnTo>
                      <a:pt x="60" y="483"/>
                    </a:lnTo>
                    <a:lnTo>
                      <a:pt x="53" y="474"/>
                    </a:lnTo>
                    <a:lnTo>
                      <a:pt x="49" y="463"/>
                    </a:lnTo>
                    <a:lnTo>
                      <a:pt x="45" y="451"/>
                    </a:lnTo>
                    <a:lnTo>
                      <a:pt x="43" y="439"/>
                    </a:lnTo>
                    <a:lnTo>
                      <a:pt x="49" y="432"/>
                    </a:lnTo>
                    <a:lnTo>
                      <a:pt x="58" y="425"/>
                    </a:lnTo>
                    <a:lnTo>
                      <a:pt x="68" y="418"/>
                    </a:lnTo>
                    <a:lnTo>
                      <a:pt x="78" y="413"/>
                    </a:lnTo>
                    <a:lnTo>
                      <a:pt x="88" y="407"/>
                    </a:lnTo>
                    <a:lnTo>
                      <a:pt x="98" y="399"/>
                    </a:lnTo>
                    <a:lnTo>
                      <a:pt x="106" y="391"/>
                    </a:lnTo>
                    <a:lnTo>
                      <a:pt x="113" y="380"/>
                    </a:lnTo>
                    <a:lnTo>
                      <a:pt x="112" y="370"/>
                    </a:lnTo>
                    <a:lnTo>
                      <a:pt x="109" y="360"/>
                    </a:lnTo>
                    <a:lnTo>
                      <a:pt x="105" y="352"/>
                    </a:lnTo>
                    <a:lnTo>
                      <a:pt x="100" y="344"/>
                    </a:lnTo>
                    <a:lnTo>
                      <a:pt x="93" y="337"/>
                    </a:lnTo>
                    <a:lnTo>
                      <a:pt x="87" y="330"/>
                    </a:lnTo>
                    <a:lnTo>
                      <a:pt x="79" y="324"/>
                    </a:lnTo>
                    <a:lnTo>
                      <a:pt x="71" y="318"/>
                    </a:lnTo>
                    <a:lnTo>
                      <a:pt x="62" y="313"/>
                    </a:lnTo>
                    <a:lnTo>
                      <a:pt x="53" y="308"/>
                    </a:lnTo>
                    <a:lnTo>
                      <a:pt x="44" y="302"/>
                    </a:lnTo>
                    <a:lnTo>
                      <a:pt x="35" y="297"/>
                    </a:lnTo>
                    <a:lnTo>
                      <a:pt x="25" y="291"/>
                    </a:lnTo>
                    <a:lnTo>
                      <a:pt x="17" y="286"/>
                    </a:lnTo>
                    <a:lnTo>
                      <a:pt x="7" y="280"/>
                    </a:lnTo>
                    <a:lnTo>
                      <a:pt x="0" y="273"/>
                    </a:lnTo>
                    <a:lnTo>
                      <a:pt x="0" y="268"/>
                    </a:lnTo>
                    <a:lnTo>
                      <a:pt x="0" y="263"/>
                    </a:lnTo>
                    <a:lnTo>
                      <a:pt x="2" y="258"/>
                    </a:lnTo>
                    <a:lnTo>
                      <a:pt x="4" y="253"/>
                    </a:lnTo>
                    <a:lnTo>
                      <a:pt x="7" y="248"/>
                    </a:lnTo>
                    <a:lnTo>
                      <a:pt x="10" y="244"/>
                    </a:lnTo>
                    <a:lnTo>
                      <a:pt x="13" y="239"/>
                    </a:lnTo>
                    <a:lnTo>
                      <a:pt x="17" y="234"/>
                    </a:lnTo>
                    <a:lnTo>
                      <a:pt x="20" y="230"/>
                    </a:lnTo>
                    <a:lnTo>
                      <a:pt x="24" y="225"/>
                    </a:lnTo>
                    <a:lnTo>
                      <a:pt x="29" y="220"/>
                    </a:lnTo>
                    <a:lnTo>
                      <a:pt x="32" y="216"/>
                    </a:lnTo>
                    <a:lnTo>
                      <a:pt x="37" y="210"/>
                    </a:lnTo>
                    <a:lnTo>
                      <a:pt x="40" y="205"/>
                    </a:lnTo>
                    <a:lnTo>
                      <a:pt x="43" y="201"/>
                    </a:lnTo>
                    <a:lnTo>
                      <a:pt x="46" y="195"/>
                    </a:lnTo>
                    <a:lnTo>
                      <a:pt x="51" y="190"/>
                    </a:lnTo>
                    <a:lnTo>
                      <a:pt x="58" y="186"/>
                    </a:lnTo>
                    <a:lnTo>
                      <a:pt x="65" y="184"/>
                    </a:lnTo>
                    <a:lnTo>
                      <a:pt x="73" y="184"/>
                    </a:lnTo>
                    <a:lnTo>
                      <a:pt x="82" y="186"/>
                    </a:lnTo>
                    <a:lnTo>
                      <a:pt x="91" y="187"/>
                    </a:lnTo>
                    <a:lnTo>
                      <a:pt x="100" y="191"/>
                    </a:lnTo>
                    <a:lnTo>
                      <a:pt x="109" y="195"/>
                    </a:lnTo>
                    <a:lnTo>
                      <a:pt x="114" y="199"/>
                    </a:lnTo>
                    <a:lnTo>
                      <a:pt x="120" y="205"/>
                    </a:lnTo>
                    <a:lnTo>
                      <a:pt x="124" y="210"/>
                    </a:lnTo>
                    <a:lnTo>
                      <a:pt x="130" y="216"/>
                    </a:lnTo>
                    <a:lnTo>
                      <a:pt x="136" y="222"/>
                    </a:lnTo>
                    <a:lnTo>
                      <a:pt x="143" y="228"/>
                    </a:lnTo>
                    <a:lnTo>
                      <a:pt x="150" y="233"/>
                    </a:lnTo>
                    <a:lnTo>
                      <a:pt x="160" y="237"/>
                    </a:lnTo>
                    <a:lnTo>
                      <a:pt x="166" y="236"/>
                    </a:lnTo>
                    <a:lnTo>
                      <a:pt x="173" y="234"/>
                    </a:lnTo>
                    <a:lnTo>
                      <a:pt x="179" y="232"/>
                    </a:lnTo>
                    <a:lnTo>
                      <a:pt x="186" y="230"/>
                    </a:lnTo>
                    <a:lnTo>
                      <a:pt x="193" y="228"/>
                    </a:lnTo>
                    <a:lnTo>
                      <a:pt x="200" y="225"/>
                    </a:lnTo>
                    <a:lnTo>
                      <a:pt x="207" y="223"/>
                    </a:lnTo>
                    <a:lnTo>
                      <a:pt x="215" y="220"/>
                    </a:lnTo>
                    <a:lnTo>
                      <a:pt x="218" y="213"/>
                    </a:lnTo>
                    <a:lnTo>
                      <a:pt x="224" y="205"/>
                    </a:lnTo>
                    <a:lnTo>
                      <a:pt x="230" y="198"/>
                    </a:lnTo>
                    <a:lnTo>
                      <a:pt x="235" y="190"/>
                    </a:lnTo>
                    <a:lnTo>
                      <a:pt x="239" y="182"/>
                    </a:lnTo>
                    <a:lnTo>
                      <a:pt x="242" y="174"/>
                    </a:lnTo>
                    <a:lnTo>
                      <a:pt x="242" y="165"/>
                    </a:lnTo>
                    <a:lnTo>
                      <a:pt x="238" y="156"/>
                    </a:lnTo>
                    <a:lnTo>
                      <a:pt x="235" y="151"/>
                    </a:lnTo>
                    <a:lnTo>
                      <a:pt x="230" y="147"/>
                    </a:lnTo>
                    <a:lnTo>
                      <a:pt x="226" y="143"/>
                    </a:lnTo>
                    <a:lnTo>
                      <a:pt x="220" y="140"/>
                    </a:lnTo>
                    <a:lnTo>
                      <a:pt x="215" y="136"/>
                    </a:lnTo>
                    <a:lnTo>
                      <a:pt x="209" y="134"/>
                    </a:lnTo>
                    <a:lnTo>
                      <a:pt x="203" y="132"/>
                    </a:lnTo>
                    <a:lnTo>
                      <a:pt x="196" y="129"/>
                    </a:lnTo>
                    <a:lnTo>
                      <a:pt x="189" y="127"/>
                    </a:lnTo>
                    <a:lnTo>
                      <a:pt x="183" y="125"/>
                    </a:lnTo>
                    <a:lnTo>
                      <a:pt x="176" y="122"/>
                    </a:lnTo>
                    <a:lnTo>
                      <a:pt x="170" y="121"/>
                    </a:lnTo>
                    <a:lnTo>
                      <a:pt x="164" y="117"/>
                    </a:lnTo>
                    <a:lnTo>
                      <a:pt x="158" y="114"/>
                    </a:lnTo>
                    <a:lnTo>
                      <a:pt x="153" y="111"/>
                    </a:lnTo>
                    <a:lnTo>
                      <a:pt x="148" y="106"/>
                    </a:lnTo>
                    <a:lnTo>
                      <a:pt x="143" y="98"/>
                    </a:lnTo>
                    <a:lnTo>
                      <a:pt x="142" y="90"/>
                    </a:lnTo>
                    <a:lnTo>
                      <a:pt x="142" y="80"/>
                    </a:lnTo>
                    <a:lnTo>
                      <a:pt x="145" y="72"/>
                    </a:lnTo>
                    <a:lnTo>
                      <a:pt x="149" y="64"/>
                    </a:lnTo>
                    <a:lnTo>
                      <a:pt x="156" y="57"/>
                    </a:lnTo>
                    <a:lnTo>
                      <a:pt x="163" y="50"/>
                    </a:lnTo>
                    <a:lnTo>
                      <a:pt x="172" y="46"/>
                    </a:lnTo>
                    <a:lnTo>
                      <a:pt x="177" y="43"/>
                    </a:lnTo>
                    <a:lnTo>
                      <a:pt x="183" y="39"/>
                    </a:lnTo>
                    <a:lnTo>
                      <a:pt x="187" y="36"/>
                    </a:lnTo>
                    <a:lnTo>
                      <a:pt x="193" y="31"/>
                    </a:lnTo>
                    <a:lnTo>
                      <a:pt x="199" y="27"/>
                    </a:lnTo>
                    <a:lnTo>
                      <a:pt x="205" y="23"/>
                    </a:lnTo>
                    <a:lnTo>
                      <a:pt x="211" y="18"/>
                    </a:lnTo>
                    <a:lnTo>
                      <a:pt x="218" y="14"/>
                    </a:lnTo>
                    <a:lnTo>
                      <a:pt x="226" y="18"/>
                    </a:lnTo>
                    <a:lnTo>
                      <a:pt x="235" y="22"/>
                    </a:lnTo>
                    <a:lnTo>
                      <a:pt x="243" y="28"/>
                    </a:lnTo>
                    <a:lnTo>
                      <a:pt x="251" y="34"/>
                    </a:lnTo>
                    <a:lnTo>
                      <a:pt x="259" y="40"/>
                    </a:lnTo>
                    <a:lnTo>
                      <a:pt x="267" y="47"/>
                    </a:lnTo>
                    <a:lnTo>
                      <a:pt x="277" y="54"/>
                    </a:lnTo>
                    <a:lnTo>
                      <a:pt x="286" y="60"/>
                    </a:lnTo>
                    <a:lnTo>
                      <a:pt x="294" y="65"/>
                    </a:lnTo>
                    <a:lnTo>
                      <a:pt x="304" y="69"/>
                    </a:lnTo>
                    <a:lnTo>
                      <a:pt x="314" y="72"/>
                    </a:lnTo>
                    <a:lnTo>
                      <a:pt x="324" y="75"/>
                    </a:lnTo>
                    <a:lnTo>
                      <a:pt x="334" y="74"/>
                    </a:lnTo>
                    <a:lnTo>
                      <a:pt x="344" y="72"/>
                    </a:lnTo>
                    <a:lnTo>
                      <a:pt x="355" y="68"/>
                    </a:lnTo>
                    <a:lnTo>
                      <a:pt x="367" y="60"/>
                    </a:lnTo>
                    <a:lnTo>
                      <a:pt x="373" y="54"/>
                    </a:lnTo>
                    <a:lnTo>
                      <a:pt x="378" y="46"/>
                    </a:lnTo>
                    <a:lnTo>
                      <a:pt x="382" y="36"/>
                    </a:lnTo>
                    <a:lnTo>
                      <a:pt x="387" y="27"/>
                    </a:lnTo>
                    <a:lnTo>
                      <a:pt x="393" y="18"/>
                    </a:lnTo>
                    <a:lnTo>
                      <a:pt x="401" y="10"/>
                    </a:lnTo>
                    <a:lnTo>
                      <a:pt x="411" y="3"/>
                    </a:lnTo>
                    <a:lnTo>
                      <a:pt x="422" y="0"/>
                    </a:lnTo>
                    <a:lnTo>
                      <a:pt x="432" y="3"/>
                    </a:lnTo>
                    <a:lnTo>
                      <a:pt x="442" y="6"/>
                    </a:lnTo>
                    <a:lnTo>
                      <a:pt x="453" y="10"/>
                    </a:lnTo>
                    <a:lnTo>
                      <a:pt x="463" y="15"/>
                    </a:lnTo>
                    <a:lnTo>
                      <a:pt x="472" y="21"/>
                    </a:lnTo>
                    <a:lnTo>
                      <a:pt x="479" y="28"/>
                    </a:lnTo>
                    <a:lnTo>
                      <a:pt x="486" y="36"/>
                    </a:lnTo>
                    <a:lnTo>
                      <a:pt x="492" y="46"/>
                    </a:lnTo>
                    <a:lnTo>
                      <a:pt x="493" y="54"/>
                    </a:lnTo>
                    <a:lnTo>
                      <a:pt x="492" y="61"/>
                    </a:lnTo>
                    <a:lnTo>
                      <a:pt x="489" y="68"/>
                    </a:lnTo>
                    <a:lnTo>
                      <a:pt x="485" y="73"/>
                    </a:lnTo>
                    <a:lnTo>
                      <a:pt x="479" y="79"/>
                    </a:lnTo>
                    <a:lnTo>
                      <a:pt x="473" y="83"/>
                    </a:lnTo>
                    <a:lnTo>
                      <a:pt x="466" y="88"/>
                    </a:lnTo>
                    <a:lnTo>
                      <a:pt x="458" y="93"/>
                    </a:lnTo>
                    <a:lnTo>
                      <a:pt x="451" y="97"/>
                    </a:lnTo>
                    <a:lnTo>
                      <a:pt x="443" y="101"/>
                    </a:lnTo>
                    <a:lnTo>
                      <a:pt x="437" y="107"/>
                    </a:lnTo>
                    <a:lnTo>
                      <a:pt x="431" y="112"/>
                    </a:lnTo>
                    <a:lnTo>
                      <a:pt x="427" y="118"/>
                    </a:lnTo>
                    <a:lnTo>
                      <a:pt x="423" y="125"/>
                    </a:lnTo>
                    <a:lnTo>
                      <a:pt x="422" y="133"/>
                    </a:lnTo>
                    <a:lnTo>
                      <a:pt x="422" y="142"/>
                    </a:lnTo>
                    <a:lnTo>
                      <a:pt x="511" y="227"/>
                    </a:lnTo>
                    <a:lnTo>
                      <a:pt x="429" y="316"/>
                    </a:lnTo>
                    <a:lnTo>
                      <a:pt x="419" y="317"/>
                    </a:lnTo>
                    <a:lnTo>
                      <a:pt x="411" y="315"/>
                    </a:lnTo>
                    <a:lnTo>
                      <a:pt x="402" y="312"/>
                    </a:lnTo>
                    <a:lnTo>
                      <a:pt x="395" y="308"/>
                    </a:lnTo>
                    <a:lnTo>
                      <a:pt x="388" y="302"/>
                    </a:lnTo>
                    <a:lnTo>
                      <a:pt x="382" y="295"/>
                    </a:lnTo>
                    <a:lnTo>
                      <a:pt x="376" y="288"/>
                    </a:lnTo>
                    <a:lnTo>
                      <a:pt x="370" y="281"/>
                    </a:lnTo>
                    <a:lnTo>
                      <a:pt x="364" y="273"/>
                    </a:lnTo>
                    <a:lnTo>
                      <a:pt x="358" y="266"/>
                    </a:lnTo>
                    <a:lnTo>
                      <a:pt x="351" y="260"/>
                    </a:lnTo>
                    <a:lnTo>
                      <a:pt x="344" y="255"/>
                    </a:lnTo>
                    <a:lnTo>
                      <a:pt x="336" y="250"/>
                    </a:lnTo>
                    <a:lnTo>
                      <a:pt x="327" y="248"/>
                    </a:lnTo>
                    <a:lnTo>
                      <a:pt x="317" y="247"/>
                    </a:lnTo>
                    <a:lnTo>
                      <a:pt x="305" y="248"/>
                    </a:lnTo>
                    <a:lnTo>
                      <a:pt x="299" y="252"/>
                    </a:lnTo>
                    <a:lnTo>
                      <a:pt x="293" y="255"/>
                    </a:lnTo>
                    <a:lnTo>
                      <a:pt x="287" y="260"/>
                    </a:lnTo>
                    <a:lnTo>
                      <a:pt x="281" y="265"/>
                    </a:lnTo>
                    <a:lnTo>
                      <a:pt x="275" y="270"/>
                    </a:lnTo>
                    <a:lnTo>
                      <a:pt x="270" y="275"/>
                    </a:lnTo>
                    <a:lnTo>
                      <a:pt x="265" y="281"/>
                    </a:lnTo>
                    <a:lnTo>
                      <a:pt x="260" y="288"/>
                    </a:lnTo>
                    <a:lnTo>
                      <a:pt x="255" y="294"/>
                    </a:lnTo>
                    <a:lnTo>
                      <a:pt x="251" y="300"/>
                    </a:lnTo>
                    <a:lnTo>
                      <a:pt x="247" y="308"/>
                    </a:lnTo>
                    <a:lnTo>
                      <a:pt x="244" y="315"/>
                    </a:lnTo>
                    <a:lnTo>
                      <a:pt x="242" y="323"/>
                    </a:lnTo>
                    <a:lnTo>
                      <a:pt x="239" y="331"/>
                    </a:lnTo>
                    <a:lnTo>
                      <a:pt x="238" y="339"/>
                    </a:lnTo>
                    <a:lnTo>
                      <a:pt x="238" y="348"/>
                    </a:lnTo>
                    <a:lnTo>
                      <a:pt x="241" y="353"/>
                    </a:lnTo>
                    <a:lnTo>
                      <a:pt x="244" y="356"/>
                    </a:lnTo>
                    <a:lnTo>
                      <a:pt x="248" y="360"/>
                    </a:lnTo>
                    <a:lnTo>
                      <a:pt x="252" y="362"/>
                    </a:lnTo>
                    <a:lnTo>
                      <a:pt x="257" y="364"/>
                    </a:lnTo>
                    <a:lnTo>
                      <a:pt x="262" y="366"/>
                    </a:lnTo>
                    <a:lnTo>
                      <a:pt x="267" y="367"/>
                    </a:lnTo>
                    <a:lnTo>
                      <a:pt x="274" y="368"/>
                    </a:lnTo>
                    <a:lnTo>
                      <a:pt x="279" y="368"/>
                    </a:lnTo>
                    <a:lnTo>
                      <a:pt x="285" y="369"/>
                    </a:lnTo>
                    <a:lnTo>
                      <a:pt x="292" y="370"/>
                    </a:lnTo>
                    <a:lnTo>
                      <a:pt x="298" y="370"/>
                    </a:lnTo>
                    <a:lnTo>
                      <a:pt x="304" y="370"/>
                    </a:lnTo>
                    <a:lnTo>
                      <a:pt x="309" y="371"/>
                    </a:lnTo>
                    <a:lnTo>
                      <a:pt x="315" y="371"/>
                    </a:lnTo>
                    <a:lnTo>
                      <a:pt x="320" y="373"/>
                    </a:lnTo>
                    <a:lnTo>
                      <a:pt x="330" y="376"/>
                    </a:lnTo>
                    <a:lnTo>
                      <a:pt x="337" y="382"/>
                    </a:lnTo>
                    <a:lnTo>
                      <a:pt x="344" y="389"/>
                    </a:lnTo>
                    <a:lnTo>
                      <a:pt x="349" y="398"/>
                    </a:lnTo>
                    <a:lnTo>
                      <a:pt x="353" y="407"/>
                    </a:lnTo>
                    <a:lnTo>
                      <a:pt x="355" y="417"/>
                    </a:lnTo>
                    <a:lnTo>
                      <a:pt x="356" y="427"/>
                    </a:lnTo>
                    <a:lnTo>
                      <a:pt x="355" y="436"/>
                    </a:lnTo>
                    <a:lnTo>
                      <a:pt x="352" y="443"/>
                    </a:lnTo>
                    <a:lnTo>
                      <a:pt x="348" y="448"/>
                    </a:lnTo>
                    <a:lnTo>
                      <a:pt x="343" y="453"/>
                    </a:lnTo>
                    <a:lnTo>
                      <a:pt x="339" y="458"/>
                    </a:lnTo>
                    <a:lnTo>
                      <a:pt x="334" y="462"/>
                    </a:lnTo>
                    <a:lnTo>
                      <a:pt x="330" y="468"/>
                    </a:lnTo>
                    <a:lnTo>
                      <a:pt x="324" y="473"/>
                    </a:lnTo>
                    <a:lnTo>
                      <a:pt x="320" y="479"/>
                    </a:lnTo>
                    <a:lnTo>
                      <a:pt x="311" y="479"/>
                    </a:lnTo>
                    <a:lnTo>
                      <a:pt x="304" y="477"/>
                    </a:lnTo>
                    <a:lnTo>
                      <a:pt x="295" y="474"/>
                    </a:lnTo>
                    <a:lnTo>
                      <a:pt x="286" y="470"/>
                    </a:lnTo>
                    <a:lnTo>
                      <a:pt x="278" y="465"/>
                    </a:lnTo>
                    <a:lnTo>
                      <a:pt x="268" y="461"/>
                    </a:lnTo>
                    <a:lnTo>
                      <a:pt x="259" y="455"/>
                    </a:lnTo>
                    <a:lnTo>
                      <a:pt x="250" y="450"/>
                    </a:lnTo>
                    <a:lnTo>
                      <a:pt x="241" y="445"/>
                    </a:lnTo>
                    <a:lnTo>
                      <a:pt x="231" y="441"/>
                    </a:lnTo>
                    <a:lnTo>
                      <a:pt x="222" y="437"/>
                    </a:lnTo>
                    <a:lnTo>
                      <a:pt x="211" y="435"/>
                    </a:lnTo>
                    <a:lnTo>
                      <a:pt x="202" y="432"/>
                    </a:lnTo>
                    <a:lnTo>
                      <a:pt x="193" y="432"/>
                    </a:lnTo>
                    <a:lnTo>
                      <a:pt x="182" y="433"/>
                    </a:lnTo>
                    <a:lnTo>
                      <a:pt x="172" y="436"/>
                    </a:lnTo>
                    <a:lnTo>
                      <a:pt x="98" y="508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10" name="Google Shape;110;p12"/>
              <p:cNvSpPr/>
              <p:nvPr/>
            </p:nvSpPr>
            <p:spPr>
              <a:xfrm>
                <a:off x="1132014" y="6086856"/>
                <a:ext cx="814388" cy="782638"/>
              </a:xfrm>
              <a:custGeom>
                <a:pathLst>
                  <a:path extrusionOk="0" h="493" w="513">
                    <a:moveTo>
                      <a:pt x="130" y="492"/>
                    </a:moveTo>
                    <a:lnTo>
                      <a:pt x="120" y="486"/>
                    </a:lnTo>
                    <a:lnTo>
                      <a:pt x="111" y="481"/>
                    </a:lnTo>
                    <a:lnTo>
                      <a:pt x="101" y="475"/>
                    </a:lnTo>
                    <a:lnTo>
                      <a:pt x="93" y="469"/>
                    </a:lnTo>
                    <a:lnTo>
                      <a:pt x="85" y="463"/>
                    </a:lnTo>
                    <a:lnTo>
                      <a:pt x="78" y="454"/>
                    </a:lnTo>
                    <a:lnTo>
                      <a:pt x="71" y="444"/>
                    </a:lnTo>
                    <a:lnTo>
                      <a:pt x="64" y="433"/>
                    </a:lnTo>
                    <a:lnTo>
                      <a:pt x="111" y="353"/>
                    </a:lnTo>
                    <a:lnTo>
                      <a:pt x="0" y="280"/>
                    </a:lnTo>
                    <a:lnTo>
                      <a:pt x="0" y="275"/>
                    </a:lnTo>
                    <a:lnTo>
                      <a:pt x="0" y="270"/>
                    </a:lnTo>
                    <a:lnTo>
                      <a:pt x="1" y="264"/>
                    </a:lnTo>
                    <a:lnTo>
                      <a:pt x="3" y="259"/>
                    </a:lnTo>
                    <a:lnTo>
                      <a:pt x="5" y="252"/>
                    </a:lnTo>
                    <a:lnTo>
                      <a:pt x="7" y="246"/>
                    </a:lnTo>
                    <a:lnTo>
                      <a:pt x="10" y="240"/>
                    </a:lnTo>
                    <a:lnTo>
                      <a:pt x="13" y="234"/>
                    </a:lnTo>
                    <a:lnTo>
                      <a:pt x="17" y="227"/>
                    </a:lnTo>
                    <a:lnTo>
                      <a:pt x="21" y="222"/>
                    </a:lnTo>
                    <a:lnTo>
                      <a:pt x="26" y="216"/>
                    </a:lnTo>
                    <a:lnTo>
                      <a:pt x="30" y="211"/>
                    </a:lnTo>
                    <a:lnTo>
                      <a:pt x="35" y="205"/>
                    </a:lnTo>
                    <a:lnTo>
                      <a:pt x="40" y="201"/>
                    </a:lnTo>
                    <a:lnTo>
                      <a:pt x="44" y="196"/>
                    </a:lnTo>
                    <a:lnTo>
                      <a:pt x="49" y="193"/>
                    </a:lnTo>
                    <a:lnTo>
                      <a:pt x="60" y="191"/>
                    </a:lnTo>
                    <a:lnTo>
                      <a:pt x="70" y="191"/>
                    </a:lnTo>
                    <a:lnTo>
                      <a:pt x="81" y="193"/>
                    </a:lnTo>
                    <a:lnTo>
                      <a:pt x="92" y="196"/>
                    </a:lnTo>
                    <a:lnTo>
                      <a:pt x="102" y="201"/>
                    </a:lnTo>
                    <a:lnTo>
                      <a:pt x="112" y="205"/>
                    </a:lnTo>
                    <a:lnTo>
                      <a:pt x="122" y="211"/>
                    </a:lnTo>
                    <a:lnTo>
                      <a:pt x="132" y="216"/>
                    </a:lnTo>
                    <a:lnTo>
                      <a:pt x="142" y="220"/>
                    </a:lnTo>
                    <a:lnTo>
                      <a:pt x="150" y="223"/>
                    </a:lnTo>
                    <a:lnTo>
                      <a:pt x="160" y="226"/>
                    </a:lnTo>
                    <a:lnTo>
                      <a:pt x="169" y="226"/>
                    </a:lnTo>
                    <a:lnTo>
                      <a:pt x="178" y="223"/>
                    </a:lnTo>
                    <a:lnTo>
                      <a:pt x="186" y="219"/>
                    </a:lnTo>
                    <a:lnTo>
                      <a:pt x="194" y="211"/>
                    </a:lnTo>
                    <a:lnTo>
                      <a:pt x="202" y="200"/>
                    </a:lnTo>
                    <a:lnTo>
                      <a:pt x="207" y="192"/>
                    </a:lnTo>
                    <a:lnTo>
                      <a:pt x="212" y="183"/>
                    </a:lnTo>
                    <a:lnTo>
                      <a:pt x="216" y="174"/>
                    </a:lnTo>
                    <a:lnTo>
                      <a:pt x="219" y="165"/>
                    </a:lnTo>
                    <a:lnTo>
                      <a:pt x="222" y="156"/>
                    </a:lnTo>
                    <a:lnTo>
                      <a:pt x="222" y="146"/>
                    </a:lnTo>
                    <a:lnTo>
                      <a:pt x="219" y="138"/>
                    </a:lnTo>
                    <a:lnTo>
                      <a:pt x="213" y="128"/>
                    </a:lnTo>
                    <a:lnTo>
                      <a:pt x="210" y="123"/>
                    </a:lnTo>
                    <a:lnTo>
                      <a:pt x="204" y="119"/>
                    </a:lnTo>
                    <a:lnTo>
                      <a:pt x="198" y="115"/>
                    </a:lnTo>
                    <a:lnTo>
                      <a:pt x="192" y="112"/>
                    </a:lnTo>
                    <a:lnTo>
                      <a:pt x="186" y="109"/>
                    </a:lnTo>
                    <a:lnTo>
                      <a:pt x="178" y="105"/>
                    </a:lnTo>
                    <a:lnTo>
                      <a:pt x="171" y="102"/>
                    </a:lnTo>
                    <a:lnTo>
                      <a:pt x="165" y="98"/>
                    </a:lnTo>
                    <a:lnTo>
                      <a:pt x="158" y="95"/>
                    </a:lnTo>
                    <a:lnTo>
                      <a:pt x="152" y="91"/>
                    </a:lnTo>
                    <a:lnTo>
                      <a:pt x="146" y="86"/>
                    </a:lnTo>
                    <a:lnTo>
                      <a:pt x="142" y="81"/>
                    </a:lnTo>
                    <a:lnTo>
                      <a:pt x="139" y="74"/>
                    </a:lnTo>
                    <a:lnTo>
                      <a:pt x="137" y="68"/>
                    </a:lnTo>
                    <a:lnTo>
                      <a:pt x="137" y="60"/>
                    </a:lnTo>
                    <a:lnTo>
                      <a:pt x="138" y="51"/>
                    </a:lnTo>
                    <a:lnTo>
                      <a:pt x="142" y="44"/>
                    </a:lnTo>
                    <a:lnTo>
                      <a:pt x="146" y="38"/>
                    </a:lnTo>
                    <a:lnTo>
                      <a:pt x="150" y="32"/>
                    </a:lnTo>
                    <a:lnTo>
                      <a:pt x="155" y="26"/>
                    </a:lnTo>
                    <a:lnTo>
                      <a:pt x="160" y="20"/>
                    </a:lnTo>
                    <a:lnTo>
                      <a:pt x="165" y="14"/>
                    </a:lnTo>
                    <a:lnTo>
                      <a:pt x="170" y="8"/>
                    </a:lnTo>
                    <a:lnTo>
                      <a:pt x="176" y="0"/>
                    </a:lnTo>
                    <a:lnTo>
                      <a:pt x="183" y="5"/>
                    </a:lnTo>
                    <a:lnTo>
                      <a:pt x="191" y="10"/>
                    </a:lnTo>
                    <a:lnTo>
                      <a:pt x="198" y="15"/>
                    </a:lnTo>
                    <a:lnTo>
                      <a:pt x="207" y="19"/>
                    </a:lnTo>
                    <a:lnTo>
                      <a:pt x="215" y="23"/>
                    </a:lnTo>
                    <a:lnTo>
                      <a:pt x="224" y="26"/>
                    </a:lnTo>
                    <a:lnTo>
                      <a:pt x="233" y="29"/>
                    </a:lnTo>
                    <a:lnTo>
                      <a:pt x="242" y="32"/>
                    </a:lnTo>
                    <a:lnTo>
                      <a:pt x="251" y="34"/>
                    </a:lnTo>
                    <a:lnTo>
                      <a:pt x="261" y="36"/>
                    </a:lnTo>
                    <a:lnTo>
                      <a:pt x="270" y="37"/>
                    </a:lnTo>
                    <a:lnTo>
                      <a:pt x="279" y="38"/>
                    </a:lnTo>
                    <a:lnTo>
                      <a:pt x="288" y="38"/>
                    </a:lnTo>
                    <a:lnTo>
                      <a:pt x="298" y="38"/>
                    </a:lnTo>
                    <a:lnTo>
                      <a:pt x="307" y="37"/>
                    </a:lnTo>
                    <a:lnTo>
                      <a:pt x="316" y="36"/>
                    </a:lnTo>
                    <a:lnTo>
                      <a:pt x="282" y="120"/>
                    </a:lnTo>
                    <a:lnTo>
                      <a:pt x="285" y="123"/>
                    </a:lnTo>
                    <a:lnTo>
                      <a:pt x="288" y="126"/>
                    </a:lnTo>
                    <a:lnTo>
                      <a:pt x="291" y="129"/>
                    </a:lnTo>
                    <a:lnTo>
                      <a:pt x="295" y="131"/>
                    </a:lnTo>
                    <a:lnTo>
                      <a:pt x="298" y="134"/>
                    </a:lnTo>
                    <a:lnTo>
                      <a:pt x="303" y="137"/>
                    </a:lnTo>
                    <a:lnTo>
                      <a:pt x="308" y="140"/>
                    </a:lnTo>
                    <a:lnTo>
                      <a:pt x="313" y="142"/>
                    </a:lnTo>
                    <a:lnTo>
                      <a:pt x="327" y="140"/>
                    </a:lnTo>
                    <a:lnTo>
                      <a:pt x="337" y="134"/>
                    </a:lnTo>
                    <a:lnTo>
                      <a:pt x="345" y="125"/>
                    </a:lnTo>
                    <a:lnTo>
                      <a:pt x="352" y="113"/>
                    </a:lnTo>
                    <a:lnTo>
                      <a:pt x="357" y="101"/>
                    </a:lnTo>
                    <a:lnTo>
                      <a:pt x="363" y="89"/>
                    </a:lnTo>
                    <a:lnTo>
                      <a:pt x="372" y="78"/>
                    </a:lnTo>
                    <a:lnTo>
                      <a:pt x="382" y="69"/>
                    </a:lnTo>
                    <a:lnTo>
                      <a:pt x="385" y="77"/>
                    </a:lnTo>
                    <a:lnTo>
                      <a:pt x="390" y="86"/>
                    </a:lnTo>
                    <a:lnTo>
                      <a:pt x="395" y="94"/>
                    </a:lnTo>
                    <a:lnTo>
                      <a:pt x="402" y="101"/>
                    </a:lnTo>
                    <a:lnTo>
                      <a:pt x="409" y="109"/>
                    </a:lnTo>
                    <a:lnTo>
                      <a:pt x="416" y="117"/>
                    </a:lnTo>
                    <a:lnTo>
                      <a:pt x="424" y="123"/>
                    </a:lnTo>
                    <a:lnTo>
                      <a:pt x="432" y="130"/>
                    </a:lnTo>
                    <a:lnTo>
                      <a:pt x="441" y="137"/>
                    </a:lnTo>
                    <a:lnTo>
                      <a:pt x="450" y="143"/>
                    </a:lnTo>
                    <a:lnTo>
                      <a:pt x="459" y="149"/>
                    </a:lnTo>
                    <a:lnTo>
                      <a:pt x="469" y="154"/>
                    </a:lnTo>
                    <a:lnTo>
                      <a:pt x="480" y="159"/>
                    </a:lnTo>
                    <a:lnTo>
                      <a:pt x="490" y="165"/>
                    </a:lnTo>
                    <a:lnTo>
                      <a:pt x="501" y="170"/>
                    </a:lnTo>
                    <a:lnTo>
                      <a:pt x="512" y="174"/>
                    </a:lnTo>
                    <a:lnTo>
                      <a:pt x="447" y="287"/>
                    </a:lnTo>
                    <a:lnTo>
                      <a:pt x="431" y="287"/>
                    </a:lnTo>
                    <a:lnTo>
                      <a:pt x="328" y="211"/>
                    </a:lnTo>
                    <a:lnTo>
                      <a:pt x="322" y="216"/>
                    </a:lnTo>
                    <a:lnTo>
                      <a:pt x="316" y="222"/>
                    </a:lnTo>
                    <a:lnTo>
                      <a:pt x="311" y="227"/>
                    </a:lnTo>
                    <a:lnTo>
                      <a:pt x="305" y="234"/>
                    </a:lnTo>
                    <a:lnTo>
                      <a:pt x="299" y="240"/>
                    </a:lnTo>
                    <a:lnTo>
                      <a:pt x="293" y="247"/>
                    </a:lnTo>
                    <a:lnTo>
                      <a:pt x="288" y="253"/>
                    </a:lnTo>
                    <a:lnTo>
                      <a:pt x="283" y="261"/>
                    </a:lnTo>
                    <a:lnTo>
                      <a:pt x="279" y="268"/>
                    </a:lnTo>
                    <a:lnTo>
                      <a:pt x="275" y="276"/>
                    </a:lnTo>
                    <a:lnTo>
                      <a:pt x="271" y="284"/>
                    </a:lnTo>
                    <a:lnTo>
                      <a:pt x="267" y="292"/>
                    </a:lnTo>
                    <a:lnTo>
                      <a:pt x="265" y="300"/>
                    </a:lnTo>
                    <a:lnTo>
                      <a:pt x="262" y="308"/>
                    </a:lnTo>
                    <a:lnTo>
                      <a:pt x="261" y="316"/>
                    </a:lnTo>
                    <a:lnTo>
                      <a:pt x="259" y="324"/>
                    </a:lnTo>
                    <a:lnTo>
                      <a:pt x="265" y="334"/>
                    </a:lnTo>
                    <a:lnTo>
                      <a:pt x="272" y="342"/>
                    </a:lnTo>
                    <a:lnTo>
                      <a:pt x="281" y="347"/>
                    </a:lnTo>
                    <a:lnTo>
                      <a:pt x="290" y="351"/>
                    </a:lnTo>
                    <a:lnTo>
                      <a:pt x="302" y="353"/>
                    </a:lnTo>
                    <a:lnTo>
                      <a:pt x="313" y="355"/>
                    </a:lnTo>
                    <a:lnTo>
                      <a:pt x="325" y="356"/>
                    </a:lnTo>
                    <a:lnTo>
                      <a:pt x="337" y="357"/>
                    </a:lnTo>
                    <a:lnTo>
                      <a:pt x="348" y="357"/>
                    </a:lnTo>
                    <a:lnTo>
                      <a:pt x="360" y="359"/>
                    </a:lnTo>
                    <a:lnTo>
                      <a:pt x="370" y="361"/>
                    </a:lnTo>
                    <a:lnTo>
                      <a:pt x="380" y="365"/>
                    </a:lnTo>
                    <a:lnTo>
                      <a:pt x="388" y="370"/>
                    </a:lnTo>
                    <a:lnTo>
                      <a:pt x="394" y="378"/>
                    </a:lnTo>
                    <a:lnTo>
                      <a:pt x="399" y="387"/>
                    </a:lnTo>
                    <a:lnTo>
                      <a:pt x="400" y="401"/>
                    </a:lnTo>
                    <a:lnTo>
                      <a:pt x="347" y="480"/>
                    </a:lnTo>
                    <a:lnTo>
                      <a:pt x="225" y="398"/>
                    </a:lnTo>
                    <a:lnTo>
                      <a:pt x="202" y="404"/>
                    </a:lnTo>
                    <a:lnTo>
                      <a:pt x="168" y="477"/>
                    </a:lnTo>
                    <a:lnTo>
                      <a:pt x="165" y="478"/>
                    </a:lnTo>
                    <a:lnTo>
                      <a:pt x="162" y="479"/>
                    </a:lnTo>
                    <a:lnTo>
                      <a:pt x="158" y="481"/>
                    </a:lnTo>
                    <a:lnTo>
                      <a:pt x="154" y="483"/>
                    </a:lnTo>
                    <a:lnTo>
                      <a:pt x="150" y="484"/>
                    </a:lnTo>
                    <a:lnTo>
                      <a:pt x="146" y="487"/>
                    </a:lnTo>
                    <a:lnTo>
                      <a:pt x="142" y="489"/>
                    </a:lnTo>
                    <a:lnTo>
                      <a:pt x="138" y="492"/>
                    </a:lnTo>
                    <a:lnTo>
                      <a:pt x="130" y="492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11" name="Google Shape;111;p12"/>
              <p:cNvSpPr/>
              <p:nvPr/>
            </p:nvSpPr>
            <p:spPr>
              <a:xfrm>
                <a:off x="8064" y="5947156"/>
                <a:ext cx="534988" cy="563563"/>
              </a:xfrm>
              <a:custGeom>
                <a:pathLst>
                  <a:path extrusionOk="0" h="355" w="337">
                    <a:moveTo>
                      <a:pt x="335" y="147"/>
                    </a:moveTo>
                    <a:lnTo>
                      <a:pt x="329" y="153"/>
                    </a:lnTo>
                    <a:lnTo>
                      <a:pt x="323" y="158"/>
                    </a:lnTo>
                    <a:lnTo>
                      <a:pt x="315" y="160"/>
                    </a:lnTo>
                    <a:lnTo>
                      <a:pt x="306" y="163"/>
                    </a:lnTo>
                    <a:lnTo>
                      <a:pt x="297" y="165"/>
                    </a:lnTo>
                    <a:lnTo>
                      <a:pt x="288" y="167"/>
                    </a:lnTo>
                    <a:lnTo>
                      <a:pt x="280" y="168"/>
                    </a:lnTo>
                    <a:lnTo>
                      <a:pt x="270" y="170"/>
                    </a:lnTo>
                    <a:lnTo>
                      <a:pt x="261" y="172"/>
                    </a:lnTo>
                    <a:lnTo>
                      <a:pt x="254" y="175"/>
                    </a:lnTo>
                    <a:lnTo>
                      <a:pt x="247" y="179"/>
                    </a:lnTo>
                    <a:lnTo>
                      <a:pt x="242" y="183"/>
                    </a:lnTo>
                    <a:lnTo>
                      <a:pt x="237" y="191"/>
                    </a:lnTo>
                    <a:lnTo>
                      <a:pt x="233" y="199"/>
                    </a:lnTo>
                    <a:lnTo>
                      <a:pt x="232" y="209"/>
                    </a:lnTo>
                    <a:lnTo>
                      <a:pt x="233" y="222"/>
                    </a:lnTo>
                    <a:lnTo>
                      <a:pt x="236" y="229"/>
                    </a:lnTo>
                    <a:lnTo>
                      <a:pt x="239" y="237"/>
                    </a:lnTo>
                    <a:lnTo>
                      <a:pt x="240" y="243"/>
                    </a:lnTo>
                    <a:lnTo>
                      <a:pt x="242" y="252"/>
                    </a:lnTo>
                    <a:lnTo>
                      <a:pt x="242" y="259"/>
                    </a:lnTo>
                    <a:lnTo>
                      <a:pt x="243" y="266"/>
                    </a:lnTo>
                    <a:lnTo>
                      <a:pt x="243" y="275"/>
                    </a:lnTo>
                    <a:lnTo>
                      <a:pt x="243" y="283"/>
                    </a:lnTo>
                    <a:lnTo>
                      <a:pt x="237" y="286"/>
                    </a:lnTo>
                    <a:lnTo>
                      <a:pt x="232" y="289"/>
                    </a:lnTo>
                    <a:lnTo>
                      <a:pt x="227" y="291"/>
                    </a:lnTo>
                    <a:lnTo>
                      <a:pt x="221" y="293"/>
                    </a:lnTo>
                    <a:lnTo>
                      <a:pt x="216" y="294"/>
                    </a:lnTo>
                    <a:lnTo>
                      <a:pt x="209" y="297"/>
                    </a:lnTo>
                    <a:lnTo>
                      <a:pt x="202" y="300"/>
                    </a:lnTo>
                    <a:lnTo>
                      <a:pt x="195" y="300"/>
                    </a:lnTo>
                    <a:lnTo>
                      <a:pt x="189" y="302"/>
                    </a:lnTo>
                    <a:lnTo>
                      <a:pt x="182" y="303"/>
                    </a:lnTo>
                    <a:lnTo>
                      <a:pt x="175" y="303"/>
                    </a:lnTo>
                    <a:lnTo>
                      <a:pt x="169" y="303"/>
                    </a:lnTo>
                    <a:lnTo>
                      <a:pt x="162" y="303"/>
                    </a:lnTo>
                    <a:lnTo>
                      <a:pt x="155" y="303"/>
                    </a:lnTo>
                    <a:lnTo>
                      <a:pt x="149" y="303"/>
                    </a:lnTo>
                    <a:lnTo>
                      <a:pt x="143" y="299"/>
                    </a:lnTo>
                    <a:lnTo>
                      <a:pt x="140" y="293"/>
                    </a:lnTo>
                    <a:lnTo>
                      <a:pt x="140" y="285"/>
                    </a:lnTo>
                    <a:lnTo>
                      <a:pt x="142" y="276"/>
                    </a:lnTo>
                    <a:lnTo>
                      <a:pt x="144" y="268"/>
                    </a:lnTo>
                    <a:lnTo>
                      <a:pt x="147" y="260"/>
                    </a:lnTo>
                    <a:lnTo>
                      <a:pt x="149" y="252"/>
                    </a:lnTo>
                    <a:lnTo>
                      <a:pt x="149" y="243"/>
                    </a:lnTo>
                    <a:lnTo>
                      <a:pt x="149" y="235"/>
                    </a:lnTo>
                    <a:lnTo>
                      <a:pt x="146" y="229"/>
                    </a:lnTo>
                    <a:lnTo>
                      <a:pt x="143" y="224"/>
                    </a:lnTo>
                    <a:lnTo>
                      <a:pt x="139" y="220"/>
                    </a:lnTo>
                    <a:lnTo>
                      <a:pt x="136" y="217"/>
                    </a:lnTo>
                    <a:lnTo>
                      <a:pt x="130" y="214"/>
                    </a:lnTo>
                    <a:lnTo>
                      <a:pt x="126" y="211"/>
                    </a:lnTo>
                    <a:lnTo>
                      <a:pt x="121" y="210"/>
                    </a:lnTo>
                    <a:lnTo>
                      <a:pt x="116" y="209"/>
                    </a:lnTo>
                    <a:lnTo>
                      <a:pt x="110" y="208"/>
                    </a:lnTo>
                    <a:lnTo>
                      <a:pt x="105" y="208"/>
                    </a:lnTo>
                    <a:lnTo>
                      <a:pt x="99" y="206"/>
                    </a:lnTo>
                    <a:lnTo>
                      <a:pt x="93" y="206"/>
                    </a:lnTo>
                    <a:lnTo>
                      <a:pt x="87" y="207"/>
                    </a:lnTo>
                    <a:lnTo>
                      <a:pt x="81" y="206"/>
                    </a:lnTo>
                    <a:lnTo>
                      <a:pt x="75" y="207"/>
                    </a:lnTo>
                    <a:lnTo>
                      <a:pt x="70" y="207"/>
                    </a:lnTo>
                    <a:lnTo>
                      <a:pt x="62" y="209"/>
                    </a:lnTo>
                    <a:lnTo>
                      <a:pt x="56" y="212"/>
                    </a:lnTo>
                    <a:lnTo>
                      <a:pt x="51" y="216"/>
                    </a:lnTo>
                    <a:lnTo>
                      <a:pt x="46" y="219"/>
                    </a:lnTo>
                    <a:lnTo>
                      <a:pt x="41" y="224"/>
                    </a:lnTo>
                    <a:lnTo>
                      <a:pt x="37" y="229"/>
                    </a:lnTo>
                    <a:lnTo>
                      <a:pt x="34" y="234"/>
                    </a:lnTo>
                    <a:lnTo>
                      <a:pt x="29" y="241"/>
                    </a:lnTo>
                    <a:lnTo>
                      <a:pt x="30" y="248"/>
                    </a:lnTo>
                    <a:lnTo>
                      <a:pt x="31" y="253"/>
                    </a:lnTo>
                    <a:lnTo>
                      <a:pt x="32" y="260"/>
                    </a:lnTo>
                    <a:lnTo>
                      <a:pt x="35" y="266"/>
                    </a:lnTo>
                    <a:lnTo>
                      <a:pt x="37" y="272"/>
                    </a:lnTo>
                    <a:lnTo>
                      <a:pt x="42" y="279"/>
                    </a:lnTo>
                    <a:lnTo>
                      <a:pt x="43" y="284"/>
                    </a:lnTo>
                    <a:lnTo>
                      <a:pt x="45" y="289"/>
                    </a:lnTo>
                    <a:lnTo>
                      <a:pt x="49" y="296"/>
                    </a:lnTo>
                    <a:lnTo>
                      <a:pt x="50" y="303"/>
                    </a:lnTo>
                    <a:lnTo>
                      <a:pt x="50" y="309"/>
                    </a:lnTo>
                    <a:lnTo>
                      <a:pt x="50" y="316"/>
                    </a:lnTo>
                    <a:lnTo>
                      <a:pt x="49" y="321"/>
                    </a:lnTo>
                    <a:lnTo>
                      <a:pt x="47" y="326"/>
                    </a:lnTo>
                    <a:lnTo>
                      <a:pt x="41" y="333"/>
                    </a:lnTo>
                    <a:lnTo>
                      <a:pt x="35" y="339"/>
                    </a:lnTo>
                    <a:lnTo>
                      <a:pt x="32" y="341"/>
                    </a:lnTo>
                    <a:lnTo>
                      <a:pt x="30" y="343"/>
                    </a:lnTo>
                    <a:lnTo>
                      <a:pt x="25" y="345"/>
                    </a:lnTo>
                    <a:lnTo>
                      <a:pt x="21" y="348"/>
                    </a:lnTo>
                    <a:lnTo>
                      <a:pt x="17" y="349"/>
                    </a:lnTo>
                    <a:lnTo>
                      <a:pt x="12" y="350"/>
                    </a:lnTo>
                    <a:lnTo>
                      <a:pt x="7" y="353"/>
                    </a:lnTo>
                    <a:lnTo>
                      <a:pt x="0" y="354"/>
                    </a:lnTo>
                    <a:lnTo>
                      <a:pt x="0" y="19"/>
                    </a:lnTo>
                    <a:lnTo>
                      <a:pt x="12" y="31"/>
                    </a:lnTo>
                    <a:lnTo>
                      <a:pt x="14" y="34"/>
                    </a:lnTo>
                    <a:lnTo>
                      <a:pt x="16" y="39"/>
                    </a:lnTo>
                    <a:lnTo>
                      <a:pt x="18" y="43"/>
                    </a:lnTo>
                    <a:lnTo>
                      <a:pt x="17" y="47"/>
                    </a:lnTo>
                    <a:lnTo>
                      <a:pt x="16" y="51"/>
                    </a:lnTo>
                    <a:lnTo>
                      <a:pt x="16" y="56"/>
                    </a:lnTo>
                    <a:lnTo>
                      <a:pt x="16" y="60"/>
                    </a:lnTo>
                    <a:lnTo>
                      <a:pt x="14" y="64"/>
                    </a:lnTo>
                    <a:lnTo>
                      <a:pt x="13" y="68"/>
                    </a:lnTo>
                    <a:lnTo>
                      <a:pt x="12" y="73"/>
                    </a:lnTo>
                    <a:lnTo>
                      <a:pt x="11" y="78"/>
                    </a:lnTo>
                    <a:lnTo>
                      <a:pt x="10" y="82"/>
                    </a:lnTo>
                    <a:lnTo>
                      <a:pt x="9" y="87"/>
                    </a:lnTo>
                    <a:lnTo>
                      <a:pt x="9" y="92"/>
                    </a:lnTo>
                    <a:lnTo>
                      <a:pt x="8" y="97"/>
                    </a:lnTo>
                    <a:lnTo>
                      <a:pt x="9" y="102"/>
                    </a:lnTo>
                    <a:lnTo>
                      <a:pt x="12" y="107"/>
                    </a:lnTo>
                    <a:lnTo>
                      <a:pt x="16" y="112"/>
                    </a:lnTo>
                    <a:lnTo>
                      <a:pt x="19" y="118"/>
                    </a:lnTo>
                    <a:lnTo>
                      <a:pt x="27" y="122"/>
                    </a:lnTo>
                    <a:lnTo>
                      <a:pt x="33" y="126"/>
                    </a:lnTo>
                    <a:lnTo>
                      <a:pt x="40" y="128"/>
                    </a:lnTo>
                    <a:lnTo>
                      <a:pt x="48" y="128"/>
                    </a:lnTo>
                    <a:lnTo>
                      <a:pt x="56" y="129"/>
                    </a:lnTo>
                    <a:lnTo>
                      <a:pt x="61" y="127"/>
                    </a:lnTo>
                    <a:lnTo>
                      <a:pt x="65" y="127"/>
                    </a:lnTo>
                    <a:lnTo>
                      <a:pt x="70" y="126"/>
                    </a:lnTo>
                    <a:lnTo>
                      <a:pt x="76" y="126"/>
                    </a:lnTo>
                    <a:lnTo>
                      <a:pt x="81" y="124"/>
                    </a:lnTo>
                    <a:lnTo>
                      <a:pt x="87" y="124"/>
                    </a:lnTo>
                    <a:lnTo>
                      <a:pt x="92" y="123"/>
                    </a:lnTo>
                    <a:lnTo>
                      <a:pt x="98" y="121"/>
                    </a:lnTo>
                    <a:lnTo>
                      <a:pt x="103" y="121"/>
                    </a:lnTo>
                    <a:lnTo>
                      <a:pt x="107" y="119"/>
                    </a:lnTo>
                    <a:lnTo>
                      <a:pt x="112" y="116"/>
                    </a:lnTo>
                    <a:lnTo>
                      <a:pt x="117" y="114"/>
                    </a:lnTo>
                    <a:lnTo>
                      <a:pt x="122" y="110"/>
                    </a:lnTo>
                    <a:lnTo>
                      <a:pt x="125" y="106"/>
                    </a:lnTo>
                    <a:lnTo>
                      <a:pt x="128" y="101"/>
                    </a:lnTo>
                    <a:lnTo>
                      <a:pt x="131" y="96"/>
                    </a:lnTo>
                    <a:lnTo>
                      <a:pt x="135" y="91"/>
                    </a:lnTo>
                    <a:lnTo>
                      <a:pt x="136" y="85"/>
                    </a:lnTo>
                    <a:lnTo>
                      <a:pt x="136" y="81"/>
                    </a:lnTo>
                    <a:lnTo>
                      <a:pt x="136" y="76"/>
                    </a:lnTo>
                    <a:lnTo>
                      <a:pt x="134" y="71"/>
                    </a:lnTo>
                    <a:lnTo>
                      <a:pt x="133" y="67"/>
                    </a:lnTo>
                    <a:lnTo>
                      <a:pt x="131" y="62"/>
                    </a:lnTo>
                    <a:lnTo>
                      <a:pt x="128" y="56"/>
                    </a:lnTo>
                    <a:lnTo>
                      <a:pt x="126" y="52"/>
                    </a:lnTo>
                    <a:lnTo>
                      <a:pt x="124" y="47"/>
                    </a:lnTo>
                    <a:lnTo>
                      <a:pt x="122" y="43"/>
                    </a:lnTo>
                    <a:lnTo>
                      <a:pt x="119" y="38"/>
                    </a:lnTo>
                    <a:lnTo>
                      <a:pt x="118" y="33"/>
                    </a:lnTo>
                    <a:lnTo>
                      <a:pt x="118" y="28"/>
                    </a:lnTo>
                    <a:lnTo>
                      <a:pt x="118" y="22"/>
                    </a:lnTo>
                    <a:lnTo>
                      <a:pt x="118" y="18"/>
                    </a:lnTo>
                    <a:lnTo>
                      <a:pt x="122" y="13"/>
                    </a:lnTo>
                    <a:lnTo>
                      <a:pt x="127" y="11"/>
                    </a:lnTo>
                    <a:lnTo>
                      <a:pt x="130" y="9"/>
                    </a:lnTo>
                    <a:lnTo>
                      <a:pt x="136" y="8"/>
                    </a:lnTo>
                    <a:lnTo>
                      <a:pt x="140" y="6"/>
                    </a:lnTo>
                    <a:lnTo>
                      <a:pt x="145" y="4"/>
                    </a:lnTo>
                    <a:lnTo>
                      <a:pt x="151" y="3"/>
                    </a:lnTo>
                    <a:lnTo>
                      <a:pt x="156" y="4"/>
                    </a:lnTo>
                    <a:lnTo>
                      <a:pt x="163" y="1"/>
                    </a:lnTo>
                    <a:lnTo>
                      <a:pt x="169" y="2"/>
                    </a:lnTo>
                    <a:lnTo>
                      <a:pt x="174" y="1"/>
                    </a:lnTo>
                    <a:lnTo>
                      <a:pt x="180" y="2"/>
                    </a:lnTo>
                    <a:lnTo>
                      <a:pt x="186" y="1"/>
                    </a:lnTo>
                    <a:lnTo>
                      <a:pt x="192" y="0"/>
                    </a:lnTo>
                    <a:lnTo>
                      <a:pt x="198" y="0"/>
                    </a:lnTo>
                    <a:lnTo>
                      <a:pt x="203" y="0"/>
                    </a:lnTo>
                    <a:lnTo>
                      <a:pt x="202" y="8"/>
                    </a:lnTo>
                    <a:lnTo>
                      <a:pt x="203" y="15"/>
                    </a:lnTo>
                    <a:lnTo>
                      <a:pt x="204" y="24"/>
                    </a:lnTo>
                    <a:lnTo>
                      <a:pt x="205" y="33"/>
                    </a:lnTo>
                    <a:lnTo>
                      <a:pt x="207" y="41"/>
                    </a:lnTo>
                    <a:lnTo>
                      <a:pt x="211" y="49"/>
                    </a:lnTo>
                    <a:lnTo>
                      <a:pt x="212" y="57"/>
                    </a:lnTo>
                    <a:lnTo>
                      <a:pt x="217" y="65"/>
                    </a:lnTo>
                    <a:lnTo>
                      <a:pt x="219" y="68"/>
                    </a:lnTo>
                    <a:lnTo>
                      <a:pt x="224" y="72"/>
                    </a:lnTo>
                    <a:lnTo>
                      <a:pt x="228" y="76"/>
                    </a:lnTo>
                    <a:lnTo>
                      <a:pt x="234" y="79"/>
                    </a:lnTo>
                    <a:lnTo>
                      <a:pt x="241" y="82"/>
                    </a:lnTo>
                    <a:lnTo>
                      <a:pt x="248" y="82"/>
                    </a:lnTo>
                    <a:lnTo>
                      <a:pt x="254" y="83"/>
                    </a:lnTo>
                    <a:lnTo>
                      <a:pt x="261" y="80"/>
                    </a:lnTo>
                    <a:lnTo>
                      <a:pt x="267" y="78"/>
                    </a:lnTo>
                    <a:lnTo>
                      <a:pt x="273" y="74"/>
                    </a:lnTo>
                    <a:lnTo>
                      <a:pt x="280" y="71"/>
                    </a:lnTo>
                    <a:lnTo>
                      <a:pt x="286" y="67"/>
                    </a:lnTo>
                    <a:lnTo>
                      <a:pt x="292" y="64"/>
                    </a:lnTo>
                    <a:lnTo>
                      <a:pt x="298" y="61"/>
                    </a:lnTo>
                    <a:lnTo>
                      <a:pt x="305" y="62"/>
                    </a:lnTo>
                    <a:lnTo>
                      <a:pt x="313" y="63"/>
                    </a:lnTo>
                    <a:lnTo>
                      <a:pt x="316" y="67"/>
                    </a:lnTo>
                    <a:lnTo>
                      <a:pt x="318" y="71"/>
                    </a:lnTo>
                    <a:lnTo>
                      <a:pt x="320" y="74"/>
                    </a:lnTo>
                    <a:lnTo>
                      <a:pt x="322" y="80"/>
                    </a:lnTo>
                    <a:lnTo>
                      <a:pt x="323" y="85"/>
                    </a:lnTo>
                    <a:lnTo>
                      <a:pt x="326" y="90"/>
                    </a:lnTo>
                    <a:lnTo>
                      <a:pt x="329" y="94"/>
                    </a:lnTo>
                    <a:lnTo>
                      <a:pt x="328" y="100"/>
                    </a:lnTo>
                    <a:lnTo>
                      <a:pt x="329" y="105"/>
                    </a:lnTo>
                    <a:lnTo>
                      <a:pt x="331" y="110"/>
                    </a:lnTo>
                    <a:lnTo>
                      <a:pt x="332" y="115"/>
                    </a:lnTo>
                    <a:lnTo>
                      <a:pt x="333" y="121"/>
                    </a:lnTo>
                    <a:lnTo>
                      <a:pt x="334" y="126"/>
                    </a:lnTo>
                    <a:lnTo>
                      <a:pt x="334" y="131"/>
                    </a:lnTo>
                    <a:lnTo>
                      <a:pt x="335" y="137"/>
                    </a:lnTo>
                    <a:lnTo>
                      <a:pt x="336" y="142"/>
                    </a:lnTo>
                    <a:lnTo>
                      <a:pt x="335" y="147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12" name="Google Shape;112;p12"/>
              <p:cNvSpPr/>
              <p:nvPr/>
            </p:nvSpPr>
            <p:spPr>
              <a:xfrm>
                <a:off x="274764" y="6323394"/>
                <a:ext cx="676275" cy="541338"/>
              </a:xfrm>
              <a:custGeom>
                <a:pathLst>
                  <a:path extrusionOk="0" h="341" w="426">
                    <a:moveTo>
                      <a:pt x="131" y="340"/>
                    </a:moveTo>
                    <a:lnTo>
                      <a:pt x="132" y="311"/>
                    </a:lnTo>
                    <a:lnTo>
                      <a:pt x="128" y="290"/>
                    </a:lnTo>
                    <a:lnTo>
                      <a:pt x="100" y="265"/>
                    </a:lnTo>
                    <a:lnTo>
                      <a:pt x="37" y="249"/>
                    </a:lnTo>
                    <a:lnTo>
                      <a:pt x="2" y="210"/>
                    </a:lnTo>
                    <a:lnTo>
                      <a:pt x="0" y="174"/>
                    </a:lnTo>
                    <a:lnTo>
                      <a:pt x="10" y="150"/>
                    </a:lnTo>
                    <a:lnTo>
                      <a:pt x="32" y="135"/>
                    </a:lnTo>
                    <a:lnTo>
                      <a:pt x="48" y="136"/>
                    </a:lnTo>
                    <a:lnTo>
                      <a:pt x="82" y="142"/>
                    </a:lnTo>
                    <a:lnTo>
                      <a:pt x="98" y="145"/>
                    </a:lnTo>
                    <a:lnTo>
                      <a:pt x="123" y="146"/>
                    </a:lnTo>
                    <a:lnTo>
                      <a:pt x="154" y="136"/>
                    </a:lnTo>
                    <a:lnTo>
                      <a:pt x="172" y="117"/>
                    </a:lnTo>
                    <a:lnTo>
                      <a:pt x="181" y="103"/>
                    </a:lnTo>
                    <a:lnTo>
                      <a:pt x="185" y="91"/>
                    </a:lnTo>
                    <a:lnTo>
                      <a:pt x="181" y="75"/>
                    </a:lnTo>
                    <a:lnTo>
                      <a:pt x="178" y="57"/>
                    </a:lnTo>
                    <a:lnTo>
                      <a:pt x="175" y="41"/>
                    </a:lnTo>
                    <a:lnTo>
                      <a:pt x="177" y="23"/>
                    </a:lnTo>
                    <a:lnTo>
                      <a:pt x="185" y="4"/>
                    </a:lnTo>
                    <a:lnTo>
                      <a:pt x="201" y="0"/>
                    </a:lnTo>
                    <a:lnTo>
                      <a:pt x="220" y="0"/>
                    </a:lnTo>
                    <a:lnTo>
                      <a:pt x="240" y="4"/>
                    </a:lnTo>
                    <a:lnTo>
                      <a:pt x="246" y="7"/>
                    </a:lnTo>
                    <a:lnTo>
                      <a:pt x="265" y="16"/>
                    </a:lnTo>
                    <a:lnTo>
                      <a:pt x="275" y="25"/>
                    </a:lnTo>
                    <a:lnTo>
                      <a:pt x="284" y="37"/>
                    </a:lnTo>
                    <a:lnTo>
                      <a:pt x="287" y="58"/>
                    </a:lnTo>
                    <a:lnTo>
                      <a:pt x="280" y="80"/>
                    </a:lnTo>
                    <a:lnTo>
                      <a:pt x="269" y="101"/>
                    </a:lnTo>
                    <a:lnTo>
                      <a:pt x="261" y="132"/>
                    </a:lnTo>
                    <a:lnTo>
                      <a:pt x="271" y="157"/>
                    </a:lnTo>
                    <a:lnTo>
                      <a:pt x="286" y="171"/>
                    </a:lnTo>
                    <a:lnTo>
                      <a:pt x="305" y="181"/>
                    </a:lnTo>
                    <a:lnTo>
                      <a:pt x="326" y="185"/>
                    </a:lnTo>
                    <a:lnTo>
                      <a:pt x="337" y="186"/>
                    </a:lnTo>
                    <a:lnTo>
                      <a:pt x="360" y="188"/>
                    </a:lnTo>
                    <a:lnTo>
                      <a:pt x="395" y="190"/>
                    </a:lnTo>
                    <a:lnTo>
                      <a:pt x="417" y="208"/>
                    </a:lnTo>
                    <a:lnTo>
                      <a:pt x="425" y="246"/>
                    </a:lnTo>
                    <a:lnTo>
                      <a:pt x="412" y="300"/>
                    </a:lnTo>
                    <a:lnTo>
                      <a:pt x="400" y="329"/>
                    </a:lnTo>
                    <a:lnTo>
                      <a:pt x="393" y="334"/>
                    </a:lnTo>
                    <a:lnTo>
                      <a:pt x="377" y="339"/>
                    </a:lnTo>
                    <a:lnTo>
                      <a:pt x="362" y="338"/>
                    </a:lnTo>
                    <a:lnTo>
                      <a:pt x="338" y="331"/>
                    </a:lnTo>
                    <a:lnTo>
                      <a:pt x="329" y="327"/>
                    </a:lnTo>
                    <a:lnTo>
                      <a:pt x="313" y="322"/>
                    </a:lnTo>
                    <a:lnTo>
                      <a:pt x="297" y="317"/>
                    </a:lnTo>
                    <a:lnTo>
                      <a:pt x="280" y="315"/>
                    </a:lnTo>
                    <a:lnTo>
                      <a:pt x="260" y="324"/>
                    </a:lnTo>
                    <a:lnTo>
                      <a:pt x="246" y="340"/>
                    </a:lnTo>
                    <a:lnTo>
                      <a:pt x="131" y="34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113" name="Google Shape;113;p12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pos="100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737691"/>
            </a:gs>
            <a:gs pos="100000">
              <a:srgbClr val="090F3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4"/>
          <p:cNvGrpSpPr/>
          <p:nvPr/>
        </p:nvGrpSpPr>
        <p:grpSpPr>
          <a:xfrm>
            <a:off x="10604" y="-9144"/>
            <a:ext cx="12178221" cy="6878638"/>
            <a:chOff x="10604" y="-9144"/>
            <a:chExt cx="12178221" cy="6878638"/>
          </a:xfrm>
        </p:grpSpPr>
        <p:sp>
          <p:nvSpPr>
            <p:cNvPr id="190" name="Google Shape;190;p24"/>
            <p:cNvSpPr/>
            <p:nvPr/>
          </p:nvSpPr>
          <p:spPr>
            <a:xfrm>
              <a:off x="11884104" y="0"/>
              <a:ext cx="304721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60925" lIns="121875" spcFirstLastPara="1" rIns="121875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191" name="Google Shape;191;p24"/>
            <p:cNvGrpSpPr/>
            <p:nvPr/>
          </p:nvGrpSpPr>
          <p:grpSpPr>
            <a:xfrm>
              <a:off x="10604" y="-9144"/>
              <a:ext cx="1951038" cy="6878638"/>
              <a:chOff x="-4636" y="-9144"/>
              <a:chExt cx="1951038" cy="6878638"/>
            </a:xfrm>
          </p:grpSpPr>
          <p:sp>
            <p:nvSpPr>
              <p:cNvPr id="192" name="Google Shape;192;p24"/>
              <p:cNvSpPr/>
              <p:nvPr/>
            </p:nvSpPr>
            <p:spPr>
              <a:xfrm>
                <a:off x="135064" y="143256"/>
                <a:ext cx="709613" cy="825500"/>
              </a:xfrm>
              <a:custGeom>
                <a:pathLst>
                  <a:path extrusionOk="0" h="520" w="447">
                    <a:moveTo>
                      <a:pt x="272" y="519"/>
                    </a:moveTo>
                    <a:lnTo>
                      <a:pt x="265" y="512"/>
                    </a:lnTo>
                    <a:lnTo>
                      <a:pt x="259" y="505"/>
                    </a:lnTo>
                    <a:lnTo>
                      <a:pt x="254" y="495"/>
                    </a:lnTo>
                    <a:lnTo>
                      <a:pt x="252" y="486"/>
                    </a:lnTo>
                    <a:lnTo>
                      <a:pt x="248" y="475"/>
                    </a:lnTo>
                    <a:lnTo>
                      <a:pt x="246" y="465"/>
                    </a:lnTo>
                    <a:lnTo>
                      <a:pt x="245" y="454"/>
                    </a:lnTo>
                    <a:lnTo>
                      <a:pt x="242" y="444"/>
                    </a:lnTo>
                    <a:lnTo>
                      <a:pt x="239" y="434"/>
                    </a:lnTo>
                    <a:lnTo>
                      <a:pt x="235" y="425"/>
                    </a:lnTo>
                    <a:lnTo>
                      <a:pt x="230" y="417"/>
                    </a:lnTo>
                    <a:lnTo>
                      <a:pt x="223" y="411"/>
                    </a:lnTo>
                    <a:lnTo>
                      <a:pt x="215" y="406"/>
                    </a:lnTo>
                    <a:lnTo>
                      <a:pt x="205" y="403"/>
                    </a:lnTo>
                    <a:lnTo>
                      <a:pt x="193" y="402"/>
                    </a:lnTo>
                    <a:lnTo>
                      <a:pt x="177" y="403"/>
                    </a:lnTo>
                    <a:lnTo>
                      <a:pt x="168" y="407"/>
                    </a:lnTo>
                    <a:lnTo>
                      <a:pt x="159" y="410"/>
                    </a:lnTo>
                    <a:lnTo>
                      <a:pt x="150" y="412"/>
                    </a:lnTo>
                    <a:lnTo>
                      <a:pt x="140" y="415"/>
                    </a:lnTo>
                    <a:lnTo>
                      <a:pt x="131" y="416"/>
                    </a:lnTo>
                    <a:lnTo>
                      <a:pt x="122" y="417"/>
                    </a:lnTo>
                    <a:lnTo>
                      <a:pt x="112" y="417"/>
                    </a:lnTo>
                    <a:lnTo>
                      <a:pt x="102" y="417"/>
                    </a:lnTo>
                    <a:lnTo>
                      <a:pt x="99" y="412"/>
                    </a:lnTo>
                    <a:lnTo>
                      <a:pt x="96" y="406"/>
                    </a:lnTo>
                    <a:lnTo>
                      <a:pt x="93" y="399"/>
                    </a:lnTo>
                    <a:lnTo>
                      <a:pt x="90" y="393"/>
                    </a:lnTo>
                    <a:lnTo>
                      <a:pt x="87" y="385"/>
                    </a:lnTo>
                    <a:lnTo>
                      <a:pt x="84" y="378"/>
                    </a:lnTo>
                    <a:lnTo>
                      <a:pt x="81" y="370"/>
                    </a:lnTo>
                    <a:lnTo>
                      <a:pt x="79" y="362"/>
                    </a:lnTo>
                    <a:lnTo>
                      <a:pt x="78" y="355"/>
                    </a:lnTo>
                    <a:lnTo>
                      <a:pt x="76" y="347"/>
                    </a:lnTo>
                    <a:lnTo>
                      <a:pt x="75" y="339"/>
                    </a:lnTo>
                    <a:lnTo>
                      <a:pt x="74" y="332"/>
                    </a:lnTo>
                    <a:lnTo>
                      <a:pt x="74" y="324"/>
                    </a:lnTo>
                    <a:lnTo>
                      <a:pt x="75" y="316"/>
                    </a:lnTo>
                    <a:lnTo>
                      <a:pt x="76" y="309"/>
                    </a:lnTo>
                    <a:lnTo>
                      <a:pt x="78" y="302"/>
                    </a:lnTo>
                    <a:lnTo>
                      <a:pt x="87" y="299"/>
                    </a:lnTo>
                    <a:lnTo>
                      <a:pt x="97" y="298"/>
                    </a:lnTo>
                    <a:lnTo>
                      <a:pt x="106" y="300"/>
                    </a:lnTo>
                    <a:lnTo>
                      <a:pt x="116" y="302"/>
                    </a:lnTo>
                    <a:lnTo>
                      <a:pt x="126" y="305"/>
                    </a:lnTo>
                    <a:lnTo>
                      <a:pt x="136" y="306"/>
                    </a:lnTo>
                    <a:lnTo>
                      <a:pt x="146" y="307"/>
                    </a:lnTo>
                    <a:lnTo>
                      <a:pt x="157" y="305"/>
                    </a:lnTo>
                    <a:lnTo>
                      <a:pt x="165" y="302"/>
                    </a:lnTo>
                    <a:lnTo>
                      <a:pt x="170" y="298"/>
                    </a:lnTo>
                    <a:lnTo>
                      <a:pt x="175" y="294"/>
                    </a:lnTo>
                    <a:lnTo>
                      <a:pt x="179" y="290"/>
                    </a:lnTo>
                    <a:lnTo>
                      <a:pt x="182" y="284"/>
                    </a:lnTo>
                    <a:lnTo>
                      <a:pt x="185" y="278"/>
                    </a:lnTo>
                    <a:lnTo>
                      <a:pt x="186" y="273"/>
                    </a:lnTo>
                    <a:lnTo>
                      <a:pt x="187" y="266"/>
                    </a:lnTo>
                    <a:lnTo>
                      <a:pt x="188" y="259"/>
                    </a:lnTo>
                    <a:lnTo>
                      <a:pt x="189" y="253"/>
                    </a:lnTo>
                    <a:lnTo>
                      <a:pt x="189" y="246"/>
                    </a:lnTo>
                    <a:lnTo>
                      <a:pt x="189" y="239"/>
                    </a:lnTo>
                    <a:lnTo>
                      <a:pt x="189" y="232"/>
                    </a:lnTo>
                    <a:lnTo>
                      <a:pt x="189" y="226"/>
                    </a:lnTo>
                    <a:lnTo>
                      <a:pt x="188" y="219"/>
                    </a:lnTo>
                    <a:lnTo>
                      <a:pt x="188" y="213"/>
                    </a:lnTo>
                    <a:lnTo>
                      <a:pt x="186" y="204"/>
                    </a:lnTo>
                    <a:lnTo>
                      <a:pt x="182" y="198"/>
                    </a:lnTo>
                    <a:lnTo>
                      <a:pt x="178" y="191"/>
                    </a:lnTo>
                    <a:lnTo>
                      <a:pt x="173" y="185"/>
                    </a:lnTo>
                    <a:lnTo>
                      <a:pt x="167" y="180"/>
                    </a:lnTo>
                    <a:lnTo>
                      <a:pt x="161" y="176"/>
                    </a:lnTo>
                    <a:lnTo>
                      <a:pt x="153" y="171"/>
                    </a:lnTo>
                    <a:lnTo>
                      <a:pt x="146" y="167"/>
                    </a:lnTo>
                    <a:lnTo>
                      <a:pt x="138" y="167"/>
                    </a:lnTo>
                    <a:lnTo>
                      <a:pt x="130" y="170"/>
                    </a:lnTo>
                    <a:lnTo>
                      <a:pt x="123" y="172"/>
                    </a:lnTo>
                    <a:lnTo>
                      <a:pt x="116" y="175"/>
                    </a:lnTo>
                    <a:lnTo>
                      <a:pt x="108" y="178"/>
                    </a:lnTo>
                    <a:lnTo>
                      <a:pt x="100" y="182"/>
                    </a:lnTo>
                    <a:lnTo>
                      <a:pt x="93" y="185"/>
                    </a:lnTo>
                    <a:lnTo>
                      <a:pt x="86" y="189"/>
                    </a:lnTo>
                    <a:lnTo>
                      <a:pt x="79" y="191"/>
                    </a:lnTo>
                    <a:lnTo>
                      <a:pt x="71" y="194"/>
                    </a:lnTo>
                    <a:lnTo>
                      <a:pt x="64" y="194"/>
                    </a:lnTo>
                    <a:lnTo>
                      <a:pt x="56" y="194"/>
                    </a:lnTo>
                    <a:lnTo>
                      <a:pt x="48" y="193"/>
                    </a:lnTo>
                    <a:lnTo>
                      <a:pt x="41" y="190"/>
                    </a:lnTo>
                    <a:lnTo>
                      <a:pt x="34" y="185"/>
                    </a:lnTo>
                    <a:lnTo>
                      <a:pt x="26" y="179"/>
                    </a:lnTo>
                    <a:lnTo>
                      <a:pt x="24" y="175"/>
                    </a:lnTo>
                    <a:lnTo>
                      <a:pt x="21" y="171"/>
                    </a:lnTo>
                    <a:lnTo>
                      <a:pt x="19" y="166"/>
                    </a:lnTo>
                    <a:lnTo>
                      <a:pt x="15" y="162"/>
                    </a:lnTo>
                    <a:lnTo>
                      <a:pt x="13" y="157"/>
                    </a:lnTo>
                    <a:lnTo>
                      <a:pt x="11" y="151"/>
                    </a:lnTo>
                    <a:lnTo>
                      <a:pt x="9" y="146"/>
                    </a:lnTo>
                    <a:lnTo>
                      <a:pt x="7" y="139"/>
                    </a:lnTo>
                    <a:lnTo>
                      <a:pt x="6" y="134"/>
                    </a:lnTo>
                    <a:lnTo>
                      <a:pt x="4" y="129"/>
                    </a:lnTo>
                    <a:lnTo>
                      <a:pt x="2" y="122"/>
                    </a:lnTo>
                    <a:lnTo>
                      <a:pt x="1" y="116"/>
                    </a:lnTo>
                    <a:lnTo>
                      <a:pt x="0" y="111"/>
                    </a:lnTo>
                    <a:lnTo>
                      <a:pt x="0" y="104"/>
                    </a:lnTo>
                    <a:lnTo>
                      <a:pt x="0" y="98"/>
                    </a:lnTo>
                    <a:lnTo>
                      <a:pt x="0" y="92"/>
                    </a:lnTo>
                    <a:lnTo>
                      <a:pt x="378" y="0"/>
                    </a:lnTo>
                    <a:lnTo>
                      <a:pt x="383" y="5"/>
                    </a:lnTo>
                    <a:lnTo>
                      <a:pt x="387" y="12"/>
                    </a:lnTo>
                    <a:lnTo>
                      <a:pt x="391" y="18"/>
                    </a:lnTo>
                    <a:lnTo>
                      <a:pt x="394" y="26"/>
                    </a:lnTo>
                    <a:lnTo>
                      <a:pt x="397" y="33"/>
                    </a:lnTo>
                    <a:lnTo>
                      <a:pt x="399" y="41"/>
                    </a:lnTo>
                    <a:lnTo>
                      <a:pt x="401" y="49"/>
                    </a:lnTo>
                    <a:lnTo>
                      <a:pt x="403" y="57"/>
                    </a:lnTo>
                    <a:lnTo>
                      <a:pt x="405" y="65"/>
                    </a:lnTo>
                    <a:lnTo>
                      <a:pt x="406" y="74"/>
                    </a:lnTo>
                    <a:lnTo>
                      <a:pt x="407" y="82"/>
                    </a:lnTo>
                    <a:lnTo>
                      <a:pt x="408" y="91"/>
                    </a:lnTo>
                    <a:lnTo>
                      <a:pt x="410" y="99"/>
                    </a:lnTo>
                    <a:lnTo>
                      <a:pt x="411" y="107"/>
                    </a:lnTo>
                    <a:lnTo>
                      <a:pt x="412" y="115"/>
                    </a:lnTo>
                    <a:lnTo>
                      <a:pt x="413" y="123"/>
                    </a:lnTo>
                    <a:lnTo>
                      <a:pt x="401" y="138"/>
                    </a:lnTo>
                    <a:lnTo>
                      <a:pt x="396" y="141"/>
                    </a:lnTo>
                    <a:lnTo>
                      <a:pt x="391" y="143"/>
                    </a:lnTo>
                    <a:lnTo>
                      <a:pt x="386" y="144"/>
                    </a:lnTo>
                    <a:lnTo>
                      <a:pt x="380" y="144"/>
                    </a:lnTo>
                    <a:lnTo>
                      <a:pt x="375" y="144"/>
                    </a:lnTo>
                    <a:lnTo>
                      <a:pt x="370" y="144"/>
                    </a:lnTo>
                    <a:lnTo>
                      <a:pt x="365" y="143"/>
                    </a:lnTo>
                    <a:lnTo>
                      <a:pt x="359" y="142"/>
                    </a:lnTo>
                    <a:lnTo>
                      <a:pt x="354" y="141"/>
                    </a:lnTo>
                    <a:lnTo>
                      <a:pt x="348" y="139"/>
                    </a:lnTo>
                    <a:lnTo>
                      <a:pt x="343" y="139"/>
                    </a:lnTo>
                    <a:lnTo>
                      <a:pt x="338" y="138"/>
                    </a:lnTo>
                    <a:lnTo>
                      <a:pt x="332" y="137"/>
                    </a:lnTo>
                    <a:lnTo>
                      <a:pt x="326" y="136"/>
                    </a:lnTo>
                    <a:lnTo>
                      <a:pt x="320" y="137"/>
                    </a:lnTo>
                    <a:lnTo>
                      <a:pt x="314" y="138"/>
                    </a:lnTo>
                    <a:lnTo>
                      <a:pt x="307" y="141"/>
                    </a:lnTo>
                    <a:lnTo>
                      <a:pt x="301" y="146"/>
                    </a:lnTo>
                    <a:lnTo>
                      <a:pt x="295" y="152"/>
                    </a:lnTo>
                    <a:lnTo>
                      <a:pt x="290" y="159"/>
                    </a:lnTo>
                    <a:lnTo>
                      <a:pt x="286" y="166"/>
                    </a:lnTo>
                    <a:lnTo>
                      <a:pt x="284" y="175"/>
                    </a:lnTo>
                    <a:lnTo>
                      <a:pt x="282" y="184"/>
                    </a:lnTo>
                    <a:lnTo>
                      <a:pt x="283" y="194"/>
                    </a:lnTo>
                    <a:lnTo>
                      <a:pt x="285" y="199"/>
                    </a:lnTo>
                    <a:lnTo>
                      <a:pt x="286" y="204"/>
                    </a:lnTo>
                    <a:lnTo>
                      <a:pt x="286" y="210"/>
                    </a:lnTo>
                    <a:lnTo>
                      <a:pt x="287" y="217"/>
                    </a:lnTo>
                    <a:lnTo>
                      <a:pt x="289" y="222"/>
                    </a:lnTo>
                    <a:lnTo>
                      <a:pt x="290" y="229"/>
                    </a:lnTo>
                    <a:lnTo>
                      <a:pt x="292" y="235"/>
                    </a:lnTo>
                    <a:lnTo>
                      <a:pt x="293" y="241"/>
                    </a:lnTo>
                    <a:lnTo>
                      <a:pt x="295" y="247"/>
                    </a:lnTo>
                    <a:lnTo>
                      <a:pt x="298" y="253"/>
                    </a:lnTo>
                    <a:lnTo>
                      <a:pt x="300" y="259"/>
                    </a:lnTo>
                    <a:lnTo>
                      <a:pt x="304" y="264"/>
                    </a:lnTo>
                    <a:lnTo>
                      <a:pt x="308" y="268"/>
                    </a:lnTo>
                    <a:lnTo>
                      <a:pt x="313" y="273"/>
                    </a:lnTo>
                    <a:lnTo>
                      <a:pt x="319" y="276"/>
                    </a:lnTo>
                    <a:lnTo>
                      <a:pt x="326" y="279"/>
                    </a:lnTo>
                    <a:lnTo>
                      <a:pt x="332" y="282"/>
                    </a:lnTo>
                    <a:lnTo>
                      <a:pt x="339" y="284"/>
                    </a:lnTo>
                    <a:lnTo>
                      <a:pt x="345" y="284"/>
                    </a:lnTo>
                    <a:lnTo>
                      <a:pt x="351" y="284"/>
                    </a:lnTo>
                    <a:lnTo>
                      <a:pt x="357" y="282"/>
                    </a:lnTo>
                    <a:lnTo>
                      <a:pt x="362" y="280"/>
                    </a:lnTo>
                    <a:lnTo>
                      <a:pt x="367" y="278"/>
                    </a:lnTo>
                    <a:lnTo>
                      <a:pt x="373" y="274"/>
                    </a:lnTo>
                    <a:lnTo>
                      <a:pt x="379" y="272"/>
                    </a:lnTo>
                    <a:lnTo>
                      <a:pt x="385" y="268"/>
                    </a:lnTo>
                    <a:lnTo>
                      <a:pt x="390" y="266"/>
                    </a:lnTo>
                    <a:lnTo>
                      <a:pt x="396" y="264"/>
                    </a:lnTo>
                    <a:lnTo>
                      <a:pt x="402" y="262"/>
                    </a:lnTo>
                    <a:lnTo>
                      <a:pt x="407" y="260"/>
                    </a:lnTo>
                    <a:lnTo>
                      <a:pt x="414" y="260"/>
                    </a:lnTo>
                    <a:lnTo>
                      <a:pt x="420" y="261"/>
                    </a:lnTo>
                    <a:lnTo>
                      <a:pt x="426" y="265"/>
                    </a:lnTo>
                    <a:lnTo>
                      <a:pt x="429" y="270"/>
                    </a:lnTo>
                    <a:lnTo>
                      <a:pt x="432" y="275"/>
                    </a:lnTo>
                    <a:lnTo>
                      <a:pt x="434" y="281"/>
                    </a:lnTo>
                    <a:lnTo>
                      <a:pt x="436" y="287"/>
                    </a:lnTo>
                    <a:lnTo>
                      <a:pt x="439" y="292"/>
                    </a:lnTo>
                    <a:lnTo>
                      <a:pt x="439" y="299"/>
                    </a:lnTo>
                    <a:lnTo>
                      <a:pt x="440" y="305"/>
                    </a:lnTo>
                    <a:lnTo>
                      <a:pt x="442" y="312"/>
                    </a:lnTo>
                    <a:lnTo>
                      <a:pt x="442" y="319"/>
                    </a:lnTo>
                    <a:lnTo>
                      <a:pt x="443" y="325"/>
                    </a:lnTo>
                    <a:lnTo>
                      <a:pt x="443" y="332"/>
                    </a:lnTo>
                    <a:lnTo>
                      <a:pt x="444" y="338"/>
                    </a:lnTo>
                    <a:lnTo>
                      <a:pt x="445" y="345"/>
                    </a:lnTo>
                    <a:lnTo>
                      <a:pt x="445" y="352"/>
                    </a:lnTo>
                    <a:lnTo>
                      <a:pt x="446" y="358"/>
                    </a:lnTo>
                    <a:lnTo>
                      <a:pt x="436" y="358"/>
                    </a:lnTo>
                    <a:lnTo>
                      <a:pt x="426" y="359"/>
                    </a:lnTo>
                    <a:lnTo>
                      <a:pt x="417" y="361"/>
                    </a:lnTo>
                    <a:lnTo>
                      <a:pt x="406" y="363"/>
                    </a:lnTo>
                    <a:lnTo>
                      <a:pt x="397" y="366"/>
                    </a:lnTo>
                    <a:lnTo>
                      <a:pt x="386" y="369"/>
                    </a:lnTo>
                    <a:lnTo>
                      <a:pt x="377" y="372"/>
                    </a:lnTo>
                    <a:lnTo>
                      <a:pt x="366" y="377"/>
                    </a:lnTo>
                    <a:lnTo>
                      <a:pt x="363" y="380"/>
                    </a:lnTo>
                    <a:lnTo>
                      <a:pt x="359" y="385"/>
                    </a:lnTo>
                    <a:lnTo>
                      <a:pt x="354" y="391"/>
                    </a:lnTo>
                    <a:lnTo>
                      <a:pt x="351" y="398"/>
                    </a:lnTo>
                    <a:lnTo>
                      <a:pt x="347" y="406"/>
                    </a:lnTo>
                    <a:lnTo>
                      <a:pt x="346" y="414"/>
                    </a:lnTo>
                    <a:lnTo>
                      <a:pt x="347" y="421"/>
                    </a:lnTo>
                    <a:lnTo>
                      <a:pt x="350" y="429"/>
                    </a:lnTo>
                    <a:lnTo>
                      <a:pt x="353" y="437"/>
                    </a:lnTo>
                    <a:lnTo>
                      <a:pt x="358" y="444"/>
                    </a:lnTo>
                    <a:lnTo>
                      <a:pt x="363" y="450"/>
                    </a:lnTo>
                    <a:lnTo>
                      <a:pt x="368" y="458"/>
                    </a:lnTo>
                    <a:lnTo>
                      <a:pt x="372" y="464"/>
                    </a:lnTo>
                    <a:lnTo>
                      <a:pt x="374" y="472"/>
                    </a:lnTo>
                    <a:lnTo>
                      <a:pt x="375" y="480"/>
                    </a:lnTo>
                    <a:lnTo>
                      <a:pt x="373" y="489"/>
                    </a:lnTo>
                    <a:lnTo>
                      <a:pt x="369" y="492"/>
                    </a:lnTo>
                    <a:lnTo>
                      <a:pt x="364" y="495"/>
                    </a:lnTo>
                    <a:lnTo>
                      <a:pt x="359" y="498"/>
                    </a:lnTo>
                    <a:lnTo>
                      <a:pt x="353" y="500"/>
                    </a:lnTo>
                    <a:lnTo>
                      <a:pt x="347" y="503"/>
                    </a:lnTo>
                    <a:lnTo>
                      <a:pt x="341" y="505"/>
                    </a:lnTo>
                    <a:lnTo>
                      <a:pt x="336" y="508"/>
                    </a:lnTo>
                    <a:lnTo>
                      <a:pt x="330" y="509"/>
                    </a:lnTo>
                    <a:lnTo>
                      <a:pt x="323" y="511"/>
                    </a:lnTo>
                    <a:lnTo>
                      <a:pt x="317" y="512"/>
                    </a:lnTo>
                    <a:lnTo>
                      <a:pt x="311" y="514"/>
                    </a:lnTo>
                    <a:lnTo>
                      <a:pt x="304" y="515"/>
                    </a:lnTo>
                    <a:lnTo>
                      <a:pt x="298" y="516"/>
                    </a:lnTo>
                    <a:lnTo>
                      <a:pt x="292" y="517"/>
                    </a:lnTo>
                    <a:lnTo>
                      <a:pt x="285" y="518"/>
                    </a:lnTo>
                    <a:lnTo>
                      <a:pt x="279" y="519"/>
                    </a:lnTo>
                    <a:lnTo>
                      <a:pt x="272" y="51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3" name="Google Shape;193;p24"/>
              <p:cNvSpPr/>
              <p:nvPr/>
            </p:nvSpPr>
            <p:spPr>
              <a:xfrm>
                <a:off x="42989" y="2829306"/>
                <a:ext cx="733425" cy="981075"/>
              </a:xfrm>
              <a:custGeom>
                <a:pathLst>
                  <a:path extrusionOk="0" h="618" w="462">
                    <a:moveTo>
                      <a:pt x="384" y="617"/>
                    </a:moveTo>
                    <a:lnTo>
                      <a:pt x="248" y="578"/>
                    </a:lnTo>
                    <a:lnTo>
                      <a:pt x="231" y="442"/>
                    </a:lnTo>
                    <a:lnTo>
                      <a:pt x="224" y="439"/>
                    </a:lnTo>
                    <a:lnTo>
                      <a:pt x="217" y="436"/>
                    </a:lnTo>
                    <a:lnTo>
                      <a:pt x="209" y="435"/>
                    </a:lnTo>
                    <a:lnTo>
                      <a:pt x="201" y="434"/>
                    </a:lnTo>
                    <a:lnTo>
                      <a:pt x="193" y="434"/>
                    </a:lnTo>
                    <a:lnTo>
                      <a:pt x="185" y="434"/>
                    </a:lnTo>
                    <a:lnTo>
                      <a:pt x="176" y="435"/>
                    </a:lnTo>
                    <a:lnTo>
                      <a:pt x="167" y="435"/>
                    </a:lnTo>
                    <a:lnTo>
                      <a:pt x="165" y="436"/>
                    </a:lnTo>
                    <a:lnTo>
                      <a:pt x="162" y="438"/>
                    </a:lnTo>
                    <a:lnTo>
                      <a:pt x="160" y="440"/>
                    </a:lnTo>
                    <a:lnTo>
                      <a:pt x="158" y="442"/>
                    </a:lnTo>
                    <a:lnTo>
                      <a:pt x="156" y="444"/>
                    </a:lnTo>
                    <a:lnTo>
                      <a:pt x="153" y="448"/>
                    </a:lnTo>
                    <a:lnTo>
                      <a:pt x="151" y="452"/>
                    </a:lnTo>
                    <a:lnTo>
                      <a:pt x="147" y="456"/>
                    </a:lnTo>
                    <a:lnTo>
                      <a:pt x="147" y="461"/>
                    </a:lnTo>
                    <a:lnTo>
                      <a:pt x="147" y="468"/>
                    </a:lnTo>
                    <a:lnTo>
                      <a:pt x="147" y="474"/>
                    </a:lnTo>
                    <a:lnTo>
                      <a:pt x="147" y="480"/>
                    </a:lnTo>
                    <a:lnTo>
                      <a:pt x="147" y="487"/>
                    </a:lnTo>
                    <a:lnTo>
                      <a:pt x="146" y="493"/>
                    </a:lnTo>
                    <a:lnTo>
                      <a:pt x="146" y="499"/>
                    </a:lnTo>
                    <a:lnTo>
                      <a:pt x="145" y="506"/>
                    </a:lnTo>
                    <a:lnTo>
                      <a:pt x="143" y="513"/>
                    </a:lnTo>
                    <a:lnTo>
                      <a:pt x="143" y="520"/>
                    </a:lnTo>
                    <a:lnTo>
                      <a:pt x="141" y="525"/>
                    </a:lnTo>
                    <a:lnTo>
                      <a:pt x="139" y="532"/>
                    </a:lnTo>
                    <a:lnTo>
                      <a:pt x="136" y="537"/>
                    </a:lnTo>
                    <a:lnTo>
                      <a:pt x="134" y="543"/>
                    </a:lnTo>
                    <a:lnTo>
                      <a:pt x="131" y="549"/>
                    </a:lnTo>
                    <a:lnTo>
                      <a:pt x="128" y="553"/>
                    </a:lnTo>
                    <a:lnTo>
                      <a:pt x="7" y="549"/>
                    </a:lnTo>
                    <a:lnTo>
                      <a:pt x="7" y="539"/>
                    </a:lnTo>
                    <a:lnTo>
                      <a:pt x="7" y="530"/>
                    </a:lnTo>
                    <a:lnTo>
                      <a:pt x="6" y="521"/>
                    </a:lnTo>
                    <a:lnTo>
                      <a:pt x="5" y="510"/>
                    </a:lnTo>
                    <a:lnTo>
                      <a:pt x="4" y="501"/>
                    </a:lnTo>
                    <a:lnTo>
                      <a:pt x="2" y="492"/>
                    </a:lnTo>
                    <a:lnTo>
                      <a:pt x="1" y="482"/>
                    </a:lnTo>
                    <a:lnTo>
                      <a:pt x="1" y="472"/>
                    </a:lnTo>
                    <a:lnTo>
                      <a:pt x="0" y="463"/>
                    </a:lnTo>
                    <a:lnTo>
                      <a:pt x="0" y="453"/>
                    </a:lnTo>
                    <a:lnTo>
                      <a:pt x="0" y="442"/>
                    </a:lnTo>
                    <a:lnTo>
                      <a:pt x="1" y="433"/>
                    </a:lnTo>
                    <a:lnTo>
                      <a:pt x="3" y="423"/>
                    </a:lnTo>
                    <a:lnTo>
                      <a:pt x="5" y="413"/>
                    </a:lnTo>
                    <a:lnTo>
                      <a:pt x="8" y="402"/>
                    </a:lnTo>
                    <a:lnTo>
                      <a:pt x="12" y="392"/>
                    </a:lnTo>
                    <a:lnTo>
                      <a:pt x="18" y="388"/>
                    </a:lnTo>
                    <a:lnTo>
                      <a:pt x="24" y="386"/>
                    </a:lnTo>
                    <a:lnTo>
                      <a:pt x="30" y="384"/>
                    </a:lnTo>
                    <a:lnTo>
                      <a:pt x="37" y="383"/>
                    </a:lnTo>
                    <a:lnTo>
                      <a:pt x="45" y="384"/>
                    </a:lnTo>
                    <a:lnTo>
                      <a:pt x="52" y="385"/>
                    </a:lnTo>
                    <a:lnTo>
                      <a:pt x="59" y="387"/>
                    </a:lnTo>
                    <a:lnTo>
                      <a:pt x="66" y="389"/>
                    </a:lnTo>
                    <a:lnTo>
                      <a:pt x="73" y="392"/>
                    </a:lnTo>
                    <a:lnTo>
                      <a:pt x="80" y="396"/>
                    </a:lnTo>
                    <a:lnTo>
                      <a:pt x="87" y="400"/>
                    </a:lnTo>
                    <a:lnTo>
                      <a:pt x="94" y="403"/>
                    </a:lnTo>
                    <a:lnTo>
                      <a:pt x="100" y="407"/>
                    </a:lnTo>
                    <a:lnTo>
                      <a:pt x="107" y="411"/>
                    </a:lnTo>
                    <a:lnTo>
                      <a:pt x="113" y="415"/>
                    </a:lnTo>
                    <a:lnTo>
                      <a:pt x="120" y="417"/>
                    </a:lnTo>
                    <a:lnTo>
                      <a:pt x="136" y="417"/>
                    </a:lnTo>
                    <a:lnTo>
                      <a:pt x="143" y="412"/>
                    </a:lnTo>
                    <a:lnTo>
                      <a:pt x="151" y="406"/>
                    </a:lnTo>
                    <a:lnTo>
                      <a:pt x="156" y="399"/>
                    </a:lnTo>
                    <a:lnTo>
                      <a:pt x="160" y="391"/>
                    </a:lnTo>
                    <a:lnTo>
                      <a:pt x="163" y="383"/>
                    </a:lnTo>
                    <a:lnTo>
                      <a:pt x="165" y="373"/>
                    </a:lnTo>
                    <a:lnTo>
                      <a:pt x="166" y="363"/>
                    </a:lnTo>
                    <a:lnTo>
                      <a:pt x="166" y="353"/>
                    </a:lnTo>
                    <a:lnTo>
                      <a:pt x="166" y="343"/>
                    </a:lnTo>
                    <a:lnTo>
                      <a:pt x="166" y="333"/>
                    </a:lnTo>
                    <a:lnTo>
                      <a:pt x="164" y="321"/>
                    </a:lnTo>
                    <a:lnTo>
                      <a:pt x="163" y="311"/>
                    </a:lnTo>
                    <a:lnTo>
                      <a:pt x="161" y="301"/>
                    </a:lnTo>
                    <a:lnTo>
                      <a:pt x="159" y="290"/>
                    </a:lnTo>
                    <a:lnTo>
                      <a:pt x="158" y="280"/>
                    </a:lnTo>
                    <a:lnTo>
                      <a:pt x="156" y="270"/>
                    </a:lnTo>
                    <a:lnTo>
                      <a:pt x="39" y="241"/>
                    </a:lnTo>
                    <a:lnTo>
                      <a:pt x="63" y="135"/>
                    </a:lnTo>
                    <a:lnTo>
                      <a:pt x="71" y="135"/>
                    </a:lnTo>
                    <a:lnTo>
                      <a:pt x="79" y="136"/>
                    </a:lnTo>
                    <a:lnTo>
                      <a:pt x="87" y="137"/>
                    </a:lnTo>
                    <a:lnTo>
                      <a:pt x="96" y="139"/>
                    </a:lnTo>
                    <a:lnTo>
                      <a:pt x="104" y="141"/>
                    </a:lnTo>
                    <a:lnTo>
                      <a:pt x="113" y="143"/>
                    </a:lnTo>
                    <a:lnTo>
                      <a:pt x="120" y="144"/>
                    </a:lnTo>
                    <a:lnTo>
                      <a:pt x="129" y="146"/>
                    </a:lnTo>
                    <a:lnTo>
                      <a:pt x="137" y="147"/>
                    </a:lnTo>
                    <a:lnTo>
                      <a:pt x="146" y="147"/>
                    </a:lnTo>
                    <a:lnTo>
                      <a:pt x="154" y="147"/>
                    </a:lnTo>
                    <a:lnTo>
                      <a:pt x="162" y="146"/>
                    </a:lnTo>
                    <a:lnTo>
                      <a:pt x="170" y="144"/>
                    </a:lnTo>
                    <a:lnTo>
                      <a:pt x="177" y="141"/>
                    </a:lnTo>
                    <a:lnTo>
                      <a:pt x="185" y="136"/>
                    </a:lnTo>
                    <a:lnTo>
                      <a:pt x="192" y="132"/>
                    </a:lnTo>
                    <a:lnTo>
                      <a:pt x="195" y="128"/>
                    </a:lnTo>
                    <a:lnTo>
                      <a:pt x="197" y="125"/>
                    </a:lnTo>
                    <a:lnTo>
                      <a:pt x="200" y="121"/>
                    </a:lnTo>
                    <a:lnTo>
                      <a:pt x="204" y="118"/>
                    </a:lnTo>
                    <a:lnTo>
                      <a:pt x="206" y="114"/>
                    </a:lnTo>
                    <a:lnTo>
                      <a:pt x="210" y="108"/>
                    </a:lnTo>
                    <a:lnTo>
                      <a:pt x="212" y="104"/>
                    </a:lnTo>
                    <a:lnTo>
                      <a:pt x="216" y="97"/>
                    </a:lnTo>
                    <a:lnTo>
                      <a:pt x="216" y="92"/>
                    </a:lnTo>
                    <a:lnTo>
                      <a:pt x="214" y="86"/>
                    </a:lnTo>
                    <a:lnTo>
                      <a:pt x="214" y="80"/>
                    </a:lnTo>
                    <a:lnTo>
                      <a:pt x="212" y="76"/>
                    </a:lnTo>
                    <a:lnTo>
                      <a:pt x="211" y="69"/>
                    </a:lnTo>
                    <a:lnTo>
                      <a:pt x="210" y="65"/>
                    </a:lnTo>
                    <a:lnTo>
                      <a:pt x="209" y="58"/>
                    </a:lnTo>
                    <a:lnTo>
                      <a:pt x="208" y="53"/>
                    </a:lnTo>
                    <a:lnTo>
                      <a:pt x="207" y="47"/>
                    </a:lnTo>
                    <a:lnTo>
                      <a:pt x="206" y="41"/>
                    </a:lnTo>
                    <a:lnTo>
                      <a:pt x="206" y="35"/>
                    </a:lnTo>
                    <a:lnTo>
                      <a:pt x="207" y="29"/>
                    </a:lnTo>
                    <a:lnTo>
                      <a:pt x="208" y="24"/>
                    </a:lnTo>
                    <a:lnTo>
                      <a:pt x="210" y="17"/>
                    </a:lnTo>
                    <a:lnTo>
                      <a:pt x="212" y="11"/>
                    </a:lnTo>
                    <a:lnTo>
                      <a:pt x="216" y="5"/>
                    </a:lnTo>
                    <a:lnTo>
                      <a:pt x="221" y="2"/>
                    </a:lnTo>
                    <a:lnTo>
                      <a:pt x="226" y="1"/>
                    </a:lnTo>
                    <a:lnTo>
                      <a:pt x="233" y="0"/>
                    </a:lnTo>
                    <a:lnTo>
                      <a:pt x="239" y="0"/>
                    </a:lnTo>
                    <a:lnTo>
                      <a:pt x="245" y="0"/>
                    </a:lnTo>
                    <a:lnTo>
                      <a:pt x="251" y="0"/>
                    </a:lnTo>
                    <a:lnTo>
                      <a:pt x="258" y="1"/>
                    </a:lnTo>
                    <a:lnTo>
                      <a:pt x="264" y="3"/>
                    </a:lnTo>
                    <a:lnTo>
                      <a:pt x="272" y="5"/>
                    </a:lnTo>
                    <a:lnTo>
                      <a:pt x="278" y="8"/>
                    </a:lnTo>
                    <a:lnTo>
                      <a:pt x="284" y="11"/>
                    </a:lnTo>
                    <a:lnTo>
                      <a:pt x="290" y="13"/>
                    </a:lnTo>
                    <a:lnTo>
                      <a:pt x="296" y="17"/>
                    </a:lnTo>
                    <a:lnTo>
                      <a:pt x="302" y="21"/>
                    </a:lnTo>
                    <a:lnTo>
                      <a:pt x="307" y="26"/>
                    </a:lnTo>
                    <a:lnTo>
                      <a:pt x="311" y="30"/>
                    </a:lnTo>
                    <a:lnTo>
                      <a:pt x="316" y="38"/>
                    </a:lnTo>
                    <a:lnTo>
                      <a:pt x="318" y="44"/>
                    </a:lnTo>
                    <a:lnTo>
                      <a:pt x="319" y="52"/>
                    </a:lnTo>
                    <a:lnTo>
                      <a:pt x="318" y="59"/>
                    </a:lnTo>
                    <a:lnTo>
                      <a:pt x="317" y="66"/>
                    </a:lnTo>
                    <a:lnTo>
                      <a:pt x="314" y="73"/>
                    </a:lnTo>
                    <a:lnTo>
                      <a:pt x="311" y="80"/>
                    </a:lnTo>
                    <a:lnTo>
                      <a:pt x="308" y="87"/>
                    </a:lnTo>
                    <a:lnTo>
                      <a:pt x="304" y="94"/>
                    </a:lnTo>
                    <a:lnTo>
                      <a:pt x="301" y="102"/>
                    </a:lnTo>
                    <a:lnTo>
                      <a:pt x="297" y="110"/>
                    </a:lnTo>
                    <a:lnTo>
                      <a:pt x="294" y="118"/>
                    </a:lnTo>
                    <a:lnTo>
                      <a:pt x="294" y="125"/>
                    </a:lnTo>
                    <a:lnTo>
                      <a:pt x="293" y="133"/>
                    </a:lnTo>
                    <a:lnTo>
                      <a:pt x="294" y="140"/>
                    </a:lnTo>
                    <a:lnTo>
                      <a:pt x="295" y="147"/>
                    </a:lnTo>
                    <a:lnTo>
                      <a:pt x="302" y="158"/>
                    </a:lnTo>
                    <a:lnTo>
                      <a:pt x="309" y="165"/>
                    </a:lnTo>
                    <a:lnTo>
                      <a:pt x="317" y="172"/>
                    </a:lnTo>
                    <a:lnTo>
                      <a:pt x="327" y="176"/>
                    </a:lnTo>
                    <a:lnTo>
                      <a:pt x="337" y="181"/>
                    </a:lnTo>
                    <a:lnTo>
                      <a:pt x="347" y="183"/>
                    </a:lnTo>
                    <a:lnTo>
                      <a:pt x="357" y="186"/>
                    </a:lnTo>
                    <a:lnTo>
                      <a:pt x="369" y="187"/>
                    </a:lnTo>
                    <a:lnTo>
                      <a:pt x="380" y="188"/>
                    </a:lnTo>
                    <a:lnTo>
                      <a:pt x="392" y="188"/>
                    </a:lnTo>
                    <a:lnTo>
                      <a:pt x="403" y="189"/>
                    </a:lnTo>
                    <a:lnTo>
                      <a:pt x="415" y="189"/>
                    </a:lnTo>
                    <a:lnTo>
                      <a:pt x="427" y="190"/>
                    </a:lnTo>
                    <a:lnTo>
                      <a:pt x="438" y="191"/>
                    </a:lnTo>
                    <a:lnTo>
                      <a:pt x="450" y="192"/>
                    </a:lnTo>
                    <a:lnTo>
                      <a:pt x="461" y="195"/>
                    </a:lnTo>
                    <a:lnTo>
                      <a:pt x="431" y="329"/>
                    </a:lnTo>
                    <a:lnTo>
                      <a:pt x="424" y="334"/>
                    </a:lnTo>
                    <a:lnTo>
                      <a:pt x="416" y="336"/>
                    </a:lnTo>
                    <a:lnTo>
                      <a:pt x="408" y="338"/>
                    </a:lnTo>
                    <a:lnTo>
                      <a:pt x="401" y="338"/>
                    </a:lnTo>
                    <a:lnTo>
                      <a:pt x="393" y="337"/>
                    </a:lnTo>
                    <a:lnTo>
                      <a:pt x="385" y="336"/>
                    </a:lnTo>
                    <a:lnTo>
                      <a:pt x="377" y="334"/>
                    </a:lnTo>
                    <a:lnTo>
                      <a:pt x="370" y="331"/>
                    </a:lnTo>
                    <a:lnTo>
                      <a:pt x="361" y="327"/>
                    </a:lnTo>
                    <a:lnTo>
                      <a:pt x="353" y="325"/>
                    </a:lnTo>
                    <a:lnTo>
                      <a:pt x="345" y="321"/>
                    </a:lnTo>
                    <a:lnTo>
                      <a:pt x="337" y="319"/>
                    </a:lnTo>
                    <a:lnTo>
                      <a:pt x="328" y="317"/>
                    </a:lnTo>
                    <a:lnTo>
                      <a:pt x="320" y="316"/>
                    </a:lnTo>
                    <a:lnTo>
                      <a:pt x="311" y="315"/>
                    </a:lnTo>
                    <a:lnTo>
                      <a:pt x="303" y="316"/>
                    </a:lnTo>
                    <a:lnTo>
                      <a:pt x="297" y="319"/>
                    </a:lnTo>
                    <a:lnTo>
                      <a:pt x="291" y="323"/>
                    </a:lnTo>
                    <a:lnTo>
                      <a:pt x="286" y="327"/>
                    </a:lnTo>
                    <a:lnTo>
                      <a:pt x="281" y="333"/>
                    </a:lnTo>
                    <a:lnTo>
                      <a:pt x="277" y="339"/>
                    </a:lnTo>
                    <a:lnTo>
                      <a:pt x="274" y="346"/>
                    </a:lnTo>
                    <a:lnTo>
                      <a:pt x="271" y="353"/>
                    </a:lnTo>
                    <a:lnTo>
                      <a:pt x="268" y="361"/>
                    </a:lnTo>
                    <a:lnTo>
                      <a:pt x="266" y="368"/>
                    </a:lnTo>
                    <a:lnTo>
                      <a:pt x="264" y="376"/>
                    </a:lnTo>
                    <a:lnTo>
                      <a:pt x="264" y="385"/>
                    </a:lnTo>
                    <a:lnTo>
                      <a:pt x="263" y="393"/>
                    </a:lnTo>
                    <a:lnTo>
                      <a:pt x="263" y="402"/>
                    </a:lnTo>
                    <a:lnTo>
                      <a:pt x="263" y="410"/>
                    </a:lnTo>
                    <a:lnTo>
                      <a:pt x="264" y="418"/>
                    </a:lnTo>
                    <a:lnTo>
                      <a:pt x="264" y="427"/>
                    </a:lnTo>
                    <a:lnTo>
                      <a:pt x="268" y="438"/>
                    </a:lnTo>
                    <a:lnTo>
                      <a:pt x="273" y="446"/>
                    </a:lnTo>
                    <a:lnTo>
                      <a:pt x="279" y="454"/>
                    </a:lnTo>
                    <a:lnTo>
                      <a:pt x="286" y="457"/>
                    </a:lnTo>
                    <a:lnTo>
                      <a:pt x="293" y="461"/>
                    </a:lnTo>
                    <a:lnTo>
                      <a:pt x="300" y="463"/>
                    </a:lnTo>
                    <a:lnTo>
                      <a:pt x="308" y="464"/>
                    </a:lnTo>
                    <a:lnTo>
                      <a:pt x="317" y="464"/>
                    </a:lnTo>
                    <a:lnTo>
                      <a:pt x="326" y="463"/>
                    </a:lnTo>
                    <a:lnTo>
                      <a:pt x="335" y="463"/>
                    </a:lnTo>
                    <a:lnTo>
                      <a:pt x="344" y="462"/>
                    </a:lnTo>
                    <a:lnTo>
                      <a:pt x="354" y="463"/>
                    </a:lnTo>
                    <a:lnTo>
                      <a:pt x="363" y="463"/>
                    </a:lnTo>
                    <a:lnTo>
                      <a:pt x="373" y="465"/>
                    </a:lnTo>
                    <a:lnTo>
                      <a:pt x="383" y="468"/>
                    </a:lnTo>
                    <a:lnTo>
                      <a:pt x="392" y="473"/>
                    </a:lnTo>
                    <a:lnTo>
                      <a:pt x="395" y="482"/>
                    </a:lnTo>
                    <a:lnTo>
                      <a:pt x="398" y="491"/>
                    </a:lnTo>
                    <a:lnTo>
                      <a:pt x="400" y="499"/>
                    </a:lnTo>
                    <a:lnTo>
                      <a:pt x="401" y="509"/>
                    </a:lnTo>
                    <a:lnTo>
                      <a:pt x="403" y="518"/>
                    </a:lnTo>
                    <a:lnTo>
                      <a:pt x="404" y="527"/>
                    </a:lnTo>
                    <a:lnTo>
                      <a:pt x="404" y="536"/>
                    </a:lnTo>
                    <a:lnTo>
                      <a:pt x="403" y="547"/>
                    </a:lnTo>
                    <a:lnTo>
                      <a:pt x="403" y="555"/>
                    </a:lnTo>
                    <a:lnTo>
                      <a:pt x="401" y="564"/>
                    </a:lnTo>
                    <a:lnTo>
                      <a:pt x="400" y="574"/>
                    </a:lnTo>
                    <a:lnTo>
                      <a:pt x="398" y="583"/>
                    </a:lnTo>
                    <a:lnTo>
                      <a:pt x="396" y="591"/>
                    </a:lnTo>
                    <a:lnTo>
                      <a:pt x="393" y="600"/>
                    </a:lnTo>
                    <a:lnTo>
                      <a:pt x="391" y="608"/>
                    </a:lnTo>
                    <a:lnTo>
                      <a:pt x="388" y="617"/>
                    </a:lnTo>
                    <a:lnTo>
                      <a:pt x="384" y="617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4" name="Google Shape;194;p24"/>
              <p:cNvSpPr/>
              <p:nvPr/>
            </p:nvSpPr>
            <p:spPr>
              <a:xfrm>
                <a:off x="89027" y="2084769"/>
                <a:ext cx="990600" cy="588963"/>
              </a:xfrm>
              <a:custGeom>
                <a:pathLst>
                  <a:path extrusionOk="0" h="371" w="624">
                    <a:moveTo>
                      <a:pt x="191" y="370"/>
                    </a:moveTo>
                    <a:lnTo>
                      <a:pt x="190" y="363"/>
                    </a:lnTo>
                    <a:lnTo>
                      <a:pt x="189" y="356"/>
                    </a:lnTo>
                    <a:lnTo>
                      <a:pt x="188" y="349"/>
                    </a:lnTo>
                    <a:lnTo>
                      <a:pt x="186" y="342"/>
                    </a:lnTo>
                    <a:lnTo>
                      <a:pt x="185" y="335"/>
                    </a:lnTo>
                    <a:lnTo>
                      <a:pt x="182" y="328"/>
                    </a:lnTo>
                    <a:lnTo>
                      <a:pt x="181" y="321"/>
                    </a:lnTo>
                    <a:lnTo>
                      <a:pt x="178" y="315"/>
                    </a:lnTo>
                    <a:lnTo>
                      <a:pt x="175" y="308"/>
                    </a:lnTo>
                    <a:lnTo>
                      <a:pt x="171" y="302"/>
                    </a:lnTo>
                    <a:lnTo>
                      <a:pt x="167" y="296"/>
                    </a:lnTo>
                    <a:lnTo>
                      <a:pt x="162" y="290"/>
                    </a:lnTo>
                    <a:lnTo>
                      <a:pt x="156" y="285"/>
                    </a:lnTo>
                    <a:lnTo>
                      <a:pt x="149" y="280"/>
                    </a:lnTo>
                    <a:lnTo>
                      <a:pt x="143" y="276"/>
                    </a:lnTo>
                    <a:lnTo>
                      <a:pt x="134" y="273"/>
                    </a:lnTo>
                    <a:lnTo>
                      <a:pt x="131" y="271"/>
                    </a:lnTo>
                    <a:lnTo>
                      <a:pt x="128" y="270"/>
                    </a:lnTo>
                    <a:lnTo>
                      <a:pt x="124" y="270"/>
                    </a:lnTo>
                    <a:lnTo>
                      <a:pt x="121" y="270"/>
                    </a:lnTo>
                    <a:lnTo>
                      <a:pt x="117" y="270"/>
                    </a:lnTo>
                    <a:lnTo>
                      <a:pt x="113" y="271"/>
                    </a:lnTo>
                    <a:lnTo>
                      <a:pt x="109" y="270"/>
                    </a:lnTo>
                    <a:lnTo>
                      <a:pt x="104" y="269"/>
                    </a:lnTo>
                    <a:lnTo>
                      <a:pt x="22" y="307"/>
                    </a:lnTo>
                    <a:lnTo>
                      <a:pt x="19" y="304"/>
                    </a:lnTo>
                    <a:lnTo>
                      <a:pt x="15" y="300"/>
                    </a:lnTo>
                    <a:lnTo>
                      <a:pt x="13" y="296"/>
                    </a:lnTo>
                    <a:lnTo>
                      <a:pt x="10" y="290"/>
                    </a:lnTo>
                    <a:lnTo>
                      <a:pt x="9" y="286"/>
                    </a:lnTo>
                    <a:lnTo>
                      <a:pt x="6" y="280"/>
                    </a:lnTo>
                    <a:lnTo>
                      <a:pt x="5" y="275"/>
                    </a:lnTo>
                    <a:lnTo>
                      <a:pt x="4" y="270"/>
                    </a:lnTo>
                    <a:lnTo>
                      <a:pt x="3" y="264"/>
                    </a:lnTo>
                    <a:lnTo>
                      <a:pt x="2" y="258"/>
                    </a:lnTo>
                    <a:lnTo>
                      <a:pt x="0" y="252"/>
                    </a:lnTo>
                    <a:lnTo>
                      <a:pt x="0" y="246"/>
                    </a:lnTo>
                    <a:lnTo>
                      <a:pt x="0" y="241"/>
                    </a:lnTo>
                    <a:lnTo>
                      <a:pt x="0" y="236"/>
                    </a:lnTo>
                    <a:lnTo>
                      <a:pt x="0" y="229"/>
                    </a:lnTo>
                    <a:lnTo>
                      <a:pt x="0" y="224"/>
                    </a:lnTo>
                    <a:lnTo>
                      <a:pt x="0" y="221"/>
                    </a:lnTo>
                    <a:lnTo>
                      <a:pt x="2" y="217"/>
                    </a:lnTo>
                    <a:lnTo>
                      <a:pt x="4" y="214"/>
                    </a:lnTo>
                    <a:lnTo>
                      <a:pt x="6" y="211"/>
                    </a:lnTo>
                    <a:lnTo>
                      <a:pt x="9" y="208"/>
                    </a:lnTo>
                    <a:lnTo>
                      <a:pt x="12" y="206"/>
                    </a:lnTo>
                    <a:lnTo>
                      <a:pt x="16" y="203"/>
                    </a:lnTo>
                    <a:lnTo>
                      <a:pt x="22" y="200"/>
                    </a:lnTo>
                    <a:lnTo>
                      <a:pt x="28" y="200"/>
                    </a:lnTo>
                    <a:lnTo>
                      <a:pt x="33" y="200"/>
                    </a:lnTo>
                    <a:lnTo>
                      <a:pt x="40" y="200"/>
                    </a:lnTo>
                    <a:lnTo>
                      <a:pt x="47" y="200"/>
                    </a:lnTo>
                    <a:lnTo>
                      <a:pt x="53" y="200"/>
                    </a:lnTo>
                    <a:lnTo>
                      <a:pt x="60" y="201"/>
                    </a:lnTo>
                    <a:lnTo>
                      <a:pt x="67" y="204"/>
                    </a:lnTo>
                    <a:lnTo>
                      <a:pt x="74" y="207"/>
                    </a:lnTo>
                    <a:lnTo>
                      <a:pt x="81" y="208"/>
                    </a:lnTo>
                    <a:lnTo>
                      <a:pt x="90" y="208"/>
                    </a:lnTo>
                    <a:lnTo>
                      <a:pt x="97" y="207"/>
                    </a:lnTo>
                    <a:lnTo>
                      <a:pt x="105" y="204"/>
                    </a:lnTo>
                    <a:lnTo>
                      <a:pt x="113" y="200"/>
                    </a:lnTo>
                    <a:lnTo>
                      <a:pt x="119" y="196"/>
                    </a:lnTo>
                    <a:lnTo>
                      <a:pt x="126" y="190"/>
                    </a:lnTo>
                    <a:lnTo>
                      <a:pt x="131" y="183"/>
                    </a:lnTo>
                    <a:lnTo>
                      <a:pt x="127" y="35"/>
                    </a:lnTo>
                    <a:lnTo>
                      <a:pt x="133" y="35"/>
                    </a:lnTo>
                    <a:lnTo>
                      <a:pt x="138" y="34"/>
                    </a:lnTo>
                    <a:lnTo>
                      <a:pt x="144" y="33"/>
                    </a:lnTo>
                    <a:lnTo>
                      <a:pt x="150" y="32"/>
                    </a:lnTo>
                    <a:lnTo>
                      <a:pt x="156" y="31"/>
                    </a:lnTo>
                    <a:lnTo>
                      <a:pt x="162" y="30"/>
                    </a:lnTo>
                    <a:lnTo>
                      <a:pt x="168" y="29"/>
                    </a:lnTo>
                    <a:lnTo>
                      <a:pt x="174" y="28"/>
                    </a:lnTo>
                    <a:lnTo>
                      <a:pt x="181" y="28"/>
                    </a:lnTo>
                    <a:lnTo>
                      <a:pt x="186" y="28"/>
                    </a:lnTo>
                    <a:lnTo>
                      <a:pt x="193" y="28"/>
                    </a:lnTo>
                    <a:lnTo>
                      <a:pt x="199" y="30"/>
                    </a:lnTo>
                    <a:lnTo>
                      <a:pt x="206" y="31"/>
                    </a:lnTo>
                    <a:lnTo>
                      <a:pt x="211" y="34"/>
                    </a:lnTo>
                    <a:lnTo>
                      <a:pt x="218" y="37"/>
                    </a:lnTo>
                    <a:lnTo>
                      <a:pt x="225" y="41"/>
                    </a:lnTo>
                    <a:lnTo>
                      <a:pt x="228" y="48"/>
                    </a:lnTo>
                    <a:lnTo>
                      <a:pt x="230" y="57"/>
                    </a:lnTo>
                    <a:lnTo>
                      <a:pt x="232" y="65"/>
                    </a:lnTo>
                    <a:lnTo>
                      <a:pt x="234" y="73"/>
                    </a:lnTo>
                    <a:lnTo>
                      <a:pt x="234" y="82"/>
                    </a:lnTo>
                    <a:lnTo>
                      <a:pt x="235" y="91"/>
                    </a:lnTo>
                    <a:lnTo>
                      <a:pt x="236" y="99"/>
                    </a:lnTo>
                    <a:lnTo>
                      <a:pt x="238" y="108"/>
                    </a:lnTo>
                    <a:lnTo>
                      <a:pt x="239" y="116"/>
                    </a:lnTo>
                    <a:lnTo>
                      <a:pt x="242" y="124"/>
                    </a:lnTo>
                    <a:lnTo>
                      <a:pt x="245" y="131"/>
                    </a:lnTo>
                    <a:lnTo>
                      <a:pt x="249" y="138"/>
                    </a:lnTo>
                    <a:lnTo>
                      <a:pt x="256" y="145"/>
                    </a:lnTo>
                    <a:lnTo>
                      <a:pt x="263" y="150"/>
                    </a:lnTo>
                    <a:lnTo>
                      <a:pt x="273" y="155"/>
                    </a:lnTo>
                    <a:lnTo>
                      <a:pt x="284" y="159"/>
                    </a:lnTo>
                    <a:lnTo>
                      <a:pt x="293" y="159"/>
                    </a:lnTo>
                    <a:lnTo>
                      <a:pt x="303" y="159"/>
                    </a:lnTo>
                    <a:lnTo>
                      <a:pt x="314" y="158"/>
                    </a:lnTo>
                    <a:lnTo>
                      <a:pt x="325" y="156"/>
                    </a:lnTo>
                    <a:lnTo>
                      <a:pt x="335" y="152"/>
                    </a:lnTo>
                    <a:lnTo>
                      <a:pt x="345" y="148"/>
                    </a:lnTo>
                    <a:lnTo>
                      <a:pt x="353" y="142"/>
                    </a:lnTo>
                    <a:lnTo>
                      <a:pt x="359" y="134"/>
                    </a:lnTo>
                    <a:lnTo>
                      <a:pt x="363" y="129"/>
                    </a:lnTo>
                    <a:lnTo>
                      <a:pt x="365" y="124"/>
                    </a:lnTo>
                    <a:lnTo>
                      <a:pt x="366" y="119"/>
                    </a:lnTo>
                    <a:lnTo>
                      <a:pt x="366" y="113"/>
                    </a:lnTo>
                    <a:lnTo>
                      <a:pt x="366" y="108"/>
                    </a:lnTo>
                    <a:lnTo>
                      <a:pt x="365" y="102"/>
                    </a:lnTo>
                    <a:lnTo>
                      <a:pt x="364" y="96"/>
                    </a:lnTo>
                    <a:lnTo>
                      <a:pt x="361" y="91"/>
                    </a:lnTo>
                    <a:lnTo>
                      <a:pt x="359" y="86"/>
                    </a:lnTo>
                    <a:lnTo>
                      <a:pt x="357" y="79"/>
                    </a:lnTo>
                    <a:lnTo>
                      <a:pt x="354" y="73"/>
                    </a:lnTo>
                    <a:lnTo>
                      <a:pt x="354" y="68"/>
                    </a:lnTo>
                    <a:lnTo>
                      <a:pt x="352" y="62"/>
                    </a:lnTo>
                    <a:lnTo>
                      <a:pt x="351" y="57"/>
                    </a:lnTo>
                    <a:lnTo>
                      <a:pt x="351" y="51"/>
                    </a:lnTo>
                    <a:lnTo>
                      <a:pt x="352" y="44"/>
                    </a:lnTo>
                    <a:lnTo>
                      <a:pt x="357" y="39"/>
                    </a:lnTo>
                    <a:lnTo>
                      <a:pt x="363" y="34"/>
                    </a:lnTo>
                    <a:lnTo>
                      <a:pt x="369" y="30"/>
                    </a:lnTo>
                    <a:lnTo>
                      <a:pt x="376" y="26"/>
                    </a:lnTo>
                    <a:lnTo>
                      <a:pt x="383" y="22"/>
                    </a:lnTo>
                    <a:lnTo>
                      <a:pt x="391" y="19"/>
                    </a:lnTo>
                    <a:lnTo>
                      <a:pt x="398" y="17"/>
                    </a:lnTo>
                    <a:lnTo>
                      <a:pt x="407" y="14"/>
                    </a:lnTo>
                    <a:lnTo>
                      <a:pt x="414" y="12"/>
                    </a:lnTo>
                    <a:lnTo>
                      <a:pt x="422" y="10"/>
                    </a:lnTo>
                    <a:lnTo>
                      <a:pt x="431" y="9"/>
                    </a:lnTo>
                    <a:lnTo>
                      <a:pt x="439" y="7"/>
                    </a:lnTo>
                    <a:lnTo>
                      <a:pt x="448" y="5"/>
                    </a:lnTo>
                    <a:lnTo>
                      <a:pt x="456" y="3"/>
                    </a:lnTo>
                    <a:lnTo>
                      <a:pt x="464" y="2"/>
                    </a:lnTo>
                    <a:lnTo>
                      <a:pt x="472" y="0"/>
                    </a:lnTo>
                    <a:lnTo>
                      <a:pt x="474" y="5"/>
                    </a:lnTo>
                    <a:lnTo>
                      <a:pt x="476" y="11"/>
                    </a:lnTo>
                    <a:lnTo>
                      <a:pt x="477" y="17"/>
                    </a:lnTo>
                    <a:lnTo>
                      <a:pt x="478" y="24"/>
                    </a:lnTo>
                    <a:lnTo>
                      <a:pt x="478" y="30"/>
                    </a:lnTo>
                    <a:lnTo>
                      <a:pt x="479" y="37"/>
                    </a:lnTo>
                    <a:lnTo>
                      <a:pt x="479" y="44"/>
                    </a:lnTo>
                    <a:lnTo>
                      <a:pt x="479" y="51"/>
                    </a:lnTo>
                    <a:lnTo>
                      <a:pt x="479" y="57"/>
                    </a:lnTo>
                    <a:lnTo>
                      <a:pt x="481" y="64"/>
                    </a:lnTo>
                    <a:lnTo>
                      <a:pt x="483" y="70"/>
                    </a:lnTo>
                    <a:lnTo>
                      <a:pt x="485" y="76"/>
                    </a:lnTo>
                    <a:lnTo>
                      <a:pt x="488" y="82"/>
                    </a:lnTo>
                    <a:lnTo>
                      <a:pt x="493" y="88"/>
                    </a:lnTo>
                    <a:lnTo>
                      <a:pt x="499" y="92"/>
                    </a:lnTo>
                    <a:lnTo>
                      <a:pt x="507" y="97"/>
                    </a:lnTo>
                    <a:lnTo>
                      <a:pt x="512" y="99"/>
                    </a:lnTo>
                    <a:lnTo>
                      <a:pt x="517" y="101"/>
                    </a:lnTo>
                    <a:lnTo>
                      <a:pt x="523" y="102"/>
                    </a:lnTo>
                    <a:lnTo>
                      <a:pt x="529" y="102"/>
                    </a:lnTo>
                    <a:lnTo>
                      <a:pt x="535" y="101"/>
                    </a:lnTo>
                    <a:lnTo>
                      <a:pt x="541" y="99"/>
                    </a:lnTo>
                    <a:lnTo>
                      <a:pt x="547" y="98"/>
                    </a:lnTo>
                    <a:lnTo>
                      <a:pt x="554" y="97"/>
                    </a:lnTo>
                    <a:lnTo>
                      <a:pt x="560" y="95"/>
                    </a:lnTo>
                    <a:lnTo>
                      <a:pt x="566" y="94"/>
                    </a:lnTo>
                    <a:lnTo>
                      <a:pt x="572" y="92"/>
                    </a:lnTo>
                    <a:lnTo>
                      <a:pt x="579" y="92"/>
                    </a:lnTo>
                    <a:lnTo>
                      <a:pt x="584" y="92"/>
                    </a:lnTo>
                    <a:lnTo>
                      <a:pt x="591" y="92"/>
                    </a:lnTo>
                    <a:lnTo>
                      <a:pt x="598" y="94"/>
                    </a:lnTo>
                    <a:lnTo>
                      <a:pt x="603" y="97"/>
                    </a:lnTo>
                    <a:lnTo>
                      <a:pt x="610" y="102"/>
                    </a:lnTo>
                    <a:lnTo>
                      <a:pt x="614" y="109"/>
                    </a:lnTo>
                    <a:lnTo>
                      <a:pt x="618" y="117"/>
                    </a:lnTo>
                    <a:lnTo>
                      <a:pt x="620" y="125"/>
                    </a:lnTo>
                    <a:lnTo>
                      <a:pt x="621" y="133"/>
                    </a:lnTo>
                    <a:lnTo>
                      <a:pt x="622" y="142"/>
                    </a:lnTo>
                    <a:lnTo>
                      <a:pt x="623" y="151"/>
                    </a:lnTo>
                    <a:lnTo>
                      <a:pt x="623" y="159"/>
                    </a:lnTo>
                    <a:lnTo>
                      <a:pt x="621" y="162"/>
                    </a:lnTo>
                    <a:lnTo>
                      <a:pt x="619" y="165"/>
                    </a:lnTo>
                    <a:lnTo>
                      <a:pt x="618" y="169"/>
                    </a:lnTo>
                    <a:lnTo>
                      <a:pt x="615" y="172"/>
                    </a:lnTo>
                    <a:lnTo>
                      <a:pt x="612" y="175"/>
                    </a:lnTo>
                    <a:lnTo>
                      <a:pt x="608" y="178"/>
                    </a:lnTo>
                    <a:lnTo>
                      <a:pt x="604" y="181"/>
                    </a:lnTo>
                    <a:lnTo>
                      <a:pt x="599" y="183"/>
                    </a:lnTo>
                    <a:lnTo>
                      <a:pt x="591" y="184"/>
                    </a:lnTo>
                    <a:lnTo>
                      <a:pt x="582" y="184"/>
                    </a:lnTo>
                    <a:lnTo>
                      <a:pt x="573" y="183"/>
                    </a:lnTo>
                    <a:lnTo>
                      <a:pt x="564" y="182"/>
                    </a:lnTo>
                    <a:lnTo>
                      <a:pt x="554" y="181"/>
                    </a:lnTo>
                    <a:lnTo>
                      <a:pt x="545" y="182"/>
                    </a:lnTo>
                    <a:lnTo>
                      <a:pt x="535" y="183"/>
                    </a:lnTo>
                    <a:lnTo>
                      <a:pt x="524" y="186"/>
                    </a:lnTo>
                    <a:lnTo>
                      <a:pt x="523" y="188"/>
                    </a:lnTo>
                    <a:lnTo>
                      <a:pt x="521" y="191"/>
                    </a:lnTo>
                    <a:lnTo>
                      <a:pt x="519" y="192"/>
                    </a:lnTo>
                    <a:lnTo>
                      <a:pt x="517" y="194"/>
                    </a:lnTo>
                    <a:lnTo>
                      <a:pt x="514" y="197"/>
                    </a:lnTo>
                    <a:lnTo>
                      <a:pt x="512" y="199"/>
                    </a:lnTo>
                    <a:lnTo>
                      <a:pt x="509" y="203"/>
                    </a:lnTo>
                    <a:lnTo>
                      <a:pt x="507" y="207"/>
                    </a:lnTo>
                    <a:lnTo>
                      <a:pt x="524" y="331"/>
                    </a:lnTo>
                    <a:lnTo>
                      <a:pt x="519" y="333"/>
                    </a:lnTo>
                    <a:lnTo>
                      <a:pt x="512" y="335"/>
                    </a:lnTo>
                    <a:lnTo>
                      <a:pt x="507" y="338"/>
                    </a:lnTo>
                    <a:lnTo>
                      <a:pt x="500" y="339"/>
                    </a:lnTo>
                    <a:lnTo>
                      <a:pt x="493" y="341"/>
                    </a:lnTo>
                    <a:lnTo>
                      <a:pt x="486" y="342"/>
                    </a:lnTo>
                    <a:lnTo>
                      <a:pt x="479" y="343"/>
                    </a:lnTo>
                    <a:lnTo>
                      <a:pt x="471" y="344"/>
                    </a:lnTo>
                    <a:lnTo>
                      <a:pt x="464" y="344"/>
                    </a:lnTo>
                    <a:lnTo>
                      <a:pt x="456" y="344"/>
                    </a:lnTo>
                    <a:lnTo>
                      <a:pt x="449" y="344"/>
                    </a:lnTo>
                    <a:lnTo>
                      <a:pt x="441" y="344"/>
                    </a:lnTo>
                    <a:lnTo>
                      <a:pt x="433" y="342"/>
                    </a:lnTo>
                    <a:lnTo>
                      <a:pt x="426" y="341"/>
                    </a:lnTo>
                    <a:lnTo>
                      <a:pt x="419" y="340"/>
                    </a:lnTo>
                    <a:lnTo>
                      <a:pt x="412" y="338"/>
                    </a:lnTo>
                    <a:lnTo>
                      <a:pt x="408" y="333"/>
                    </a:lnTo>
                    <a:lnTo>
                      <a:pt x="405" y="328"/>
                    </a:lnTo>
                    <a:lnTo>
                      <a:pt x="403" y="322"/>
                    </a:lnTo>
                    <a:lnTo>
                      <a:pt x="402" y="316"/>
                    </a:lnTo>
                    <a:lnTo>
                      <a:pt x="402" y="311"/>
                    </a:lnTo>
                    <a:lnTo>
                      <a:pt x="401" y="306"/>
                    </a:lnTo>
                    <a:lnTo>
                      <a:pt x="401" y="300"/>
                    </a:lnTo>
                    <a:lnTo>
                      <a:pt x="401" y="294"/>
                    </a:lnTo>
                    <a:lnTo>
                      <a:pt x="402" y="289"/>
                    </a:lnTo>
                    <a:lnTo>
                      <a:pt x="402" y="283"/>
                    </a:lnTo>
                    <a:lnTo>
                      <a:pt x="402" y="277"/>
                    </a:lnTo>
                    <a:lnTo>
                      <a:pt x="401" y="271"/>
                    </a:lnTo>
                    <a:lnTo>
                      <a:pt x="400" y="266"/>
                    </a:lnTo>
                    <a:lnTo>
                      <a:pt x="398" y="260"/>
                    </a:lnTo>
                    <a:lnTo>
                      <a:pt x="397" y="254"/>
                    </a:lnTo>
                    <a:lnTo>
                      <a:pt x="393" y="248"/>
                    </a:lnTo>
                    <a:lnTo>
                      <a:pt x="388" y="244"/>
                    </a:lnTo>
                    <a:lnTo>
                      <a:pt x="381" y="240"/>
                    </a:lnTo>
                    <a:lnTo>
                      <a:pt x="374" y="238"/>
                    </a:lnTo>
                    <a:lnTo>
                      <a:pt x="367" y="236"/>
                    </a:lnTo>
                    <a:lnTo>
                      <a:pt x="360" y="235"/>
                    </a:lnTo>
                    <a:lnTo>
                      <a:pt x="353" y="235"/>
                    </a:lnTo>
                    <a:lnTo>
                      <a:pt x="345" y="235"/>
                    </a:lnTo>
                    <a:lnTo>
                      <a:pt x="337" y="236"/>
                    </a:lnTo>
                    <a:lnTo>
                      <a:pt x="329" y="237"/>
                    </a:lnTo>
                    <a:lnTo>
                      <a:pt x="321" y="239"/>
                    </a:lnTo>
                    <a:lnTo>
                      <a:pt x="313" y="241"/>
                    </a:lnTo>
                    <a:lnTo>
                      <a:pt x="306" y="243"/>
                    </a:lnTo>
                    <a:lnTo>
                      <a:pt x="297" y="245"/>
                    </a:lnTo>
                    <a:lnTo>
                      <a:pt x="289" y="248"/>
                    </a:lnTo>
                    <a:lnTo>
                      <a:pt x="281" y="250"/>
                    </a:lnTo>
                    <a:lnTo>
                      <a:pt x="273" y="252"/>
                    </a:lnTo>
                    <a:lnTo>
                      <a:pt x="270" y="255"/>
                    </a:lnTo>
                    <a:lnTo>
                      <a:pt x="267" y="260"/>
                    </a:lnTo>
                    <a:lnTo>
                      <a:pt x="263" y="264"/>
                    </a:lnTo>
                    <a:lnTo>
                      <a:pt x="260" y="270"/>
                    </a:lnTo>
                    <a:lnTo>
                      <a:pt x="258" y="276"/>
                    </a:lnTo>
                    <a:lnTo>
                      <a:pt x="258" y="282"/>
                    </a:lnTo>
                    <a:lnTo>
                      <a:pt x="258" y="287"/>
                    </a:lnTo>
                    <a:lnTo>
                      <a:pt x="262" y="293"/>
                    </a:lnTo>
                    <a:lnTo>
                      <a:pt x="265" y="299"/>
                    </a:lnTo>
                    <a:lnTo>
                      <a:pt x="268" y="304"/>
                    </a:lnTo>
                    <a:lnTo>
                      <a:pt x="271" y="310"/>
                    </a:lnTo>
                    <a:lnTo>
                      <a:pt x="273" y="316"/>
                    </a:lnTo>
                    <a:lnTo>
                      <a:pt x="276" y="322"/>
                    </a:lnTo>
                    <a:lnTo>
                      <a:pt x="277" y="328"/>
                    </a:lnTo>
                    <a:lnTo>
                      <a:pt x="277" y="334"/>
                    </a:lnTo>
                    <a:lnTo>
                      <a:pt x="277" y="341"/>
                    </a:lnTo>
                    <a:lnTo>
                      <a:pt x="266" y="355"/>
                    </a:lnTo>
                    <a:lnTo>
                      <a:pt x="257" y="360"/>
                    </a:lnTo>
                    <a:lnTo>
                      <a:pt x="248" y="362"/>
                    </a:lnTo>
                    <a:lnTo>
                      <a:pt x="239" y="363"/>
                    </a:lnTo>
                    <a:lnTo>
                      <a:pt x="230" y="363"/>
                    </a:lnTo>
                    <a:lnTo>
                      <a:pt x="220" y="364"/>
                    </a:lnTo>
                    <a:lnTo>
                      <a:pt x="210" y="364"/>
                    </a:lnTo>
                    <a:lnTo>
                      <a:pt x="201" y="366"/>
                    </a:lnTo>
                    <a:lnTo>
                      <a:pt x="191" y="37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5" name="Google Shape;195;p24"/>
              <p:cNvSpPr/>
              <p:nvPr/>
            </p:nvSpPr>
            <p:spPr>
              <a:xfrm>
                <a:off x="12827" y="1132269"/>
                <a:ext cx="803275" cy="746125"/>
              </a:xfrm>
              <a:custGeom>
                <a:pathLst>
                  <a:path extrusionOk="0" h="470" w="506">
                    <a:moveTo>
                      <a:pt x="252" y="469"/>
                    </a:moveTo>
                    <a:lnTo>
                      <a:pt x="245" y="463"/>
                    </a:lnTo>
                    <a:lnTo>
                      <a:pt x="237" y="458"/>
                    </a:lnTo>
                    <a:lnTo>
                      <a:pt x="229" y="453"/>
                    </a:lnTo>
                    <a:lnTo>
                      <a:pt x="221" y="447"/>
                    </a:lnTo>
                    <a:lnTo>
                      <a:pt x="214" y="441"/>
                    </a:lnTo>
                    <a:lnTo>
                      <a:pt x="207" y="435"/>
                    </a:lnTo>
                    <a:lnTo>
                      <a:pt x="200" y="429"/>
                    </a:lnTo>
                    <a:lnTo>
                      <a:pt x="193" y="423"/>
                    </a:lnTo>
                    <a:lnTo>
                      <a:pt x="187" y="416"/>
                    </a:lnTo>
                    <a:lnTo>
                      <a:pt x="181" y="409"/>
                    </a:lnTo>
                    <a:lnTo>
                      <a:pt x="175" y="402"/>
                    </a:lnTo>
                    <a:lnTo>
                      <a:pt x="171" y="394"/>
                    </a:lnTo>
                    <a:lnTo>
                      <a:pt x="166" y="386"/>
                    </a:lnTo>
                    <a:lnTo>
                      <a:pt x="162" y="377"/>
                    </a:lnTo>
                    <a:lnTo>
                      <a:pt x="158" y="368"/>
                    </a:lnTo>
                    <a:lnTo>
                      <a:pt x="156" y="359"/>
                    </a:lnTo>
                    <a:lnTo>
                      <a:pt x="245" y="290"/>
                    </a:lnTo>
                    <a:lnTo>
                      <a:pt x="242" y="282"/>
                    </a:lnTo>
                    <a:lnTo>
                      <a:pt x="241" y="275"/>
                    </a:lnTo>
                    <a:lnTo>
                      <a:pt x="237" y="267"/>
                    </a:lnTo>
                    <a:lnTo>
                      <a:pt x="233" y="261"/>
                    </a:lnTo>
                    <a:lnTo>
                      <a:pt x="229" y="254"/>
                    </a:lnTo>
                    <a:lnTo>
                      <a:pt x="224" y="248"/>
                    </a:lnTo>
                    <a:lnTo>
                      <a:pt x="218" y="242"/>
                    </a:lnTo>
                    <a:lnTo>
                      <a:pt x="212" y="237"/>
                    </a:lnTo>
                    <a:lnTo>
                      <a:pt x="205" y="232"/>
                    </a:lnTo>
                    <a:lnTo>
                      <a:pt x="198" y="228"/>
                    </a:lnTo>
                    <a:lnTo>
                      <a:pt x="191" y="223"/>
                    </a:lnTo>
                    <a:lnTo>
                      <a:pt x="183" y="219"/>
                    </a:lnTo>
                    <a:lnTo>
                      <a:pt x="175" y="216"/>
                    </a:lnTo>
                    <a:lnTo>
                      <a:pt x="166" y="214"/>
                    </a:lnTo>
                    <a:lnTo>
                      <a:pt x="158" y="212"/>
                    </a:lnTo>
                    <a:lnTo>
                      <a:pt x="150" y="210"/>
                    </a:lnTo>
                    <a:lnTo>
                      <a:pt x="144" y="213"/>
                    </a:lnTo>
                    <a:lnTo>
                      <a:pt x="139" y="217"/>
                    </a:lnTo>
                    <a:lnTo>
                      <a:pt x="135" y="221"/>
                    </a:lnTo>
                    <a:lnTo>
                      <a:pt x="133" y="227"/>
                    </a:lnTo>
                    <a:lnTo>
                      <a:pt x="129" y="232"/>
                    </a:lnTo>
                    <a:lnTo>
                      <a:pt x="128" y="238"/>
                    </a:lnTo>
                    <a:lnTo>
                      <a:pt x="126" y="244"/>
                    </a:lnTo>
                    <a:lnTo>
                      <a:pt x="125" y="250"/>
                    </a:lnTo>
                    <a:lnTo>
                      <a:pt x="122" y="256"/>
                    </a:lnTo>
                    <a:lnTo>
                      <a:pt x="120" y="262"/>
                    </a:lnTo>
                    <a:lnTo>
                      <a:pt x="116" y="268"/>
                    </a:lnTo>
                    <a:lnTo>
                      <a:pt x="113" y="273"/>
                    </a:lnTo>
                    <a:lnTo>
                      <a:pt x="109" y="278"/>
                    </a:lnTo>
                    <a:lnTo>
                      <a:pt x="104" y="283"/>
                    </a:lnTo>
                    <a:lnTo>
                      <a:pt x="98" y="287"/>
                    </a:lnTo>
                    <a:lnTo>
                      <a:pt x="90" y="290"/>
                    </a:lnTo>
                    <a:lnTo>
                      <a:pt x="83" y="291"/>
                    </a:lnTo>
                    <a:lnTo>
                      <a:pt x="77" y="291"/>
                    </a:lnTo>
                    <a:lnTo>
                      <a:pt x="70" y="291"/>
                    </a:lnTo>
                    <a:lnTo>
                      <a:pt x="65" y="291"/>
                    </a:lnTo>
                    <a:lnTo>
                      <a:pt x="58" y="289"/>
                    </a:lnTo>
                    <a:lnTo>
                      <a:pt x="53" y="288"/>
                    </a:lnTo>
                    <a:lnTo>
                      <a:pt x="47" y="285"/>
                    </a:lnTo>
                    <a:lnTo>
                      <a:pt x="41" y="282"/>
                    </a:lnTo>
                    <a:lnTo>
                      <a:pt x="36" y="278"/>
                    </a:lnTo>
                    <a:lnTo>
                      <a:pt x="31" y="275"/>
                    </a:lnTo>
                    <a:lnTo>
                      <a:pt x="25" y="270"/>
                    </a:lnTo>
                    <a:lnTo>
                      <a:pt x="20" y="266"/>
                    </a:lnTo>
                    <a:lnTo>
                      <a:pt x="16" y="262"/>
                    </a:lnTo>
                    <a:lnTo>
                      <a:pt x="12" y="257"/>
                    </a:lnTo>
                    <a:lnTo>
                      <a:pt x="7" y="253"/>
                    </a:lnTo>
                    <a:lnTo>
                      <a:pt x="3" y="248"/>
                    </a:lnTo>
                    <a:lnTo>
                      <a:pt x="65" y="117"/>
                    </a:lnTo>
                    <a:lnTo>
                      <a:pt x="61" y="109"/>
                    </a:lnTo>
                    <a:lnTo>
                      <a:pt x="53" y="102"/>
                    </a:lnTo>
                    <a:lnTo>
                      <a:pt x="44" y="96"/>
                    </a:lnTo>
                    <a:lnTo>
                      <a:pt x="33" y="91"/>
                    </a:lnTo>
                    <a:lnTo>
                      <a:pt x="24" y="85"/>
                    </a:lnTo>
                    <a:lnTo>
                      <a:pt x="13" y="79"/>
                    </a:lnTo>
                    <a:lnTo>
                      <a:pt x="5" y="71"/>
                    </a:lnTo>
                    <a:lnTo>
                      <a:pt x="0" y="62"/>
                    </a:lnTo>
                    <a:lnTo>
                      <a:pt x="0" y="53"/>
                    </a:lnTo>
                    <a:lnTo>
                      <a:pt x="3" y="44"/>
                    </a:lnTo>
                    <a:lnTo>
                      <a:pt x="7" y="37"/>
                    </a:lnTo>
                    <a:lnTo>
                      <a:pt x="12" y="28"/>
                    </a:lnTo>
                    <a:lnTo>
                      <a:pt x="19" y="22"/>
                    </a:lnTo>
                    <a:lnTo>
                      <a:pt x="27" y="15"/>
                    </a:lnTo>
                    <a:lnTo>
                      <a:pt x="37" y="9"/>
                    </a:lnTo>
                    <a:lnTo>
                      <a:pt x="46" y="3"/>
                    </a:lnTo>
                    <a:lnTo>
                      <a:pt x="54" y="0"/>
                    </a:lnTo>
                    <a:lnTo>
                      <a:pt x="61" y="0"/>
                    </a:lnTo>
                    <a:lnTo>
                      <a:pt x="68" y="0"/>
                    </a:lnTo>
                    <a:lnTo>
                      <a:pt x="75" y="3"/>
                    </a:lnTo>
                    <a:lnTo>
                      <a:pt x="82" y="6"/>
                    </a:lnTo>
                    <a:lnTo>
                      <a:pt x="88" y="11"/>
                    </a:lnTo>
                    <a:lnTo>
                      <a:pt x="94" y="15"/>
                    </a:lnTo>
                    <a:lnTo>
                      <a:pt x="98" y="21"/>
                    </a:lnTo>
                    <a:lnTo>
                      <a:pt x="103" y="29"/>
                    </a:lnTo>
                    <a:lnTo>
                      <a:pt x="108" y="38"/>
                    </a:lnTo>
                    <a:lnTo>
                      <a:pt x="116" y="45"/>
                    </a:lnTo>
                    <a:lnTo>
                      <a:pt x="123" y="52"/>
                    </a:lnTo>
                    <a:lnTo>
                      <a:pt x="132" y="57"/>
                    </a:lnTo>
                    <a:lnTo>
                      <a:pt x="141" y="62"/>
                    </a:lnTo>
                    <a:lnTo>
                      <a:pt x="152" y="64"/>
                    </a:lnTo>
                    <a:lnTo>
                      <a:pt x="164" y="66"/>
                    </a:lnTo>
                    <a:lnTo>
                      <a:pt x="175" y="64"/>
                    </a:lnTo>
                    <a:lnTo>
                      <a:pt x="187" y="61"/>
                    </a:lnTo>
                    <a:lnTo>
                      <a:pt x="196" y="57"/>
                    </a:lnTo>
                    <a:lnTo>
                      <a:pt x="206" y="50"/>
                    </a:lnTo>
                    <a:lnTo>
                      <a:pt x="215" y="43"/>
                    </a:lnTo>
                    <a:lnTo>
                      <a:pt x="223" y="34"/>
                    </a:lnTo>
                    <a:lnTo>
                      <a:pt x="230" y="26"/>
                    </a:lnTo>
                    <a:lnTo>
                      <a:pt x="237" y="17"/>
                    </a:lnTo>
                    <a:lnTo>
                      <a:pt x="243" y="16"/>
                    </a:lnTo>
                    <a:lnTo>
                      <a:pt x="249" y="17"/>
                    </a:lnTo>
                    <a:lnTo>
                      <a:pt x="254" y="18"/>
                    </a:lnTo>
                    <a:lnTo>
                      <a:pt x="260" y="20"/>
                    </a:lnTo>
                    <a:lnTo>
                      <a:pt x="265" y="22"/>
                    </a:lnTo>
                    <a:lnTo>
                      <a:pt x="270" y="25"/>
                    </a:lnTo>
                    <a:lnTo>
                      <a:pt x="275" y="27"/>
                    </a:lnTo>
                    <a:lnTo>
                      <a:pt x="279" y="31"/>
                    </a:lnTo>
                    <a:lnTo>
                      <a:pt x="284" y="34"/>
                    </a:lnTo>
                    <a:lnTo>
                      <a:pt x="288" y="38"/>
                    </a:lnTo>
                    <a:lnTo>
                      <a:pt x="293" y="43"/>
                    </a:lnTo>
                    <a:lnTo>
                      <a:pt x="297" y="47"/>
                    </a:lnTo>
                    <a:lnTo>
                      <a:pt x="301" y="52"/>
                    </a:lnTo>
                    <a:lnTo>
                      <a:pt x="305" y="56"/>
                    </a:lnTo>
                    <a:lnTo>
                      <a:pt x="309" y="61"/>
                    </a:lnTo>
                    <a:lnTo>
                      <a:pt x="314" y="66"/>
                    </a:lnTo>
                    <a:lnTo>
                      <a:pt x="318" y="72"/>
                    </a:lnTo>
                    <a:lnTo>
                      <a:pt x="320" y="79"/>
                    </a:lnTo>
                    <a:lnTo>
                      <a:pt x="319" y="85"/>
                    </a:lnTo>
                    <a:lnTo>
                      <a:pt x="317" y="92"/>
                    </a:lnTo>
                    <a:lnTo>
                      <a:pt x="314" y="98"/>
                    </a:lnTo>
                    <a:lnTo>
                      <a:pt x="309" y="104"/>
                    </a:lnTo>
                    <a:lnTo>
                      <a:pt x="305" y="109"/>
                    </a:lnTo>
                    <a:lnTo>
                      <a:pt x="300" y="114"/>
                    </a:lnTo>
                    <a:lnTo>
                      <a:pt x="296" y="115"/>
                    </a:lnTo>
                    <a:lnTo>
                      <a:pt x="291" y="117"/>
                    </a:lnTo>
                    <a:lnTo>
                      <a:pt x="287" y="119"/>
                    </a:lnTo>
                    <a:lnTo>
                      <a:pt x="283" y="120"/>
                    </a:lnTo>
                    <a:lnTo>
                      <a:pt x="278" y="123"/>
                    </a:lnTo>
                    <a:lnTo>
                      <a:pt x="273" y="124"/>
                    </a:lnTo>
                    <a:lnTo>
                      <a:pt x="268" y="126"/>
                    </a:lnTo>
                    <a:lnTo>
                      <a:pt x="262" y="127"/>
                    </a:lnTo>
                    <a:lnTo>
                      <a:pt x="260" y="130"/>
                    </a:lnTo>
                    <a:lnTo>
                      <a:pt x="257" y="135"/>
                    </a:lnTo>
                    <a:lnTo>
                      <a:pt x="254" y="140"/>
                    </a:lnTo>
                    <a:lnTo>
                      <a:pt x="250" y="145"/>
                    </a:lnTo>
                    <a:lnTo>
                      <a:pt x="249" y="152"/>
                    </a:lnTo>
                    <a:lnTo>
                      <a:pt x="248" y="158"/>
                    </a:lnTo>
                    <a:lnTo>
                      <a:pt x="249" y="164"/>
                    </a:lnTo>
                    <a:lnTo>
                      <a:pt x="252" y="169"/>
                    </a:lnTo>
                    <a:lnTo>
                      <a:pt x="257" y="180"/>
                    </a:lnTo>
                    <a:lnTo>
                      <a:pt x="263" y="189"/>
                    </a:lnTo>
                    <a:lnTo>
                      <a:pt x="271" y="196"/>
                    </a:lnTo>
                    <a:lnTo>
                      <a:pt x="279" y="204"/>
                    </a:lnTo>
                    <a:lnTo>
                      <a:pt x="288" y="210"/>
                    </a:lnTo>
                    <a:lnTo>
                      <a:pt x="298" y="217"/>
                    </a:lnTo>
                    <a:lnTo>
                      <a:pt x="308" y="224"/>
                    </a:lnTo>
                    <a:lnTo>
                      <a:pt x="317" y="231"/>
                    </a:lnTo>
                    <a:lnTo>
                      <a:pt x="321" y="231"/>
                    </a:lnTo>
                    <a:lnTo>
                      <a:pt x="326" y="231"/>
                    </a:lnTo>
                    <a:lnTo>
                      <a:pt x="330" y="231"/>
                    </a:lnTo>
                    <a:lnTo>
                      <a:pt x="334" y="231"/>
                    </a:lnTo>
                    <a:lnTo>
                      <a:pt x="339" y="231"/>
                    </a:lnTo>
                    <a:lnTo>
                      <a:pt x="344" y="231"/>
                    </a:lnTo>
                    <a:lnTo>
                      <a:pt x="349" y="231"/>
                    </a:lnTo>
                    <a:lnTo>
                      <a:pt x="354" y="231"/>
                    </a:lnTo>
                    <a:lnTo>
                      <a:pt x="358" y="228"/>
                    </a:lnTo>
                    <a:lnTo>
                      <a:pt x="363" y="222"/>
                    </a:lnTo>
                    <a:lnTo>
                      <a:pt x="368" y="215"/>
                    </a:lnTo>
                    <a:lnTo>
                      <a:pt x="373" y="209"/>
                    </a:lnTo>
                    <a:lnTo>
                      <a:pt x="377" y="200"/>
                    </a:lnTo>
                    <a:lnTo>
                      <a:pt x="380" y="192"/>
                    </a:lnTo>
                    <a:lnTo>
                      <a:pt x="383" y="183"/>
                    </a:lnTo>
                    <a:lnTo>
                      <a:pt x="383" y="176"/>
                    </a:lnTo>
                    <a:lnTo>
                      <a:pt x="385" y="171"/>
                    </a:lnTo>
                    <a:lnTo>
                      <a:pt x="388" y="167"/>
                    </a:lnTo>
                    <a:lnTo>
                      <a:pt x="392" y="163"/>
                    </a:lnTo>
                    <a:lnTo>
                      <a:pt x="398" y="160"/>
                    </a:lnTo>
                    <a:lnTo>
                      <a:pt x="404" y="158"/>
                    </a:lnTo>
                    <a:lnTo>
                      <a:pt x="410" y="156"/>
                    </a:lnTo>
                    <a:lnTo>
                      <a:pt x="417" y="155"/>
                    </a:lnTo>
                    <a:lnTo>
                      <a:pt x="423" y="155"/>
                    </a:lnTo>
                    <a:lnTo>
                      <a:pt x="497" y="213"/>
                    </a:lnTo>
                    <a:lnTo>
                      <a:pt x="495" y="221"/>
                    </a:lnTo>
                    <a:lnTo>
                      <a:pt x="492" y="227"/>
                    </a:lnTo>
                    <a:lnTo>
                      <a:pt x="487" y="232"/>
                    </a:lnTo>
                    <a:lnTo>
                      <a:pt x="482" y="238"/>
                    </a:lnTo>
                    <a:lnTo>
                      <a:pt x="476" y="243"/>
                    </a:lnTo>
                    <a:lnTo>
                      <a:pt x="470" y="248"/>
                    </a:lnTo>
                    <a:lnTo>
                      <a:pt x="464" y="253"/>
                    </a:lnTo>
                    <a:lnTo>
                      <a:pt x="458" y="259"/>
                    </a:lnTo>
                    <a:lnTo>
                      <a:pt x="451" y="264"/>
                    </a:lnTo>
                    <a:lnTo>
                      <a:pt x="446" y="269"/>
                    </a:lnTo>
                    <a:lnTo>
                      <a:pt x="441" y="275"/>
                    </a:lnTo>
                    <a:lnTo>
                      <a:pt x="438" y="282"/>
                    </a:lnTo>
                    <a:lnTo>
                      <a:pt x="434" y="288"/>
                    </a:lnTo>
                    <a:lnTo>
                      <a:pt x="433" y="296"/>
                    </a:lnTo>
                    <a:lnTo>
                      <a:pt x="433" y="304"/>
                    </a:lnTo>
                    <a:lnTo>
                      <a:pt x="434" y="313"/>
                    </a:lnTo>
                    <a:lnTo>
                      <a:pt x="439" y="323"/>
                    </a:lnTo>
                    <a:lnTo>
                      <a:pt x="446" y="329"/>
                    </a:lnTo>
                    <a:lnTo>
                      <a:pt x="456" y="335"/>
                    </a:lnTo>
                    <a:lnTo>
                      <a:pt x="467" y="339"/>
                    </a:lnTo>
                    <a:lnTo>
                      <a:pt x="478" y="343"/>
                    </a:lnTo>
                    <a:lnTo>
                      <a:pt x="488" y="348"/>
                    </a:lnTo>
                    <a:lnTo>
                      <a:pt x="497" y="354"/>
                    </a:lnTo>
                    <a:lnTo>
                      <a:pt x="505" y="362"/>
                    </a:lnTo>
                    <a:lnTo>
                      <a:pt x="442" y="445"/>
                    </a:lnTo>
                    <a:lnTo>
                      <a:pt x="343" y="362"/>
                    </a:lnTo>
                    <a:lnTo>
                      <a:pt x="336" y="366"/>
                    </a:lnTo>
                    <a:lnTo>
                      <a:pt x="329" y="370"/>
                    </a:lnTo>
                    <a:lnTo>
                      <a:pt x="323" y="377"/>
                    </a:lnTo>
                    <a:lnTo>
                      <a:pt x="317" y="382"/>
                    </a:lnTo>
                    <a:lnTo>
                      <a:pt x="312" y="388"/>
                    </a:lnTo>
                    <a:lnTo>
                      <a:pt x="306" y="395"/>
                    </a:lnTo>
                    <a:lnTo>
                      <a:pt x="302" y="401"/>
                    </a:lnTo>
                    <a:lnTo>
                      <a:pt x="296" y="408"/>
                    </a:lnTo>
                    <a:lnTo>
                      <a:pt x="292" y="415"/>
                    </a:lnTo>
                    <a:lnTo>
                      <a:pt x="287" y="423"/>
                    </a:lnTo>
                    <a:lnTo>
                      <a:pt x="283" y="430"/>
                    </a:lnTo>
                    <a:lnTo>
                      <a:pt x="278" y="437"/>
                    </a:lnTo>
                    <a:lnTo>
                      <a:pt x="272" y="445"/>
                    </a:lnTo>
                    <a:lnTo>
                      <a:pt x="267" y="452"/>
                    </a:lnTo>
                    <a:lnTo>
                      <a:pt x="262" y="459"/>
                    </a:lnTo>
                    <a:lnTo>
                      <a:pt x="256" y="465"/>
                    </a:lnTo>
                    <a:lnTo>
                      <a:pt x="252" y="46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6" name="Google Shape;196;p24"/>
              <p:cNvSpPr/>
              <p:nvPr/>
            </p:nvSpPr>
            <p:spPr>
              <a:xfrm>
                <a:off x="866902" y="711581"/>
                <a:ext cx="812800" cy="808038"/>
              </a:xfrm>
              <a:custGeom>
                <a:pathLst>
                  <a:path extrusionOk="0" h="509" w="512">
                    <a:moveTo>
                      <a:pt x="98" y="508"/>
                    </a:moveTo>
                    <a:lnTo>
                      <a:pt x="86" y="504"/>
                    </a:lnTo>
                    <a:lnTo>
                      <a:pt x="76" y="498"/>
                    </a:lnTo>
                    <a:lnTo>
                      <a:pt x="67" y="492"/>
                    </a:lnTo>
                    <a:lnTo>
                      <a:pt x="60" y="483"/>
                    </a:lnTo>
                    <a:lnTo>
                      <a:pt x="53" y="474"/>
                    </a:lnTo>
                    <a:lnTo>
                      <a:pt x="49" y="463"/>
                    </a:lnTo>
                    <a:lnTo>
                      <a:pt x="45" y="451"/>
                    </a:lnTo>
                    <a:lnTo>
                      <a:pt x="43" y="439"/>
                    </a:lnTo>
                    <a:lnTo>
                      <a:pt x="49" y="432"/>
                    </a:lnTo>
                    <a:lnTo>
                      <a:pt x="58" y="425"/>
                    </a:lnTo>
                    <a:lnTo>
                      <a:pt x="68" y="418"/>
                    </a:lnTo>
                    <a:lnTo>
                      <a:pt x="78" y="413"/>
                    </a:lnTo>
                    <a:lnTo>
                      <a:pt x="88" y="407"/>
                    </a:lnTo>
                    <a:lnTo>
                      <a:pt x="98" y="399"/>
                    </a:lnTo>
                    <a:lnTo>
                      <a:pt x="106" y="391"/>
                    </a:lnTo>
                    <a:lnTo>
                      <a:pt x="113" y="380"/>
                    </a:lnTo>
                    <a:lnTo>
                      <a:pt x="112" y="370"/>
                    </a:lnTo>
                    <a:lnTo>
                      <a:pt x="109" y="360"/>
                    </a:lnTo>
                    <a:lnTo>
                      <a:pt x="105" y="352"/>
                    </a:lnTo>
                    <a:lnTo>
                      <a:pt x="100" y="344"/>
                    </a:lnTo>
                    <a:lnTo>
                      <a:pt x="93" y="337"/>
                    </a:lnTo>
                    <a:lnTo>
                      <a:pt x="87" y="330"/>
                    </a:lnTo>
                    <a:lnTo>
                      <a:pt x="79" y="324"/>
                    </a:lnTo>
                    <a:lnTo>
                      <a:pt x="71" y="318"/>
                    </a:lnTo>
                    <a:lnTo>
                      <a:pt x="62" y="313"/>
                    </a:lnTo>
                    <a:lnTo>
                      <a:pt x="53" y="308"/>
                    </a:lnTo>
                    <a:lnTo>
                      <a:pt x="44" y="302"/>
                    </a:lnTo>
                    <a:lnTo>
                      <a:pt x="35" y="297"/>
                    </a:lnTo>
                    <a:lnTo>
                      <a:pt x="25" y="291"/>
                    </a:lnTo>
                    <a:lnTo>
                      <a:pt x="17" y="286"/>
                    </a:lnTo>
                    <a:lnTo>
                      <a:pt x="7" y="280"/>
                    </a:lnTo>
                    <a:lnTo>
                      <a:pt x="0" y="273"/>
                    </a:lnTo>
                    <a:lnTo>
                      <a:pt x="0" y="268"/>
                    </a:lnTo>
                    <a:lnTo>
                      <a:pt x="0" y="263"/>
                    </a:lnTo>
                    <a:lnTo>
                      <a:pt x="2" y="258"/>
                    </a:lnTo>
                    <a:lnTo>
                      <a:pt x="4" y="253"/>
                    </a:lnTo>
                    <a:lnTo>
                      <a:pt x="7" y="248"/>
                    </a:lnTo>
                    <a:lnTo>
                      <a:pt x="10" y="244"/>
                    </a:lnTo>
                    <a:lnTo>
                      <a:pt x="13" y="239"/>
                    </a:lnTo>
                    <a:lnTo>
                      <a:pt x="17" y="234"/>
                    </a:lnTo>
                    <a:lnTo>
                      <a:pt x="20" y="230"/>
                    </a:lnTo>
                    <a:lnTo>
                      <a:pt x="24" y="225"/>
                    </a:lnTo>
                    <a:lnTo>
                      <a:pt x="29" y="220"/>
                    </a:lnTo>
                    <a:lnTo>
                      <a:pt x="32" y="216"/>
                    </a:lnTo>
                    <a:lnTo>
                      <a:pt x="37" y="210"/>
                    </a:lnTo>
                    <a:lnTo>
                      <a:pt x="40" y="205"/>
                    </a:lnTo>
                    <a:lnTo>
                      <a:pt x="43" y="201"/>
                    </a:lnTo>
                    <a:lnTo>
                      <a:pt x="46" y="195"/>
                    </a:lnTo>
                    <a:lnTo>
                      <a:pt x="51" y="190"/>
                    </a:lnTo>
                    <a:lnTo>
                      <a:pt x="58" y="186"/>
                    </a:lnTo>
                    <a:lnTo>
                      <a:pt x="65" y="184"/>
                    </a:lnTo>
                    <a:lnTo>
                      <a:pt x="73" y="184"/>
                    </a:lnTo>
                    <a:lnTo>
                      <a:pt x="82" y="186"/>
                    </a:lnTo>
                    <a:lnTo>
                      <a:pt x="91" y="187"/>
                    </a:lnTo>
                    <a:lnTo>
                      <a:pt x="100" y="191"/>
                    </a:lnTo>
                    <a:lnTo>
                      <a:pt x="109" y="195"/>
                    </a:lnTo>
                    <a:lnTo>
                      <a:pt x="114" y="199"/>
                    </a:lnTo>
                    <a:lnTo>
                      <a:pt x="120" y="205"/>
                    </a:lnTo>
                    <a:lnTo>
                      <a:pt x="124" y="210"/>
                    </a:lnTo>
                    <a:lnTo>
                      <a:pt x="130" y="216"/>
                    </a:lnTo>
                    <a:lnTo>
                      <a:pt x="136" y="222"/>
                    </a:lnTo>
                    <a:lnTo>
                      <a:pt x="143" y="228"/>
                    </a:lnTo>
                    <a:lnTo>
                      <a:pt x="150" y="233"/>
                    </a:lnTo>
                    <a:lnTo>
                      <a:pt x="160" y="237"/>
                    </a:lnTo>
                    <a:lnTo>
                      <a:pt x="166" y="236"/>
                    </a:lnTo>
                    <a:lnTo>
                      <a:pt x="173" y="234"/>
                    </a:lnTo>
                    <a:lnTo>
                      <a:pt x="179" y="232"/>
                    </a:lnTo>
                    <a:lnTo>
                      <a:pt x="186" y="230"/>
                    </a:lnTo>
                    <a:lnTo>
                      <a:pt x="193" y="228"/>
                    </a:lnTo>
                    <a:lnTo>
                      <a:pt x="200" y="225"/>
                    </a:lnTo>
                    <a:lnTo>
                      <a:pt x="207" y="223"/>
                    </a:lnTo>
                    <a:lnTo>
                      <a:pt x="215" y="220"/>
                    </a:lnTo>
                    <a:lnTo>
                      <a:pt x="218" y="213"/>
                    </a:lnTo>
                    <a:lnTo>
                      <a:pt x="224" y="205"/>
                    </a:lnTo>
                    <a:lnTo>
                      <a:pt x="230" y="198"/>
                    </a:lnTo>
                    <a:lnTo>
                      <a:pt x="235" y="190"/>
                    </a:lnTo>
                    <a:lnTo>
                      <a:pt x="239" y="182"/>
                    </a:lnTo>
                    <a:lnTo>
                      <a:pt x="242" y="174"/>
                    </a:lnTo>
                    <a:lnTo>
                      <a:pt x="242" y="165"/>
                    </a:lnTo>
                    <a:lnTo>
                      <a:pt x="238" y="156"/>
                    </a:lnTo>
                    <a:lnTo>
                      <a:pt x="235" y="151"/>
                    </a:lnTo>
                    <a:lnTo>
                      <a:pt x="230" y="147"/>
                    </a:lnTo>
                    <a:lnTo>
                      <a:pt x="226" y="143"/>
                    </a:lnTo>
                    <a:lnTo>
                      <a:pt x="220" y="140"/>
                    </a:lnTo>
                    <a:lnTo>
                      <a:pt x="215" y="136"/>
                    </a:lnTo>
                    <a:lnTo>
                      <a:pt x="209" y="134"/>
                    </a:lnTo>
                    <a:lnTo>
                      <a:pt x="203" y="132"/>
                    </a:lnTo>
                    <a:lnTo>
                      <a:pt x="196" y="129"/>
                    </a:lnTo>
                    <a:lnTo>
                      <a:pt x="189" y="127"/>
                    </a:lnTo>
                    <a:lnTo>
                      <a:pt x="183" y="125"/>
                    </a:lnTo>
                    <a:lnTo>
                      <a:pt x="176" y="122"/>
                    </a:lnTo>
                    <a:lnTo>
                      <a:pt x="170" y="121"/>
                    </a:lnTo>
                    <a:lnTo>
                      <a:pt x="164" y="117"/>
                    </a:lnTo>
                    <a:lnTo>
                      <a:pt x="158" y="114"/>
                    </a:lnTo>
                    <a:lnTo>
                      <a:pt x="153" y="111"/>
                    </a:lnTo>
                    <a:lnTo>
                      <a:pt x="148" y="106"/>
                    </a:lnTo>
                    <a:lnTo>
                      <a:pt x="143" y="98"/>
                    </a:lnTo>
                    <a:lnTo>
                      <a:pt x="142" y="90"/>
                    </a:lnTo>
                    <a:lnTo>
                      <a:pt x="142" y="80"/>
                    </a:lnTo>
                    <a:lnTo>
                      <a:pt x="145" y="72"/>
                    </a:lnTo>
                    <a:lnTo>
                      <a:pt x="149" y="64"/>
                    </a:lnTo>
                    <a:lnTo>
                      <a:pt x="156" y="57"/>
                    </a:lnTo>
                    <a:lnTo>
                      <a:pt x="163" y="50"/>
                    </a:lnTo>
                    <a:lnTo>
                      <a:pt x="172" y="46"/>
                    </a:lnTo>
                    <a:lnTo>
                      <a:pt x="177" y="43"/>
                    </a:lnTo>
                    <a:lnTo>
                      <a:pt x="183" y="39"/>
                    </a:lnTo>
                    <a:lnTo>
                      <a:pt x="187" y="36"/>
                    </a:lnTo>
                    <a:lnTo>
                      <a:pt x="193" y="31"/>
                    </a:lnTo>
                    <a:lnTo>
                      <a:pt x="199" y="27"/>
                    </a:lnTo>
                    <a:lnTo>
                      <a:pt x="205" y="23"/>
                    </a:lnTo>
                    <a:lnTo>
                      <a:pt x="211" y="18"/>
                    </a:lnTo>
                    <a:lnTo>
                      <a:pt x="218" y="14"/>
                    </a:lnTo>
                    <a:lnTo>
                      <a:pt x="226" y="18"/>
                    </a:lnTo>
                    <a:lnTo>
                      <a:pt x="235" y="22"/>
                    </a:lnTo>
                    <a:lnTo>
                      <a:pt x="243" y="28"/>
                    </a:lnTo>
                    <a:lnTo>
                      <a:pt x="251" y="34"/>
                    </a:lnTo>
                    <a:lnTo>
                      <a:pt x="259" y="40"/>
                    </a:lnTo>
                    <a:lnTo>
                      <a:pt x="267" y="47"/>
                    </a:lnTo>
                    <a:lnTo>
                      <a:pt x="277" y="54"/>
                    </a:lnTo>
                    <a:lnTo>
                      <a:pt x="286" y="60"/>
                    </a:lnTo>
                    <a:lnTo>
                      <a:pt x="294" y="65"/>
                    </a:lnTo>
                    <a:lnTo>
                      <a:pt x="304" y="69"/>
                    </a:lnTo>
                    <a:lnTo>
                      <a:pt x="314" y="72"/>
                    </a:lnTo>
                    <a:lnTo>
                      <a:pt x="324" y="75"/>
                    </a:lnTo>
                    <a:lnTo>
                      <a:pt x="334" y="74"/>
                    </a:lnTo>
                    <a:lnTo>
                      <a:pt x="344" y="72"/>
                    </a:lnTo>
                    <a:lnTo>
                      <a:pt x="355" y="68"/>
                    </a:lnTo>
                    <a:lnTo>
                      <a:pt x="367" y="60"/>
                    </a:lnTo>
                    <a:lnTo>
                      <a:pt x="373" y="54"/>
                    </a:lnTo>
                    <a:lnTo>
                      <a:pt x="378" y="46"/>
                    </a:lnTo>
                    <a:lnTo>
                      <a:pt x="382" y="36"/>
                    </a:lnTo>
                    <a:lnTo>
                      <a:pt x="387" y="27"/>
                    </a:lnTo>
                    <a:lnTo>
                      <a:pt x="393" y="18"/>
                    </a:lnTo>
                    <a:lnTo>
                      <a:pt x="401" y="10"/>
                    </a:lnTo>
                    <a:lnTo>
                      <a:pt x="411" y="3"/>
                    </a:lnTo>
                    <a:lnTo>
                      <a:pt x="422" y="0"/>
                    </a:lnTo>
                    <a:lnTo>
                      <a:pt x="432" y="3"/>
                    </a:lnTo>
                    <a:lnTo>
                      <a:pt x="442" y="6"/>
                    </a:lnTo>
                    <a:lnTo>
                      <a:pt x="453" y="10"/>
                    </a:lnTo>
                    <a:lnTo>
                      <a:pt x="463" y="15"/>
                    </a:lnTo>
                    <a:lnTo>
                      <a:pt x="472" y="21"/>
                    </a:lnTo>
                    <a:lnTo>
                      <a:pt x="479" y="28"/>
                    </a:lnTo>
                    <a:lnTo>
                      <a:pt x="486" y="36"/>
                    </a:lnTo>
                    <a:lnTo>
                      <a:pt x="492" y="46"/>
                    </a:lnTo>
                    <a:lnTo>
                      <a:pt x="493" y="54"/>
                    </a:lnTo>
                    <a:lnTo>
                      <a:pt x="492" y="61"/>
                    </a:lnTo>
                    <a:lnTo>
                      <a:pt x="489" y="68"/>
                    </a:lnTo>
                    <a:lnTo>
                      <a:pt x="485" y="73"/>
                    </a:lnTo>
                    <a:lnTo>
                      <a:pt x="479" y="79"/>
                    </a:lnTo>
                    <a:lnTo>
                      <a:pt x="473" y="83"/>
                    </a:lnTo>
                    <a:lnTo>
                      <a:pt x="466" y="88"/>
                    </a:lnTo>
                    <a:lnTo>
                      <a:pt x="458" y="93"/>
                    </a:lnTo>
                    <a:lnTo>
                      <a:pt x="451" y="97"/>
                    </a:lnTo>
                    <a:lnTo>
                      <a:pt x="443" y="101"/>
                    </a:lnTo>
                    <a:lnTo>
                      <a:pt x="437" y="107"/>
                    </a:lnTo>
                    <a:lnTo>
                      <a:pt x="431" y="112"/>
                    </a:lnTo>
                    <a:lnTo>
                      <a:pt x="427" y="118"/>
                    </a:lnTo>
                    <a:lnTo>
                      <a:pt x="423" y="125"/>
                    </a:lnTo>
                    <a:lnTo>
                      <a:pt x="422" y="133"/>
                    </a:lnTo>
                    <a:lnTo>
                      <a:pt x="422" y="142"/>
                    </a:lnTo>
                    <a:lnTo>
                      <a:pt x="511" y="227"/>
                    </a:lnTo>
                    <a:lnTo>
                      <a:pt x="429" y="316"/>
                    </a:lnTo>
                    <a:lnTo>
                      <a:pt x="419" y="317"/>
                    </a:lnTo>
                    <a:lnTo>
                      <a:pt x="411" y="315"/>
                    </a:lnTo>
                    <a:lnTo>
                      <a:pt x="402" y="312"/>
                    </a:lnTo>
                    <a:lnTo>
                      <a:pt x="395" y="308"/>
                    </a:lnTo>
                    <a:lnTo>
                      <a:pt x="388" y="302"/>
                    </a:lnTo>
                    <a:lnTo>
                      <a:pt x="382" y="295"/>
                    </a:lnTo>
                    <a:lnTo>
                      <a:pt x="376" y="288"/>
                    </a:lnTo>
                    <a:lnTo>
                      <a:pt x="370" y="281"/>
                    </a:lnTo>
                    <a:lnTo>
                      <a:pt x="364" y="273"/>
                    </a:lnTo>
                    <a:lnTo>
                      <a:pt x="358" y="266"/>
                    </a:lnTo>
                    <a:lnTo>
                      <a:pt x="351" y="260"/>
                    </a:lnTo>
                    <a:lnTo>
                      <a:pt x="344" y="255"/>
                    </a:lnTo>
                    <a:lnTo>
                      <a:pt x="336" y="250"/>
                    </a:lnTo>
                    <a:lnTo>
                      <a:pt x="327" y="248"/>
                    </a:lnTo>
                    <a:lnTo>
                      <a:pt x="317" y="247"/>
                    </a:lnTo>
                    <a:lnTo>
                      <a:pt x="305" y="248"/>
                    </a:lnTo>
                    <a:lnTo>
                      <a:pt x="299" y="252"/>
                    </a:lnTo>
                    <a:lnTo>
                      <a:pt x="293" y="255"/>
                    </a:lnTo>
                    <a:lnTo>
                      <a:pt x="287" y="260"/>
                    </a:lnTo>
                    <a:lnTo>
                      <a:pt x="281" y="265"/>
                    </a:lnTo>
                    <a:lnTo>
                      <a:pt x="275" y="270"/>
                    </a:lnTo>
                    <a:lnTo>
                      <a:pt x="270" y="275"/>
                    </a:lnTo>
                    <a:lnTo>
                      <a:pt x="265" y="281"/>
                    </a:lnTo>
                    <a:lnTo>
                      <a:pt x="260" y="288"/>
                    </a:lnTo>
                    <a:lnTo>
                      <a:pt x="255" y="294"/>
                    </a:lnTo>
                    <a:lnTo>
                      <a:pt x="251" y="300"/>
                    </a:lnTo>
                    <a:lnTo>
                      <a:pt x="247" y="308"/>
                    </a:lnTo>
                    <a:lnTo>
                      <a:pt x="244" y="315"/>
                    </a:lnTo>
                    <a:lnTo>
                      <a:pt x="242" y="323"/>
                    </a:lnTo>
                    <a:lnTo>
                      <a:pt x="239" y="331"/>
                    </a:lnTo>
                    <a:lnTo>
                      <a:pt x="238" y="339"/>
                    </a:lnTo>
                    <a:lnTo>
                      <a:pt x="238" y="348"/>
                    </a:lnTo>
                    <a:lnTo>
                      <a:pt x="241" y="353"/>
                    </a:lnTo>
                    <a:lnTo>
                      <a:pt x="244" y="356"/>
                    </a:lnTo>
                    <a:lnTo>
                      <a:pt x="248" y="360"/>
                    </a:lnTo>
                    <a:lnTo>
                      <a:pt x="252" y="362"/>
                    </a:lnTo>
                    <a:lnTo>
                      <a:pt x="257" y="364"/>
                    </a:lnTo>
                    <a:lnTo>
                      <a:pt x="262" y="366"/>
                    </a:lnTo>
                    <a:lnTo>
                      <a:pt x="267" y="367"/>
                    </a:lnTo>
                    <a:lnTo>
                      <a:pt x="274" y="368"/>
                    </a:lnTo>
                    <a:lnTo>
                      <a:pt x="279" y="368"/>
                    </a:lnTo>
                    <a:lnTo>
                      <a:pt x="285" y="369"/>
                    </a:lnTo>
                    <a:lnTo>
                      <a:pt x="292" y="370"/>
                    </a:lnTo>
                    <a:lnTo>
                      <a:pt x="298" y="370"/>
                    </a:lnTo>
                    <a:lnTo>
                      <a:pt x="304" y="370"/>
                    </a:lnTo>
                    <a:lnTo>
                      <a:pt x="309" y="371"/>
                    </a:lnTo>
                    <a:lnTo>
                      <a:pt x="315" y="371"/>
                    </a:lnTo>
                    <a:lnTo>
                      <a:pt x="320" y="373"/>
                    </a:lnTo>
                    <a:lnTo>
                      <a:pt x="330" y="376"/>
                    </a:lnTo>
                    <a:lnTo>
                      <a:pt x="337" y="382"/>
                    </a:lnTo>
                    <a:lnTo>
                      <a:pt x="344" y="389"/>
                    </a:lnTo>
                    <a:lnTo>
                      <a:pt x="349" y="398"/>
                    </a:lnTo>
                    <a:lnTo>
                      <a:pt x="353" y="407"/>
                    </a:lnTo>
                    <a:lnTo>
                      <a:pt x="355" y="417"/>
                    </a:lnTo>
                    <a:lnTo>
                      <a:pt x="356" y="427"/>
                    </a:lnTo>
                    <a:lnTo>
                      <a:pt x="355" y="436"/>
                    </a:lnTo>
                    <a:lnTo>
                      <a:pt x="352" y="443"/>
                    </a:lnTo>
                    <a:lnTo>
                      <a:pt x="348" y="448"/>
                    </a:lnTo>
                    <a:lnTo>
                      <a:pt x="343" y="453"/>
                    </a:lnTo>
                    <a:lnTo>
                      <a:pt x="339" y="458"/>
                    </a:lnTo>
                    <a:lnTo>
                      <a:pt x="334" y="462"/>
                    </a:lnTo>
                    <a:lnTo>
                      <a:pt x="330" y="468"/>
                    </a:lnTo>
                    <a:lnTo>
                      <a:pt x="324" y="473"/>
                    </a:lnTo>
                    <a:lnTo>
                      <a:pt x="320" y="479"/>
                    </a:lnTo>
                    <a:lnTo>
                      <a:pt x="311" y="479"/>
                    </a:lnTo>
                    <a:lnTo>
                      <a:pt x="304" y="477"/>
                    </a:lnTo>
                    <a:lnTo>
                      <a:pt x="295" y="474"/>
                    </a:lnTo>
                    <a:lnTo>
                      <a:pt x="286" y="470"/>
                    </a:lnTo>
                    <a:lnTo>
                      <a:pt x="278" y="465"/>
                    </a:lnTo>
                    <a:lnTo>
                      <a:pt x="268" y="461"/>
                    </a:lnTo>
                    <a:lnTo>
                      <a:pt x="259" y="455"/>
                    </a:lnTo>
                    <a:lnTo>
                      <a:pt x="250" y="450"/>
                    </a:lnTo>
                    <a:lnTo>
                      <a:pt x="241" y="445"/>
                    </a:lnTo>
                    <a:lnTo>
                      <a:pt x="231" y="441"/>
                    </a:lnTo>
                    <a:lnTo>
                      <a:pt x="222" y="437"/>
                    </a:lnTo>
                    <a:lnTo>
                      <a:pt x="211" y="435"/>
                    </a:lnTo>
                    <a:lnTo>
                      <a:pt x="202" y="432"/>
                    </a:lnTo>
                    <a:lnTo>
                      <a:pt x="193" y="432"/>
                    </a:lnTo>
                    <a:lnTo>
                      <a:pt x="182" y="433"/>
                    </a:lnTo>
                    <a:lnTo>
                      <a:pt x="172" y="436"/>
                    </a:lnTo>
                    <a:lnTo>
                      <a:pt x="98" y="508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7" name="Google Shape;197;p24"/>
              <p:cNvSpPr/>
              <p:nvPr/>
            </p:nvSpPr>
            <p:spPr>
              <a:xfrm>
                <a:off x="741489" y="3732594"/>
                <a:ext cx="803275" cy="746125"/>
              </a:xfrm>
              <a:custGeom>
                <a:pathLst>
                  <a:path extrusionOk="0" h="470" w="506">
                    <a:moveTo>
                      <a:pt x="252" y="469"/>
                    </a:moveTo>
                    <a:lnTo>
                      <a:pt x="245" y="463"/>
                    </a:lnTo>
                    <a:lnTo>
                      <a:pt x="237" y="458"/>
                    </a:lnTo>
                    <a:lnTo>
                      <a:pt x="229" y="453"/>
                    </a:lnTo>
                    <a:lnTo>
                      <a:pt x="221" y="447"/>
                    </a:lnTo>
                    <a:lnTo>
                      <a:pt x="214" y="441"/>
                    </a:lnTo>
                    <a:lnTo>
                      <a:pt x="207" y="435"/>
                    </a:lnTo>
                    <a:lnTo>
                      <a:pt x="200" y="429"/>
                    </a:lnTo>
                    <a:lnTo>
                      <a:pt x="193" y="423"/>
                    </a:lnTo>
                    <a:lnTo>
                      <a:pt x="187" y="416"/>
                    </a:lnTo>
                    <a:lnTo>
                      <a:pt x="181" y="409"/>
                    </a:lnTo>
                    <a:lnTo>
                      <a:pt x="175" y="402"/>
                    </a:lnTo>
                    <a:lnTo>
                      <a:pt x="171" y="394"/>
                    </a:lnTo>
                    <a:lnTo>
                      <a:pt x="166" y="386"/>
                    </a:lnTo>
                    <a:lnTo>
                      <a:pt x="162" y="377"/>
                    </a:lnTo>
                    <a:lnTo>
                      <a:pt x="158" y="368"/>
                    </a:lnTo>
                    <a:lnTo>
                      <a:pt x="156" y="359"/>
                    </a:lnTo>
                    <a:lnTo>
                      <a:pt x="245" y="290"/>
                    </a:lnTo>
                    <a:lnTo>
                      <a:pt x="242" y="282"/>
                    </a:lnTo>
                    <a:lnTo>
                      <a:pt x="241" y="275"/>
                    </a:lnTo>
                    <a:lnTo>
                      <a:pt x="237" y="267"/>
                    </a:lnTo>
                    <a:lnTo>
                      <a:pt x="233" y="261"/>
                    </a:lnTo>
                    <a:lnTo>
                      <a:pt x="229" y="254"/>
                    </a:lnTo>
                    <a:lnTo>
                      <a:pt x="224" y="248"/>
                    </a:lnTo>
                    <a:lnTo>
                      <a:pt x="218" y="242"/>
                    </a:lnTo>
                    <a:lnTo>
                      <a:pt x="212" y="237"/>
                    </a:lnTo>
                    <a:lnTo>
                      <a:pt x="205" y="232"/>
                    </a:lnTo>
                    <a:lnTo>
                      <a:pt x="198" y="228"/>
                    </a:lnTo>
                    <a:lnTo>
                      <a:pt x="191" y="223"/>
                    </a:lnTo>
                    <a:lnTo>
                      <a:pt x="183" y="219"/>
                    </a:lnTo>
                    <a:lnTo>
                      <a:pt x="175" y="216"/>
                    </a:lnTo>
                    <a:lnTo>
                      <a:pt x="166" y="214"/>
                    </a:lnTo>
                    <a:lnTo>
                      <a:pt x="158" y="212"/>
                    </a:lnTo>
                    <a:lnTo>
                      <a:pt x="150" y="210"/>
                    </a:lnTo>
                    <a:lnTo>
                      <a:pt x="144" y="213"/>
                    </a:lnTo>
                    <a:lnTo>
                      <a:pt x="139" y="217"/>
                    </a:lnTo>
                    <a:lnTo>
                      <a:pt x="135" y="221"/>
                    </a:lnTo>
                    <a:lnTo>
                      <a:pt x="133" y="227"/>
                    </a:lnTo>
                    <a:lnTo>
                      <a:pt x="129" y="232"/>
                    </a:lnTo>
                    <a:lnTo>
                      <a:pt x="128" y="238"/>
                    </a:lnTo>
                    <a:lnTo>
                      <a:pt x="126" y="244"/>
                    </a:lnTo>
                    <a:lnTo>
                      <a:pt x="125" y="250"/>
                    </a:lnTo>
                    <a:lnTo>
                      <a:pt x="122" y="256"/>
                    </a:lnTo>
                    <a:lnTo>
                      <a:pt x="120" y="262"/>
                    </a:lnTo>
                    <a:lnTo>
                      <a:pt x="116" y="268"/>
                    </a:lnTo>
                    <a:lnTo>
                      <a:pt x="113" y="273"/>
                    </a:lnTo>
                    <a:lnTo>
                      <a:pt x="109" y="278"/>
                    </a:lnTo>
                    <a:lnTo>
                      <a:pt x="104" y="283"/>
                    </a:lnTo>
                    <a:lnTo>
                      <a:pt x="98" y="287"/>
                    </a:lnTo>
                    <a:lnTo>
                      <a:pt x="90" y="290"/>
                    </a:lnTo>
                    <a:lnTo>
                      <a:pt x="83" y="291"/>
                    </a:lnTo>
                    <a:lnTo>
                      <a:pt x="77" y="291"/>
                    </a:lnTo>
                    <a:lnTo>
                      <a:pt x="70" y="291"/>
                    </a:lnTo>
                    <a:lnTo>
                      <a:pt x="65" y="291"/>
                    </a:lnTo>
                    <a:lnTo>
                      <a:pt x="58" y="289"/>
                    </a:lnTo>
                    <a:lnTo>
                      <a:pt x="53" y="288"/>
                    </a:lnTo>
                    <a:lnTo>
                      <a:pt x="47" y="285"/>
                    </a:lnTo>
                    <a:lnTo>
                      <a:pt x="41" y="282"/>
                    </a:lnTo>
                    <a:lnTo>
                      <a:pt x="36" y="278"/>
                    </a:lnTo>
                    <a:lnTo>
                      <a:pt x="31" y="275"/>
                    </a:lnTo>
                    <a:lnTo>
                      <a:pt x="25" y="270"/>
                    </a:lnTo>
                    <a:lnTo>
                      <a:pt x="20" y="266"/>
                    </a:lnTo>
                    <a:lnTo>
                      <a:pt x="16" y="262"/>
                    </a:lnTo>
                    <a:lnTo>
                      <a:pt x="12" y="257"/>
                    </a:lnTo>
                    <a:lnTo>
                      <a:pt x="7" y="253"/>
                    </a:lnTo>
                    <a:lnTo>
                      <a:pt x="3" y="248"/>
                    </a:lnTo>
                    <a:lnTo>
                      <a:pt x="65" y="117"/>
                    </a:lnTo>
                    <a:lnTo>
                      <a:pt x="61" y="109"/>
                    </a:lnTo>
                    <a:lnTo>
                      <a:pt x="53" y="102"/>
                    </a:lnTo>
                    <a:lnTo>
                      <a:pt x="44" y="96"/>
                    </a:lnTo>
                    <a:lnTo>
                      <a:pt x="33" y="91"/>
                    </a:lnTo>
                    <a:lnTo>
                      <a:pt x="24" y="85"/>
                    </a:lnTo>
                    <a:lnTo>
                      <a:pt x="13" y="79"/>
                    </a:lnTo>
                    <a:lnTo>
                      <a:pt x="5" y="71"/>
                    </a:lnTo>
                    <a:lnTo>
                      <a:pt x="0" y="62"/>
                    </a:lnTo>
                    <a:lnTo>
                      <a:pt x="0" y="53"/>
                    </a:lnTo>
                    <a:lnTo>
                      <a:pt x="3" y="44"/>
                    </a:lnTo>
                    <a:lnTo>
                      <a:pt x="7" y="37"/>
                    </a:lnTo>
                    <a:lnTo>
                      <a:pt x="12" y="28"/>
                    </a:lnTo>
                    <a:lnTo>
                      <a:pt x="19" y="22"/>
                    </a:lnTo>
                    <a:lnTo>
                      <a:pt x="27" y="15"/>
                    </a:lnTo>
                    <a:lnTo>
                      <a:pt x="37" y="9"/>
                    </a:lnTo>
                    <a:lnTo>
                      <a:pt x="46" y="3"/>
                    </a:lnTo>
                    <a:lnTo>
                      <a:pt x="54" y="0"/>
                    </a:lnTo>
                    <a:lnTo>
                      <a:pt x="61" y="0"/>
                    </a:lnTo>
                    <a:lnTo>
                      <a:pt x="68" y="0"/>
                    </a:lnTo>
                    <a:lnTo>
                      <a:pt x="75" y="3"/>
                    </a:lnTo>
                    <a:lnTo>
                      <a:pt x="82" y="6"/>
                    </a:lnTo>
                    <a:lnTo>
                      <a:pt x="88" y="11"/>
                    </a:lnTo>
                    <a:lnTo>
                      <a:pt x="94" y="15"/>
                    </a:lnTo>
                    <a:lnTo>
                      <a:pt x="98" y="21"/>
                    </a:lnTo>
                    <a:lnTo>
                      <a:pt x="103" y="29"/>
                    </a:lnTo>
                    <a:lnTo>
                      <a:pt x="108" y="38"/>
                    </a:lnTo>
                    <a:lnTo>
                      <a:pt x="116" y="45"/>
                    </a:lnTo>
                    <a:lnTo>
                      <a:pt x="123" y="52"/>
                    </a:lnTo>
                    <a:lnTo>
                      <a:pt x="132" y="57"/>
                    </a:lnTo>
                    <a:lnTo>
                      <a:pt x="141" y="62"/>
                    </a:lnTo>
                    <a:lnTo>
                      <a:pt x="152" y="64"/>
                    </a:lnTo>
                    <a:lnTo>
                      <a:pt x="164" y="66"/>
                    </a:lnTo>
                    <a:lnTo>
                      <a:pt x="175" y="64"/>
                    </a:lnTo>
                    <a:lnTo>
                      <a:pt x="187" y="61"/>
                    </a:lnTo>
                    <a:lnTo>
                      <a:pt x="196" y="57"/>
                    </a:lnTo>
                    <a:lnTo>
                      <a:pt x="206" y="50"/>
                    </a:lnTo>
                    <a:lnTo>
                      <a:pt x="215" y="43"/>
                    </a:lnTo>
                    <a:lnTo>
                      <a:pt x="223" y="34"/>
                    </a:lnTo>
                    <a:lnTo>
                      <a:pt x="230" y="26"/>
                    </a:lnTo>
                    <a:lnTo>
                      <a:pt x="237" y="17"/>
                    </a:lnTo>
                    <a:lnTo>
                      <a:pt x="243" y="16"/>
                    </a:lnTo>
                    <a:lnTo>
                      <a:pt x="249" y="17"/>
                    </a:lnTo>
                    <a:lnTo>
                      <a:pt x="254" y="18"/>
                    </a:lnTo>
                    <a:lnTo>
                      <a:pt x="260" y="20"/>
                    </a:lnTo>
                    <a:lnTo>
                      <a:pt x="265" y="22"/>
                    </a:lnTo>
                    <a:lnTo>
                      <a:pt x="270" y="25"/>
                    </a:lnTo>
                    <a:lnTo>
                      <a:pt x="275" y="27"/>
                    </a:lnTo>
                    <a:lnTo>
                      <a:pt x="279" y="31"/>
                    </a:lnTo>
                    <a:lnTo>
                      <a:pt x="284" y="34"/>
                    </a:lnTo>
                    <a:lnTo>
                      <a:pt x="288" y="38"/>
                    </a:lnTo>
                    <a:lnTo>
                      <a:pt x="293" y="43"/>
                    </a:lnTo>
                    <a:lnTo>
                      <a:pt x="297" y="47"/>
                    </a:lnTo>
                    <a:lnTo>
                      <a:pt x="301" y="52"/>
                    </a:lnTo>
                    <a:lnTo>
                      <a:pt x="305" y="56"/>
                    </a:lnTo>
                    <a:lnTo>
                      <a:pt x="309" y="61"/>
                    </a:lnTo>
                    <a:lnTo>
                      <a:pt x="314" y="66"/>
                    </a:lnTo>
                    <a:lnTo>
                      <a:pt x="318" y="72"/>
                    </a:lnTo>
                    <a:lnTo>
                      <a:pt x="320" y="79"/>
                    </a:lnTo>
                    <a:lnTo>
                      <a:pt x="319" y="85"/>
                    </a:lnTo>
                    <a:lnTo>
                      <a:pt x="317" y="92"/>
                    </a:lnTo>
                    <a:lnTo>
                      <a:pt x="314" y="98"/>
                    </a:lnTo>
                    <a:lnTo>
                      <a:pt x="309" y="104"/>
                    </a:lnTo>
                    <a:lnTo>
                      <a:pt x="305" y="109"/>
                    </a:lnTo>
                    <a:lnTo>
                      <a:pt x="300" y="114"/>
                    </a:lnTo>
                    <a:lnTo>
                      <a:pt x="296" y="115"/>
                    </a:lnTo>
                    <a:lnTo>
                      <a:pt x="291" y="117"/>
                    </a:lnTo>
                    <a:lnTo>
                      <a:pt x="287" y="119"/>
                    </a:lnTo>
                    <a:lnTo>
                      <a:pt x="283" y="120"/>
                    </a:lnTo>
                    <a:lnTo>
                      <a:pt x="278" y="123"/>
                    </a:lnTo>
                    <a:lnTo>
                      <a:pt x="273" y="124"/>
                    </a:lnTo>
                    <a:lnTo>
                      <a:pt x="268" y="126"/>
                    </a:lnTo>
                    <a:lnTo>
                      <a:pt x="262" y="127"/>
                    </a:lnTo>
                    <a:lnTo>
                      <a:pt x="260" y="130"/>
                    </a:lnTo>
                    <a:lnTo>
                      <a:pt x="257" y="135"/>
                    </a:lnTo>
                    <a:lnTo>
                      <a:pt x="254" y="140"/>
                    </a:lnTo>
                    <a:lnTo>
                      <a:pt x="250" y="145"/>
                    </a:lnTo>
                    <a:lnTo>
                      <a:pt x="249" y="152"/>
                    </a:lnTo>
                    <a:lnTo>
                      <a:pt x="248" y="158"/>
                    </a:lnTo>
                    <a:lnTo>
                      <a:pt x="249" y="164"/>
                    </a:lnTo>
                    <a:lnTo>
                      <a:pt x="252" y="169"/>
                    </a:lnTo>
                    <a:lnTo>
                      <a:pt x="257" y="180"/>
                    </a:lnTo>
                    <a:lnTo>
                      <a:pt x="263" y="189"/>
                    </a:lnTo>
                    <a:lnTo>
                      <a:pt x="271" y="196"/>
                    </a:lnTo>
                    <a:lnTo>
                      <a:pt x="279" y="204"/>
                    </a:lnTo>
                    <a:lnTo>
                      <a:pt x="288" y="210"/>
                    </a:lnTo>
                    <a:lnTo>
                      <a:pt x="298" y="217"/>
                    </a:lnTo>
                    <a:lnTo>
                      <a:pt x="308" y="224"/>
                    </a:lnTo>
                    <a:lnTo>
                      <a:pt x="317" y="231"/>
                    </a:lnTo>
                    <a:lnTo>
                      <a:pt x="321" y="231"/>
                    </a:lnTo>
                    <a:lnTo>
                      <a:pt x="326" y="231"/>
                    </a:lnTo>
                    <a:lnTo>
                      <a:pt x="330" y="231"/>
                    </a:lnTo>
                    <a:lnTo>
                      <a:pt x="334" y="231"/>
                    </a:lnTo>
                    <a:lnTo>
                      <a:pt x="339" y="231"/>
                    </a:lnTo>
                    <a:lnTo>
                      <a:pt x="344" y="231"/>
                    </a:lnTo>
                    <a:lnTo>
                      <a:pt x="349" y="231"/>
                    </a:lnTo>
                    <a:lnTo>
                      <a:pt x="354" y="231"/>
                    </a:lnTo>
                    <a:lnTo>
                      <a:pt x="358" y="228"/>
                    </a:lnTo>
                    <a:lnTo>
                      <a:pt x="363" y="222"/>
                    </a:lnTo>
                    <a:lnTo>
                      <a:pt x="368" y="215"/>
                    </a:lnTo>
                    <a:lnTo>
                      <a:pt x="373" y="209"/>
                    </a:lnTo>
                    <a:lnTo>
                      <a:pt x="377" y="200"/>
                    </a:lnTo>
                    <a:lnTo>
                      <a:pt x="380" y="192"/>
                    </a:lnTo>
                    <a:lnTo>
                      <a:pt x="383" y="183"/>
                    </a:lnTo>
                    <a:lnTo>
                      <a:pt x="383" y="176"/>
                    </a:lnTo>
                    <a:lnTo>
                      <a:pt x="385" y="171"/>
                    </a:lnTo>
                    <a:lnTo>
                      <a:pt x="388" y="167"/>
                    </a:lnTo>
                    <a:lnTo>
                      <a:pt x="392" y="163"/>
                    </a:lnTo>
                    <a:lnTo>
                      <a:pt x="398" y="160"/>
                    </a:lnTo>
                    <a:lnTo>
                      <a:pt x="404" y="158"/>
                    </a:lnTo>
                    <a:lnTo>
                      <a:pt x="410" y="156"/>
                    </a:lnTo>
                    <a:lnTo>
                      <a:pt x="417" y="155"/>
                    </a:lnTo>
                    <a:lnTo>
                      <a:pt x="423" y="155"/>
                    </a:lnTo>
                    <a:lnTo>
                      <a:pt x="497" y="213"/>
                    </a:lnTo>
                    <a:lnTo>
                      <a:pt x="495" y="221"/>
                    </a:lnTo>
                    <a:lnTo>
                      <a:pt x="492" y="227"/>
                    </a:lnTo>
                    <a:lnTo>
                      <a:pt x="487" y="232"/>
                    </a:lnTo>
                    <a:lnTo>
                      <a:pt x="482" y="238"/>
                    </a:lnTo>
                    <a:lnTo>
                      <a:pt x="476" y="243"/>
                    </a:lnTo>
                    <a:lnTo>
                      <a:pt x="470" y="248"/>
                    </a:lnTo>
                    <a:lnTo>
                      <a:pt x="464" y="253"/>
                    </a:lnTo>
                    <a:lnTo>
                      <a:pt x="458" y="259"/>
                    </a:lnTo>
                    <a:lnTo>
                      <a:pt x="451" y="264"/>
                    </a:lnTo>
                    <a:lnTo>
                      <a:pt x="446" y="269"/>
                    </a:lnTo>
                    <a:lnTo>
                      <a:pt x="441" y="275"/>
                    </a:lnTo>
                    <a:lnTo>
                      <a:pt x="438" y="282"/>
                    </a:lnTo>
                    <a:lnTo>
                      <a:pt x="434" y="288"/>
                    </a:lnTo>
                    <a:lnTo>
                      <a:pt x="433" y="296"/>
                    </a:lnTo>
                    <a:lnTo>
                      <a:pt x="433" y="304"/>
                    </a:lnTo>
                    <a:lnTo>
                      <a:pt x="434" y="313"/>
                    </a:lnTo>
                    <a:lnTo>
                      <a:pt x="439" y="323"/>
                    </a:lnTo>
                    <a:lnTo>
                      <a:pt x="446" y="329"/>
                    </a:lnTo>
                    <a:lnTo>
                      <a:pt x="456" y="335"/>
                    </a:lnTo>
                    <a:lnTo>
                      <a:pt x="467" y="339"/>
                    </a:lnTo>
                    <a:lnTo>
                      <a:pt x="478" y="343"/>
                    </a:lnTo>
                    <a:lnTo>
                      <a:pt x="488" y="348"/>
                    </a:lnTo>
                    <a:lnTo>
                      <a:pt x="497" y="354"/>
                    </a:lnTo>
                    <a:lnTo>
                      <a:pt x="505" y="362"/>
                    </a:lnTo>
                    <a:lnTo>
                      <a:pt x="442" y="445"/>
                    </a:lnTo>
                    <a:lnTo>
                      <a:pt x="343" y="362"/>
                    </a:lnTo>
                    <a:lnTo>
                      <a:pt x="336" y="366"/>
                    </a:lnTo>
                    <a:lnTo>
                      <a:pt x="329" y="370"/>
                    </a:lnTo>
                    <a:lnTo>
                      <a:pt x="323" y="377"/>
                    </a:lnTo>
                    <a:lnTo>
                      <a:pt x="317" y="382"/>
                    </a:lnTo>
                    <a:lnTo>
                      <a:pt x="312" y="388"/>
                    </a:lnTo>
                    <a:lnTo>
                      <a:pt x="306" y="395"/>
                    </a:lnTo>
                    <a:lnTo>
                      <a:pt x="302" y="401"/>
                    </a:lnTo>
                    <a:lnTo>
                      <a:pt x="296" y="408"/>
                    </a:lnTo>
                    <a:lnTo>
                      <a:pt x="292" y="415"/>
                    </a:lnTo>
                    <a:lnTo>
                      <a:pt x="287" y="423"/>
                    </a:lnTo>
                    <a:lnTo>
                      <a:pt x="283" y="430"/>
                    </a:lnTo>
                    <a:lnTo>
                      <a:pt x="278" y="437"/>
                    </a:lnTo>
                    <a:lnTo>
                      <a:pt x="272" y="445"/>
                    </a:lnTo>
                    <a:lnTo>
                      <a:pt x="267" y="452"/>
                    </a:lnTo>
                    <a:lnTo>
                      <a:pt x="262" y="459"/>
                    </a:lnTo>
                    <a:lnTo>
                      <a:pt x="256" y="465"/>
                    </a:lnTo>
                    <a:lnTo>
                      <a:pt x="252" y="46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8" name="Google Shape;198;p24"/>
              <p:cNvSpPr/>
              <p:nvPr/>
            </p:nvSpPr>
            <p:spPr>
              <a:xfrm>
                <a:off x="770064" y="4589844"/>
                <a:ext cx="709613" cy="825500"/>
              </a:xfrm>
              <a:custGeom>
                <a:pathLst>
                  <a:path extrusionOk="0" h="520" w="447">
                    <a:moveTo>
                      <a:pt x="272" y="519"/>
                    </a:moveTo>
                    <a:lnTo>
                      <a:pt x="265" y="512"/>
                    </a:lnTo>
                    <a:lnTo>
                      <a:pt x="259" y="505"/>
                    </a:lnTo>
                    <a:lnTo>
                      <a:pt x="254" y="495"/>
                    </a:lnTo>
                    <a:lnTo>
                      <a:pt x="252" y="486"/>
                    </a:lnTo>
                    <a:lnTo>
                      <a:pt x="248" y="475"/>
                    </a:lnTo>
                    <a:lnTo>
                      <a:pt x="246" y="465"/>
                    </a:lnTo>
                    <a:lnTo>
                      <a:pt x="245" y="454"/>
                    </a:lnTo>
                    <a:lnTo>
                      <a:pt x="242" y="444"/>
                    </a:lnTo>
                    <a:lnTo>
                      <a:pt x="239" y="434"/>
                    </a:lnTo>
                    <a:lnTo>
                      <a:pt x="235" y="425"/>
                    </a:lnTo>
                    <a:lnTo>
                      <a:pt x="230" y="417"/>
                    </a:lnTo>
                    <a:lnTo>
                      <a:pt x="223" y="411"/>
                    </a:lnTo>
                    <a:lnTo>
                      <a:pt x="215" y="406"/>
                    </a:lnTo>
                    <a:lnTo>
                      <a:pt x="205" y="403"/>
                    </a:lnTo>
                    <a:lnTo>
                      <a:pt x="193" y="402"/>
                    </a:lnTo>
                    <a:lnTo>
                      <a:pt x="177" y="403"/>
                    </a:lnTo>
                    <a:lnTo>
                      <a:pt x="168" y="407"/>
                    </a:lnTo>
                    <a:lnTo>
                      <a:pt x="159" y="410"/>
                    </a:lnTo>
                    <a:lnTo>
                      <a:pt x="150" y="412"/>
                    </a:lnTo>
                    <a:lnTo>
                      <a:pt x="140" y="415"/>
                    </a:lnTo>
                    <a:lnTo>
                      <a:pt x="131" y="416"/>
                    </a:lnTo>
                    <a:lnTo>
                      <a:pt x="122" y="417"/>
                    </a:lnTo>
                    <a:lnTo>
                      <a:pt x="112" y="417"/>
                    </a:lnTo>
                    <a:lnTo>
                      <a:pt x="102" y="417"/>
                    </a:lnTo>
                    <a:lnTo>
                      <a:pt x="99" y="412"/>
                    </a:lnTo>
                    <a:lnTo>
                      <a:pt x="96" y="406"/>
                    </a:lnTo>
                    <a:lnTo>
                      <a:pt x="93" y="399"/>
                    </a:lnTo>
                    <a:lnTo>
                      <a:pt x="90" y="393"/>
                    </a:lnTo>
                    <a:lnTo>
                      <a:pt x="87" y="385"/>
                    </a:lnTo>
                    <a:lnTo>
                      <a:pt x="84" y="378"/>
                    </a:lnTo>
                    <a:lnTo>
                      <a:pt x="81" y="370"/>
                    </a:lnTo>
                    <a:lnTo>
                      <a:pt x="79" y="362"/>
                    </a:lnTo>
                    <a:lnTo>
                      <a:pt x="78" y="355"/>
                    </a:lnTo>
                    <a:lnTo>
                      <a:pt x="76" y="347"/>
                    </a:lnTo>
                    <a:lnTo>
                      <a:pt x="75" y="339"/>
                    </a:lnTo>
                    <a:lnTo>
                      <a:pt x="74" y="332"/>
                    </a:lnTo>
                    <a:lnTo>
                      <a:pt x="74" y="324"/>
                    </a:lnTo>
                    <a:lnTo>
                      <a:pt x="75" y="316"/>
                    </a:lnTo>
                    <a:lnTo>
                      <a:pt x="76" y="309"/>
                    </a:lnTo>
                    <a:lnTo>
                      <a:pt x="78" y="302"/>
                    </a:lnTo>
                    <a:lnTo>
                      <a:pt x="87" y="299"/>
                    </a:lnTo>
                    <a:lnTo>
                      <a:pt x="97" y="298"/>
                    </a:lnTo>
                    <a:lnTo>
                      <a:pt x="106" y="300"/>
                    </a:lnTo>
                    <a:lnTo>
                      <a:pt x="116" y="302"/>
                    </a:lnTo>
                    <a:lnTo>
                      <a:pt x="126" y="305"/>
                    </a:lnTo>
                    <a:lnTo>
                      <a:pt x="136" y="306"/>
                    </a:lnTo>
                    <a:lnTo>
                      <a:pt x="146" y="307"/>
                    </a:lnTo>
                    <a:lnTo>
                      <a:pt x="157" y="305"/>
                    </a:lnTo>
                    <a:lnTo>
                      <a:pt x="165" y="302"/>
                    </a:lnTo>
                    <a:lnTo>
                      <a:pt x="170" y="298"/>
                    </a:lnTo>
                    <a:lnTo>
                      <a:pt x="175" y="294"/>
                    </a:lnTo>
                    <a:lnTo>
                      <a:pt x="179" y="290"/>
                    </a:lnTo>
                    <a:lnTo>
                      <a:pt x="182" y="284"/>
                    </a:lnTo>
                    <a:lnTo>
                      <a:pt x="185" y="278"/>
                    </a:lnTo>
                    <a:lnTo>
                      <a:pt x="186" y="273"/>
                    </a:lnTo>
                    <a:lnTo>
                      <a:pt x="187" y="266"/>
                    </a:lnTo>
                    <a:lnTo>
                      <a:pt x="188" y="259"/>
                    </a:lnTo>
                    <a:lnTo>
                      <a:pt x="189" y="253"/>
                    </a:lnTo>
                    <a:lnTo>
                      <a:pt x="189" y="246"/>
                    </a:lnTo>
                    <a:lnTo>
                      <a:pt x="189" y="239"/>
                    </a:lnTo>
                    <a:lnTo>
                      <a:pt x="189" y="232"/>
                    </a:lnTo>
                    <a:lnTo>
                      <a:pt x="189" y="226"/>
                    </a:lnTo>
                    <a:lnTo>
                      <a:pt x="188" y="219"/>
                    </a:lnTo>
                    <a:lnTo>
                      <a:pt x="188" y="213"/>
                    </a:lnTo>
                    <a:lnTo>
                      <a:pt x="186" y="204"/>
                    </a:lnTo>
                    <a:lnTo>
                      <a:pt x="182" y="198"/>
                    </a:lnTo>
                    <a:lnTo>
                      <a:pt x="178" y="191"/>
                    </a:lnTo>
                    <a:lnTo>
                      <a:pt x="173" y="185"/>
                    </a:lnTo>
                    <a:lnTo>
                      <a:pt x="167" y="180"/>
                    </a:lnTo>
                    <a:lnTo>
                      <a:pt x="161" y="176"/>
                    </a:lnTo>
                    <a:lnTo>
                      <a:pt x="153" y="171"/>
                    </a:lnTo>
                    <a:lnTo>
                      <a:pt x="146" y="167"/>
                    </a:lnTo>
                    <a:lnTo>
                      <a:pt x="138" y="167"/>
                    </a:lnTo>
                    <a:lnTo>
                      <a:pt x="130" y="170"/>
                    </a:lnTo>
                    <a:lnTo>
                      <a:pt x="123" y="172"/>
                    </a:lnTo>
                    <a:lnTo>
                      <a:pt x="116" y="175"/>
                    </a:lnTo>
                    <a:lnTo>
                      <a:pt x="108" y="178"/>
                    </a:lnTo>
                    <a:lnTo>
                      <a:pt x="100" y="182"/>
                    </a:lnTo>
                    <a:lnTo>
                      <a:pt x="93" y="185"/>
                    </a:lnTo>
                    <a:lnTo>
                      <a:pt x="86" y="189"/>
                    </a:lnTo>
                    <a:lnTo>
                      <a:pt x="79" y="191"/>
                    </a:lnTo>
                    <a:lnTo>
                      <a:pt x="71" y="194"/>
                    </a:lnTo>
                    <a:lnTo>
                      <a:pt x="64" y="194"/>
                    </a:lnTo>
                    <a:lnTo>
                      <a:pt x="56" y="194"/>
                    </a:lnTo>
                    <a:lnTo>
                      <a:pt x="48" y="193"/>
                    </a:lnTo>
                    <a:lnTo>
                      <a:pt x="41" y="190"/>
                    </a:lnTo>
                    <a:lnTo>
                      <a:pt x="34" y="185"/>
                    </a:lnTo>
                    <a:lnTo>
                      <a:pt x="26" y="179"/>
                    </a:lnTo>
                    <a:lnTo>
                      <a:pt x="24" y="175"/>
                    </a:lnTo>
                    <a:lnTo>
                      <a:pt x="21" y="171"/>
                    </a:lnTo>
                    <a:lnTo>
                      <a:pt x="19" y="166"/>
                    </a:lnTo>
                    <a:lnTo>
                      <a:pt x="15" y="162"/>
                    </a:lnTo>
                    <a:lnTo>
                      <a:pt x="13" y="157"/>
                    </a:lnTo>
                    <a:lnTo>
                      <a:pt x="11" y="151"/>
                    </a:lnTo>
                    <a:lnTo>
                      <a:pt x="9" y="146"/>
                    </a:lnTo>
                    <a:lnTo>
                      <a:pt x="7" y="139"/>
                    </a:lnTo>
                    <a:lnTo>
                      <a:pt x="6" y="134"/>
                    </a:lnTo>
                    <a:lnTo>
                      <a:pt x="4" y="129"/>
                    </a:lnTo>
                    <a:lnTo>
                      <a:pt x="2" y="122"/>
                    </a:lnTo>
                    <a:lnTo>
                      <a:pt x="1" y="116"/>
                    </a:lnTo>
                    <a:lnTo>
                      <a:pt x="0" y="111"/>
                    </a:lnTo>
                    <a:lnTo>
                      <a:pt x="0" y="104"/>
                    </a:lnTo>
                    <a:lnTo>
                      <a:pt x="0" y="98"/>
                    </a:lnTo>
                    <a:lnTo>
                      <a:pt x="0" y="92"/>
                    </a:lnTo>
                    <a:lnTo>
                      <a:pt x="378" y="0"/>
                    </a:lnTo>
                    <a:lnTo>
                      <a:pt x="383" y="5"/>
                    </a:lnTo>
                    <a:lnTo>
                      <a:pt x="387" y="12"/>
                    </a:lnTo>
                    <a:lnTo>
                      <a:pt x="391" y="18"/>
                    </a:lnTo>
                    <a:lnTo>
                      <a:pt x="394" y="26"/>
                    </a:lnTo>
                    <a:lnTo>
                      <a:pt x="397" y="33"/>
                    </a:lnTo>
                    <a:lnTo>
                      <a:pt x="399" y="41"/>
                    </a:lnTo>
                    <a:lnTo>
                      <a:pt x="401" y="49"/>
                    </a:lnTo>
                    <a:lnTo>
                      <a:pt x="403" y="57"/>
                    </a:lnTo>
                    <a:lnTo>
                      <a:pt x="405" y="65"/>
                    </a:lnTo>
                    <a:lnTo>
                      <a:pt x="406" y="74"/>
                    </a:lnTo>
                    <a:lnTo>
                      <a:pt x="407" y="82"/>
                    </a:lnTo>
                    <a:lnTo>
                      <a:pt x="408" y="91"/>
                    </a:lnTo>
                    <a:lnTo>
                      <a:pt x="410" y="99"/>
                    </a:lnTo>
                    <a:lnTo>
                      <a:pt x="411" y="107"/>
                    </a:lnTo>
                    <a:lnTo>
                      <a:pt x="412" y="115"/>
                    </a:lnTo>
                    <a:lnTo>
                      <a:pt x="413" y="123"/>
                    </a:lnTo>
                    <a:lnTo>
                      <a:pt x="401" y="138"/>
                    </a:lnTo>
                    <a:lnTo>
                      <a:pt x="396" y="141"/>
                    </a:lnTo>
                    <a:lnTo>
                      <a:pt x="391" y="143"/>
                    </a:lnTo>
                    <a:lnTo>
                      <a:pt x="386" y="144"/>
                    </a:lnTo>
                    <a:lnTo>
                      <a:pt x="380" y="144"/>
                    </a:lnTo>
                    <a:lnTo>
                      <a:pt x="375" y="144"/>
                    </a:lnTo>
                    <a:lnTo>
                      <a:pt x="370" y="144"/>
                    </a:lnTo>
                    <a:lnTo>
                      <a:pt x="365" y="143"/>
                    </a:lnTo>
                    <a:lnTo>
                      <a:pt x="359" y="142"/>
                    </a:lnTo>
                    <a:lnTo>
                      <a:pt x="354" y="141"/>
                    </a:lnTo>
                    <a:lnTo>
                      <a:pt x="348" y="139"/>
                    </a:lnTo>
                    <a:lnTo>
                      <a:pt x="343" y="139"/>
                    </a:lnTo>
                    <a:lnTo>
                      <a:pt x="338" y="138"/>
                    </a:lnTo>
                    <a:lnTo>
                      <a:pt x="332" y="137"/>
                    </a:lnTo>
                    <a:lnTo>
                      <a:pt x="326" y="136"/>
                    </a:lnTo>
                    <a:lnTo>
                      <a:pt x="320" y="137"/>
                    </a:lnTo>
                    <a:lnTo>
                      <a:pt x="314" y="138"/>
                    </a:lnTo>
                    <a:lnTo>
                      <a:pt x="307" y="141"/>
                    </a:lnTo>
                    <a:lnTo>
                      <a:pt x="301" y="146"/>
                    </a:lnTo>
                    <a:lnTo>
                      <a:pt x="295" y="152"/>
                    </a:lnTo>
                    <a:lnTo>
                      <a:pt x="290" y="159"/>
                    </a:lnTo>
                    <a:lnTo>
                      <a:pt x="286" y="166"/>
                    </a:lnTo>
                    <a:lnTo>
                      <a:pt x="284" y="175"/>
                    </a:lnTo>
                    <a:lnTo>
                      <a:pt x="282" y="184"/>
                    </a:lnTo>
                    <a:lnTo>
                      <a:pt x="283" y="194"/>
                    </a:lnTo>
                    <a:lnTo>
                      <a:pt x="285" y="199"/>
                    </a:lnTo>
                    <a:lnTo>
                      <a:pt x="286" y="204"/>
                    </a:lnTo>
                    <a:lnTo>
                      <a:pt x="286" y="210"/>
                    </a:lnTo>
                    <a:lnTo>
                      <a:pt x="287" y="217"/>
                    </a:lnTo>
                    <a:lnTo>
                      <a:pt x="289" y="222"/>
                    </a:lnTo>
                    <a:lnTo>
                      <a:pt x="290" y="229"/>
                    </a:lnTo>
                    <a:lnTo>
                      <a:pt x="292" y="235"/>
                    </a:lnTo>
                    <a:lnTo>
                      <a:pt x="293" y="241"/>
                    </a:lnTo>
                    <a:lnTo>
                      <a:pt x="295" y="247"/>
                    </a:lnTo>
                    <a:lnTo>
                      <a:pt x="298" y="253"/>
                    </a:lnTo>
                    <a:lnTo>
                      <a:pt x="300" y="259"/>
                    </a:lnTo>
                    <a:lnTo>
                      <a:pt x="304" y="264"/>
                    </a:lnTo>
                    <a:lnTo>
                      <a:pt x="308" y="268"/>
                    </a:lnTo>
                    <a:lnTo>
                      <a:pt x="313" y="273"/>
                    </a:lnTo>
                    <a:lnTo>
                      <a:pt x="319" y="276"/>
                    </a:lnTo>
                    <a:lnTo>
                      <a:pt x="326" y="279"/>
                    </a:lnTo>
                    <a:lnTo>
                      <a:pt x="332" y="282"/>
                    </a:lnTo>
                    <a:lnTo>
                      <a:pt x="339" y="284"/>
                    </a:lnTo>
                    <a:lnTo>
                      <a:pt x="345" y="284"/>
                    </a:lnTo>
                    <a:lnTo>
                      <a:pt x="351" y="284"/>
                    </a:lnTo>
                    <a:lnTo>
                      <a:pt x="357" y="282"/>
                    </a:lnTo>
                    <a:lnTo>
                      <a:pt x="362" y="280"/>
                    </a:lnTo>
                    <a:lnTo>
                      <a:pt x="367" y="278"/>
                    </a:lnTo>
                    <a:lnTo>
                      <a:pt x="373" y="274"/>
                    </a:lnTo>
                    <a:lnTo>
                      <a:pt x="379" y="272"/>
                    </a:lnTo>
                    <a:lnTo>
                      <a:pt x="385" y="268"/>
                    </a:lnTo>
                    <a:lnTo>
                      <a:pt x="390" y="266"/>
                    </a:lnTo>
                    <a:lnTo>
                      <a:pt x="396" y="264"/>
                    </a:lnTo>
                    <a:lnTo>
                      <a:pt x="402" y="262"/>
                    </a:lnTo>
                    <a:lnTo>
                      <a:pt x="407" y="260"/>
                    </a:lnTo>
                    <a:lnTo>
                      <a:pt x="414" y="260"/>
                    </a:lnTo>
                    <a:lnTo>
                      <a:pt x="420" y="261"/>
                    </a:lnTo>
                    <a:lnTo>
                      <a:pt x="426" y="265"/>
                    </a:lnTo>
                    <a:lnTo>
                      <a:pt x="429" y="270"/>
                    </a:lnTo>
                    <a:lnTo>
                      <a:pt x="432" y="275"/>
                    </a:lnTo>
                    <a:lnTo>
                      <a:pt x="434" y="281"/>
                    </a:lnTo>
                    <a:lnTo>
                      <a:pt x="436" y="287"/>
                    </a:lnTo>
                    <a:lnTo>
                      <a:pt x="439" y="292"/>
                    </a:lnTo>
                    <a:lnTo>
                      <a:pt x="439" y="299"/>
                    </a:lnTo>
                    <a:lnTo>
                      <a:pt x="440" y="305"/>
                    </a:lnTo>
                    <a:lnTo>
                      <a:pt x="442" y="312"/>
                    </a:lnTo>
                    <a:lnTo>
                      <a:pt x="442" y="319"/>
                    </a:lnTo>
                    <a:lnTo>
                      <a:pt x="443" y="325"/>
                    </a:lnTo>
                    <a:lnTo>
                      <a:pt x="443" y="332"/>
                    </a:lnTo>
                    <a:lnTo>
                      <a:pt x="444" y="338"/>
                    </a:lnTo>
                    <a:lnTo>
                      <a:pt x="445" y="345"/>
                    </a:lnTo>
                    <a:lnTo>
                      <a:pt x="445" y="352"/>
                    </a:lnTo>
                    <a:lnTo>
                      <a:pt x="446" y="358"/>
                    </a:lnTo>
                    <a:lnTo>
                      <a:pt x="436" y="358"/>
                    </a:lnTo>
                    <a:lnTo>
                      <a:pt x="426" y="359"/>
                    </a:lnTo>
                    <a:lnTo>
                      <a:pt x="417" y="361"/>
                    </a:lnTo>
                    <a:lnTo>
                      <a:pt x="406" y="363"/>
                    </a:lnTo>
                    <a:lnTo>
                      <a:pt x="397" y="366"/>
                    </a:lnTo>
                    <a:lnTo>
                      <a:pt x="386" y="369"/>
                    </a:lnTo>
                    <a:lnTo>
                      <a:pt x="377" y="372"/>
                    </a:lnTo>
                    <a:lnTo>
                      <a:pt x="366" y="377"/>
                    </a:lnTo>
                    <a:lnTo>
                      <a:pt x="363" y="380"/>
                    </a:lnTo>
                    <a:lnTo>
                      <a:pt x="359" y="385"/>
                    </a:lnTo>
                    <a:lnTo>
                      <a:pt x="354" y="391"/>
                    </a:lnTo>
                    <a:lnTo>
                      <a:pt x="351" y="398"/>
                    </a:lnTo>
                    <a:lnTo>
                      <a:pt x="347" y="406"/>
                    </a:lnTo>
                    <a:lnTo>
                      <a:pt x="346" y="414"/>
                    </a:lnTo>
                    <a:lnTo>
                      <a:pt x="347" y="421"/>
                    </a:lnTo>
                    <a:lnTo>
                      <a:pt x="350" y="429"/>
                    </a:lnTo>
                    <a:lnTo>
                      <a:pt x="353" y="437"/>
                    </a:lnTo>
                    <a:lnTo>
                      <a:pt x="358" y="444"/>
                    </a:lnTo>
                    <a:lnTo>
                      <a:pt x="363" y="450"/>
                    </a:lnTo>
                    <a:lnTo>
                      <a:pt x="368" y="458"/>
                    </a:lnTo>
                    <a:lnTo>
                      <a:pt x="372" y="464"/>
                    </a:lnTo>
                    <a:lnTo>
                      <a:pt x="374" y="472"/>
                    </a:lnTo>
                    <a:lnTo>
                      <a:pt x="375" y="480"/>
                    </a:lnTo>
                    <a:lnTo>
                      <a:pt x="373" y="489"/>
                    </a:lnTo>
                    <a:lnTo>
                      <a:pt x="369" y="492"/>
                    </a:lnTo>
                    <a:lnTo>
                      <a:pt x="364" y="495"/>
                    </a:lnTo>
                    <a:lnTo>
                      <a:pt x="359" y="498"/>
                    </a:lnTo>
                    <a:lnTo>
                      <a:pt x="353" y="500"/>
                    </a:lnTo>
                    <a:lnTo>
                      <a:pt x="347" y="503"/>
                    </a:lnTo>
                    <a:lnTo>
                      <a:pt x="341" y="505"/>
                    </a:lnTo>
                    <a:lnTo>
                      <a:pt x="336" y="508"/>
                    </a:lnTo>
                    <a:lnTo>
                      <a:pt x="330" y="509"/>
                    </a:lnTo>
                    <a:lnTo>
                      <a:pt x="323" y="511"/>
                    </a:lnTo>
                    <a:lnTo>
                      <a:pt x="317" y="512"/>
                    </a:lnTo>
                    <a:lnTo>
                      <a:pt x="311" y="514"/>
                    </a:lnTo>
                    <a:lnTo>
                      <a:pt x="304" y="515"/>
                    </a:lnTo>
                    <a:lnTo>
                      <a:pt x="298" y="516"/>
                    </a:lnTo>
                    <a:lnTo>
                      <a:pt x="292" y="517"/>
                    </a:lnTo>
                    <a:lnTo>
                      <a:pt x="285" y="518"/>
                    </a:lnTo>
                    <a:lnTo>
                      <a:pt x="279" y="519"/>
                    </a:lnTo>
                    <a:lnTo>
                      <a:pt x="272" y="51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9" name="Google Shape;199;p24"/>
              <p:cNvSpPr/>
              <p:nvPr/>
            </p:nvSpPr>
            <p:spPr>
              <a:xfrm>
                <a:off x="90614" y="3884994"/>
                <a:ext cx="649288" cy="985838"/>
              </a:xfrm>
              <a:custGeom>
                <a:pathLst>
                  <a:path extrusionOk="0" h="621" w="409">
                    <a:moveTo>
                      <a:pt x="266" y="611"/>
                    </a:moveTo>
                    <a:lnTo>
                      <a:pt x="254" y="616"/>
                    </a:lnTo>
                    <a:lnTo>
                      <a:pt x="243" y="618"/>
                    </a:lnTo>
                    <a:lnTo>
                      <a:pt x="232" y="620"/>
                    </a:lnTo>
                    <a:lnTo>
                      <a:pt x="221" y="619"/>
                    </a:lnTo>
                    <a:lnTo>
                      <a:pt x="210" y="617"/>
                    </a:lnTo>
                    <a:lnTo>
                      <a:pt x="199" y="611"/>
                    </a:lnTo>
                    <a:lnTo>
                      <a:pt x="189" y="605"/>
                    </a:lnTo>
                    <a:lnTo>
                      <a:pt x="179" y="598"/>
                    </a:lnTo>
                    <a:lnTo>
                      <a:pt x="179" y="588"/>
                    </a:lnTo>
                    <a:lnTo>
                      <a:pt x="180" y="577"/>
                    </a:lnTo>
                    <a:lnTo>
                      <a:pt x="182" y="565"/>
                    </a:lnTo>
                    <a:lnTo>
                      <a:pt x="186" y="555"/>
                    </a:lnTo>
                    <a:lnTo>
                      <a:pt x="190" y="543"/>
                    </a:lnTo>
                    <a:lnTo>
                      <a:pt x="192" y="531"/>
                    </a:lnTo>
                    <a:lnTo>
                      <a:pt x="193" y="519"/>
                    </a:lnTo>
                    <a:lnTo>
                      <a:pt x="189" y="506"/>
                    </a:lnTo>
                    <a:lnTo>
                      <a:pt x="182" y="500"/>
                    </a:lnTo>
                    <a:lnTo>
                      <a:pt x="173" y="495"/>
                    </a:lnTo>
                    <a:lnTo>
                      <a:pt x="165" y="492"/>
                    </a:lnTo>
                    <a:lnTo>
                      <a:pt x="155" y="489"/>
                    </a:lnTo>
                    <a:lnTo>
                      <a:pt x="146" y="489"/>
                    </a:lnTo>
                    <a:lnTo>
                      <a:pt x="136" y="488"/>
                    </a:lnTo>
                    <a:lnTo>
                      <a:pt x="126" y="490"/>
                    </a:lnTo>
                    <a:lnTo>
                      <a:pt x="117" y="490"/>
                    </a:lnTo>
                    <a:lnTo>
                      <a:pt x="107" y="493"/>
                    </a:lnTo>
                    <a:lnTo>
                      <a:pt x="97" y="495"/>
                    </a:lnTo>
                    <a:lnTo>
                      <a:pt x="87" y="497"/>
                    </a:lnTo>
                    <a:lnTo>
                      <a:pt x="76" y="499"/>
                    </a:lnTo>
                    <a:lnTo>
                      <a:pt x="65" y="502"/>
                    </a:lnTo>
                    <a:lnTo>
                      <a:pt x="55" y="503"/>
                    </a:lnTo>
                    <a:lnTo>
                      <a:pt x="44" y="505"/>
                    </a:lnTo>
                    <a:lnTo>
                      <a:pt x="34" y="506"/>
                    </a:lnTo>
                    <a:lnTo>
                      <a:pt x="30" y="502"/>
                    </a:lnTo>
                    <a:lnTo>
                      <a:pt x="28" y="498"/>
                    </a:lnTo>
                    <a:lnTo>
                      <a:pt x="25" y="493"/>
                    </a:lnTo>
                    <a:lnTo>
                      <a:pt x="23" y="489"/>
                    </a:lnTo>
                    <a:lnTo>
                      <a:pt x="23" y="483"/>
                    </a:lnTo>
                    <a:lnTo>
                      <a:pt x="21" y="478"/>
                    </a:lnTo>
                    <a:lnTo>
                      <a:pt x="21" y="472"/>
                    </a:lnTo>
                    <a:lnTo>
                      <a:pt x="20" y="466"/>
                    </a:lnTo>
                    <a:lnTo>
                      <a:pt x="19" y="460"/>
                    </a:lnTo>
                    <a:lnTo>
                      <a:pt x="19" y="454"/>
                    </a:lnTo>
                    <a:lnTo>
                      <a:pt x="19" y="448"/>
                    </a:lnTo>
                    <a:lnTo>
                      <a:pt x="19" y="442"/>
                    </a:lnTo>
                    <a:lnTo>
                      <a:pt x="18" y="435"/>
                    </a:lnTo>
                    <a:lnTo>
                      <a:pt x="17" y="429"/>
                    </a:lnTo>
                    <a:lnTo>
                      <a:pt x="17" y="423"/>
                    </a:lnTo>
                    <a:lnTo>
                      <a:pt x="15" y="417"/>
                    </a:lnTo>
                    <a:lnTo>
                      <a:pt x="14" y="410"/>
                    </a:lnTo>
                    <a:lnTo>
                      <a:pt x="17" y="402"/>
                    </a:lnTo>
                    <a:lnTo>
                      <a:pt x="21" y="396"/>
                    </a:lnTo>
                    <a:lnTo>
                      <a:pt x="26" y="391"/>
                    </a:lnTo>
                    <a:lnTo>
                      <a:pt x="35" y="386"/>
                    </a:lnTo>
                    <a:lnTo>
                      <a:pt x="42" y="381"/>
                    </a:lnTo>
                    <a:lnTo>
                      <a:pt x="52" y="377"/>
                    </a:lnTo>
                    <a:lnTo>
                      <a:pt x="61" y="374"/>
                    </a:lnTo>
                    <a:lnTo>
                      <a:pt x="67" y="373"/>
                    </a:lnTo>
                    <a:lnTo>
                      <a:pt x="75" y="374"/>
                    </a:lnTo>
                    <a:lnTo>
                      <a:pt x="82" y="375"/>
                    </a:lnTo>
                    <a:lnTo>
                      <a:pt x="91" y="375"/>
                    </a:lnTo>
                    <a:lnTo>
                      <a:pt x="98" y="376"/>
                    </a:lnTo>
                    <a:lnTo>
                      <a:pt x="107" y="375"/>
                    </a:lnTo>
                    <a:lnTo>
                      <a:pt x="116" y="373"/>
                    </a:lnTo>
                    <a:lnTo>
                      <a:pt x="127" y="371"/>
                    </a:lnTo>
                    <a:lnTo>
                      <a:pt x="130" y="366"/>
                    </a:lnTo>
                    <a:lnTo>
                      <a:pt x="134" y="359"/>
                    </a:lnTo>
                    <a:lnTo>
                      <a:pt x="137" y="354"/>
                    </a:lnTo>
                    <a:lnTo>
                      <a:pt x="140" y="348"/>
                    </a:lnTo>
                    <a:lnTo>
                      <a:pt x="144" y="341"/>
                    </a:lnTo>
                    <a:lnTo>
                      <a:pt x="148" y="334"/>
                    </a:lnTo>
                    <a:lnTo>
                      <a:pt x="151" y="327"/>
                    </a:lnTo>
                    <a:lnTo>
                      <a:pt x="156" y="321"/>
                    </a:lnTo>
                    <a:lnTo>
                      <a:pt x="153" y="313"/>
                    </a:lnTo>
                    <a:lnTo>
                      <a:pt x="151" y="304"/>
                    </a:lnTo>
                    <a:lnTo>
                      <a:pt x="151" y="294"/>
                    </a:lnTo>
                    <a:lnTo>
                      <a:pt x="149" y="285"/>
                    </a:lnTo>
                    <a:lnTo>
                      <a:pt x="147" y="275"/>
                    </a:lnTo>
                    <a:lnTo>
                      <a:pt x="143" y="269"/>
                    </a:lnTo>
                    <a:lnTo>
                      <a:pt x="137" y="262"/>
                    </a:lnTo>
                    <a:lnTo>
                      <a:pt x="129" y="257"/>
                    </a:lnTo>
                    <a:lnTo>
                      <a:pt x="123" y="257"/>
                    </a:lnTo>
                    <a:lnTo>
                      <a:pt x="117" y="257"/>
                    </a:lnTo>
                    <a:lnTo>
                      <a:pt x="111" y="256"/>
                    </a:lnTo>
                    <a:lnTo>
                      <a:pt x="104" y="258"/>
                    </a:lnTo>
                    <a:lnTo>
                      <a:pt x="98" y="259"/>
                    </a:lnTo>
                    <a:lnTo>
                      <a:pt x="92" y="261"/>
                    </a:lnTo>
                    <a:lnTo>
                      <a:pt x="86" y="264"/>
                    </a:lnTo>
                    <a:lnTo>
                      <a:pt x="80" y="266"/>
                    </a:lnTo>
                    <a:lnTo>
                      <a:pt x="73" y="270"/>
                    </a:lnTo>
                    <a:lnTo>
                      <a:pt x="67" y="273"/>
                    </a:lnTo>
                    <a:lnTo>
                      <a:pt x="60" y="275"/>
                    </a:lnTo>
                    <a:lnTo>
                      <a:pt x="55" y="278"/>
                    </a:lnTo>
                    <a:lnTo>
                      <a:pt x="48" y="280"/>
                    </a:lnTo>
                    <a:lnTo>
                      <a:pt x="41" y="282"/>
                    </a:lnTo>
                    <a:lnTo>
                      <a:pt x="35" y="282"/>
                    </a:lnTo>
                    <a:lnTo>
                      <a:pt x="28" y="283"/>
                    </a:lnTo>
                    <a:lnTo>
                      <a:pt x="20" y="280"/>
                    </a:lnTo>
                    <a:lnTo>
                      <a:pt x="12" y="275"/>
                    </a:lnTo>
                    <a:lnTo>
                      <a:pt x="6" y="268"/>
                    </a:lnTo>
                    <a:lnTo>
                      <a:pt x="2" y="259"/>
                    </a:lnTo>
                    <a:lnTo>
                      <a:pt x="2" y="252"/>
                    </a:lnTo>
                    <a:lnTo>
                      <a:pt x="0" y="241"/>
                    </a:lnTo>
                    <a:lnTo>
                      <a:pt x="1" y="231"/>
                    </a:lnTo>
                    <a:lnTo>
                      <a:pt x="5" y="222"/>
                    </a:lnTo>
                    <a:lnTo>
                      <a:pt x="6" y="217"/>
                    </a:lnTo>
                    <a:lnTo>
                      <a:pt x="8" y="210"/>
                    </a:lnTo>
                    <a:lnTo>
                      <a:pt x="9" y="205"/>
                    </a:lnTo>
                    <a:lnTo>
                      <a:pt x="10" y="196"/>
                    </a:lnTo>
                    <a:lnTo>
                      <a:pt x="12" y="190"/>
                    </a:lnTo>
                    <a:lnTo>
                      <a:pt x="13" y="183"/>
                    </a:lnTo>
                    <a:lnTo>
                      <a:pt x="15" y="175"/>
                    </a:lnTo>
                    <a:lnTo>
                      <a:pt x="17" y="167"/>
                    </a:lnTo>
                    <a:lnTo>
                      <a:pt x="26" y="165"/>
                    </a:lnTo>
                    <a:lnTo>
                      <a:pt x="34" y="163"/>
                    </a:lnTo>
                    <a:lnTo>
                      <a:pt x="44" y="161"/>
                    </a:lnTo>
                    <a:lnTo>
                      <a:pt x="54" y="160"/>
                    </a:lnTo>
                    <a:lnTo>
                      <a:pt x="64" y="158"/>
                    </a:lnTo>
                    <a:lnTo>
                      <a:pt x="75" y="158"/>
                    </a:lnTo>
                    <a:lnTo>
                      <a:pt x="87" y="156"/>
                    </a:lnTo>
                    <a:lnTo>
                      <a:pt x="97" y="155"/>
                    </a:lnTo>
                    <a:lnTo>
                      <a:pt x="108" y="153"/>
                    </a:lnTo>
                    <a:lnTo>
                      <a:pt x="118" y="150"/>
                    </a:lnTo>
                    <a:lnTo>
                      <a:pt x="127" y="145"/>
                    </a:lnTo>
                    <a:lnTo>
                      <a:pt x="136" y="140"/>
                    </a:lnTo>
                    <a:lnTo>
                      <a:pt x="142" y="132"/>
                    </a:lnTo>
                    <a:lnTo>
                      <a:pt x="148" y="124"/>
                    </a:lnTo>
                    <a:lnTo>
                      <a:pt x="154" y="113"/>
                    </a:lnTo>
                    <a:lnTo>
                      <a:pt x="157" y="99"/>
                    </a:lnTo>
                    <a:lnTo>
                      <a:pt x="157" y="91"/>
                    </a:lnTo>
                    <a:lnTo>
                      <a:pt x="156" y="81"/>
                    </a:lnTo>
                    <a:lnTo>
                      <a:pt x="152" y="72"/>
                    </a:lnTo>
                    <a:lnTo>
                      <a:pt x="149" y="61"/>
                    </a:lnTo>
                    <a:lnTo>
                      <a:pt x="147" y="51"/>
                    </a:lnTo>
                    <a:lnTo>
                      <a:pt x="147" y="39"/>
                    </a:lnTo>
                    <a:lnTo>
                      <a:pt x="150" y="29"/>
                    </a:lnTo>
                    <a:lnTo>
                      <a:pt x="156" y="18"/>
                    </a:lnTo>
                    <a:lnTo>
                      <a:pt x="166" y="13"/>
                    </a:lnTo>
                    <a:lnTo>
                      <a:pt x="175" y="8"/>
                    </a:lnTo>
                    <a:lnTo>
                      <a:pt x="186" y="4"/>
                    </a:lnTo>
                    <a:lnTo>
                      <a:pt x="196" y="1"/>
                    </a:lnTo>
                    <a:lnTo>
                      <a:pt x="207" y="0"/>
                    </a:lnTo>
                    <a:lnTo>
                      <a:pt x="217" y="0"/>
                    </a:lnTo>
                    <a:lnTo>
                      <a:pt x="228" y="1"/>
                    </a:lnTo>
                    <a:lnTo>
                      <a:pt x="239" y="3"/>
                    </a:lnTo>
                    <a:lnTo>
                      <a:pt x="246" y="9"/>
                    </a:lnTo>
                    <a:lnTo>
                      <a:pt x="249" y="14"/>
                    </a:lnTo>
                    <a:lnTo>
                      <a:pt x="252" y="22"/>
                    </a:lnTo>
                    <a:lnTo>
                      <a:pt x="252" y="29"/>
                    </a:lnTo>
                    <a:lnTo>
                      <a:pt x="252" y="36"/>
                    </a:lnTo>
                    <a:lnTo>
                      <a:pt x="250" y="44"/>
                    </a:lnTo>
                    <a:lnTo>
                      <a:pt x="248" y="53"/>
                    </a:lnTo>
                    <a:lnTo>
                      <a:pt x="246" y="61"/>
                    </a:lnTo>
                    <a:lnTo>
                      <a:pt x="244" y="69"/>
                    </a:lnTo>
                    <a:lnTo>
                      <a:pt x="241" y="78"/>
                    </a:lnTo>
                    <a:lnTo>
                      <a:pt x="241" y="86"/>
                    </a:lnTo>
                    <a:lnTo>
                      <a:pt x="239" y="94"/>
                    </a:lnTo>
                    <a:lnTo>
                      <a:pt x="241" y="102"/>
                    </a:lnTo>
                    <a:lnTo>
                      <a:pt x="242" y="109"/>
                    </a:lnTo>
                    <a:lnTo>
                      <a:pt x="247" y="116"/>
                    </a:lnTo>
                    <a:lnTo>
                      <a:pt x="253" y="122"/>
                    </a:lnTo>
                    <a:lnTo>
                      <a:pt x="376" y="124"/>
                    </a:lnTo>
                    <a:lnTo>
                      <a:pt x="377" y="244"/>
                    </a:lnTo>
                    <a:lnTo>
                      <a:pt x="371" y="252"/>
                    </a:lnTo>
                    <a:lnTo>
                      <a:pt x="363" y="257"/>
                    </a:lnTo>
                    <a:lnTo>
                      <a:pt x="354" y="260"/>
                    </a:lnTo>
                    <a:lnTo>
                      <a:pt x="347" y="262"/>
                    </a:lnTo>
                    <a:lnTo>
                      <a:pt x="338" y="262"/>
                    </a:lnTo>
                    <a:lnTo>
                      <a:pt x="328" y="261"/>
                    </a:lnTo>
                    <a:lnTo>
                      <a:pt x="319" y="260"/>
                    </a:lnTo>
                    <a:lnTo>
                      <a:pt x="310" y="259"/>
                    </a:lnTo>
                    <a:lnTo>
                      <a:pt x="301" y="257"/>
                    </a:lnTo>
                    <a:lnTo>
                      <a:pt x="292" y="256"/>
                    </a:lnTo>
                    <a:lnTo>
                      <a:pt x="282" y="257"/>
                    </a:lnTo>
                    <a:lnTo>
                      <a:pt x="274" y="257"/>
                    </a:lnTo>
                    <a:lnTo>
                      <a:pt x="264" y="260"/>
                    </a:lnTo>
                    <a:lnTo>
                      <a:pt x="256" y="264"/>
                    </a:lnTo>
                    <a:lnTo>
                      <a:pt x="248" y="271"/>
                    </a:lnTo>
                    <a:lnTo>
                      <a:pt x="240" y="280"/>
                    </a:lnTo>
                    <a:lnTo>
                      <a:pt x="237" y="286"/>
                    </a:lnTo>
                    <a:lnTo>
                      <a:pt x="236" y="293"/>
                    </a:lnTo>
                    <a:lnTo>
                      <a:pt x="235" y="300"/>
                    </a:lnTo>
                    <a:lnTo>
                      <a:pt x="234" y="308"/>
                    </a:lnTo>
                    <a:lnTo>
                      <a:pt x="233" y="316"/>
                    </a:lnTo>
                    <a:lnTo>
                      <a:pt x="233" y="323"/>
                    </a:lnTo>
                    <a:lnTo>
                      <a:pt x="233" y="331"/>
                    </a:lnTo>
                    <a:lnTo>
                      <a:pt x="234" y="339"/>
                    </a:lnTo>
                    <a:lnTo>
                      <a:pt x="234" y="348"/>
                    </a:lnTo>
                    <a:lnTo>
                      <a:pt x="237" y="355"/>
                    </a:lnTo>
                    <a:lnTo>
                      <a:pt x="238" y="362"/>
                    </a:lnTo>
                    <a:lnTo>
                      <a:pt x="241" y="370"/>
                    </a:lnTo>
                    <a:lnTo>
                      <a:pt x="245" y="377"/>
                    </a:lnTo>
                    <a:lnTo>
                      <a:pt x="249" y="385"/>
                    </a:lnTo>
                    <a:lnTo>
                      <a:pt x="254" y="392"/>
                    </a:lnTo>
                    <a:lnTo>
                      <a:pt x="259" y="397"/>
                    </a:lnTo>
                    <a:lnTo>
                      <a:pt x="265" y="400"/>
                    </a:lnTo>
                    <a:lnTo>
                      <a:pt x="270" y="400"/>
                    </a:lnTo>
                    <a:lnTo>
                      <a:pt x="275" y="400"/>
                    </a:lnTo>
                    <a:lnTo>
                      <a:pt x="278" y="398"/>
                    </a:lnTo>
                    <a:lnTo>
                      <a:pt x="284" y="397"/>
                    </a:lnTo>
                    <a:lnTo>
                      <a:pt x="289" y="394"/>
                    </a:lnTo>
                    <a:lnTo>
                      <a:pt x="294" y="392"/>
                    </a:lnTo>
                    <a:lnTo>
                      <a:pt x="298" y="388"/>
                    </a:lnTo>
                    <a:lnTo>
                      <a:pt x="303" y="385"/>
                    </a:lnTo>
                    <a:lnTo>
                      <a:pt x="308" y="381"/>
                    </a:lnTo>
                    <a:lnTo>
                      <a:pt x="313" y="378"/>
                    </a:lnTo>
                    <a:lnTo>
                      <a:pt x="318" y="373"/>
                    </a:lnTo>
                    <a:lnTo>
                      <a:pt x="322" y="370"/>
                    </a:lnTo>
                    <a:lnTo>
                      <a:pt x="326" y="366"/>
                    </a:lnTo>
                    <a:lnTo>
                      <a:pt x="331" y="363"/>
                    </a:lnTo>
                    <a:lnTo>
                      <a:pt x="336" y="360"/>
                    </a:lnTo>
                    <a:lnTo>
                      <a:pt x="345" y="356"/>
                    </a:lnTo>
                    <a:lnTo>
                      <a:pt x="355" y="355"/>
                    </a:lnTo>
                    <a:lnTo>
                      <a:pt x="365" y="356"/>
                    </a:lnTo>
                    <a:lnTo>
                      <a:pt x="375" y="359"/>
                    </a:lnTo>
                    <a:lnTo>
                      <a:pt x="383" y="363"/>
                    </a:lnTo>
                    <a:lnTo>
                      <a:pt x="392" y="369"/>
                    </a:lnTo>
                    <a:lnTo>
                      <a:pt x="400" y="376"/>
                    </a:lnTo>
                    <a:lnTo>
                      <a:pt x="406" y="383"/>
                    </a:lnTo>
                    <a:lnTo>
                      <a:pt x="407" y="390"/>
                    </a:lnTo>
                    <a:lnTo>
                      <a:pt x="408" y="396"/>
                    </a:lnTo>
                    <a:lnTo>
                      <a:pt x="408" y="403"/>
                    </a:lnTo>
                    <a:lnTo>
                      <a:pt x="408" y="410"/>
                    </a:lnTo>
                    <a:lnTo>
                      <a:pt x="407" y="416"/>
                    </a:lnTo>
                    <a:lnTo>
                      <a:pt x="408" y="423"/>
                    </a:lnTo>
                    <a:lnTo>
                      <a:pt x="408" y="431"/>
                    </a:lnTo>
                    <a:lnTo>
                      <a:pt x="408" y="438"/>
                    </a:lnTo>
                    <a:lnTo>
                      <a:pt x="402" y="444"/>
                    </a:lnTo>
                    <a:lnTo>
                      <a:pt x="395" y="447"/>
                    </a:lnTo>
                    <a:lnTo>
                      <a:pt x="387" y="451"/>
                    </a:lnTo>
                    <a:lnTo>
                      <a:pt x="378" y="454"/>
                    </a:lnTo>
                    <a:lnTo>
                      <a:pt x="368" y="456"/>
                    </a:lnTo>
                    <a:lnTo>
                      <a:pt x="358" y="459"/>
                    </a:lnTo>
                    <a:lnTo>
                      <a:pt x="348" y="463"/>
                    </a:lnTo>
                    <a:lnTo>
                      <a:pt x="338" y="465"/>
                    </a:lnTo>
                    <a:lnTo>
                      <a:pt x="327" y="467"/>
                    </a:lnTo>
                    <a:lnTo>
                      <a:pt x="317" y="471"/>
                    </a:lnTo>
                    <a:lnTo>
                      <a:pt x="309" y="475"/>
                    </a:lnTo>
                    <a:lnTo>
                      <a:pt x="299" y="480"/>
                    </a:lnTo>
                    <a:lnTo>
                      <a:pt x="291" y="485"/>
                    </a:lnTo>
                    <a:lnTo>
                      <a:pt x="283" y="490"/>
                    </a:lnTo>
                    <a:lnTo>
                      <a:pt x="277" y="498"/>
                    </a:lnTo>
                    <a:lnTo>
                      <a:pt x="271" y="508"/>
                    </a:lnTo>
                    <a:lnTo>
                      <a:pt x="266" y="611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0" name="Google Shape;200;p24"/>
              <p:cNvSpPr/>
              <p:nvPr/>
            </p:nvSpPr>
            <p:spPr>
              <a:xfrm>
                <a:off x="882777" y="-9144"/>
                <a:ext cx="696913" cy="628650"/>
              </a:xfrm>
              <a:custGeom>
                <a:pathLst>
                  <a:path extrusionOk="0" h="396" w="439">
                    <a:moveTo>
                      <a:pt x="264" y="395"/>
                    </a:moveTo>
                    <a:lnTo>
                      <a:pt x="257" y="388"/>
                    </a:lnTo>
                    <a:lnTo>
                      <a:pt x="251" y="381"/>
                    </a:lnTo>
                    <a:lnTo>
                      <a:pt x="246" y="372"/>
                    </a:lnTo>
                    <a:lnTo>
                      <a:pt x="244" y="362"/>
                    </a:lnTo>
                    <a:lnTo>
                      <a:pt x="240" y="351"/>
                    </a:lnTo>
                    <a:lnTo>
                      <a:pt x="238" y="341"/>
                    </a:lnTo>
                    <a:lnTo>
                      <a:pt x="237" y="330"/>
                    </a:lnTo>
                    <a:lnTo>
                      <a:pt x="234" y="320"/>
                    </a:lnTo>
                    <a:lnTo>
                      <a:pt x="231" y="310"/>
                    </a:lnTo>
                    <a:lnTo>
                      <a:pt x="227" y="301"/>
                    </a:lnTo>
                    <a:lnTo>
                      <a:pt x="222" y="293"/>
                    </a:lnTo>
                    <a:lnTo>
                      <a:pt x="215" y="287"/>
                    </a:lnTo>
                    <a:lnTo>
                      <a:pt x="207" y="282"/>
                    </a:lnTo>
                    <a:lnTo>
                      <a:pt x="197" y="279"/>
                    </a:lnTo>
                    <a:lnTo>
                      <a:pt x="185" y="278"/>
                    </a:lnTo>
                    <a:lnTo>
                      <a:pt x="169" y="280"/>
                    </a:lnTo>
                    <a:lnTo>
                      <a:pt x="160" y="283"/>
                    </a:lnTo>
                    <a:lnTo>
                      <a:pt x="151" y="286"/>
                    </a:lnTo>
                    <a:lnTo>
                      <a:pt x="142" y="289"/>
                    </a:lnTo>
                    <a:lnTo>
                      <a:pt x="132" y="291"/>
                    </a:lnTo>
                    <a:lnTo>
                      <a:pt x="123" y="292"/>
                    </a:lnTo>
                    <a:lnTo>
                      <a:pt x="114" y="293"/>
                    </a:lnTo>
                    <a:lnTo>
                      <a:pt x="104" y="293"/>
                    </a:lnTo>
                    <a:lnTo>
                      <a:pt x="94" y="293"/>
                    </a:lnTo>
                    <a:lnTo>
                      <a:pt x="91" y="288"/>
                    </a:lnTo>
                    <a:lnTo>
                      <a:pt x="88" y="282"/>
                    </a:lnTo>
                    <a:lnTo>
                      <a:pt x="85" y="275"/>
                    </a:lnTo>
                    <a:lnTo>
                      <a:pt x="82" y="269"/>
                    </a:lnTo>
                    <a:lnTo>
                      <a:pt x="79" y="261"/>
                    </a:lnTo>
                    <a:lnTo>
                      <a:pt x="76" y="254"/>
                    </a:lnTo>
                    <a:lnTo>
                      <a:pt x="73" y="247"/>
                    </a:lnTo>
                    <a:lnTo>
                      <a:pt x="72" y="238"/>
                    </a:lnTo>
                    <a:lnTo>
                      <a:pt x="70" y="231"/>
                    </a:lnTo>
                    <a:lnTo>
                      <a:pt x="68" y="224"/>
                    </a:lnTo>
                    <a:lnTo>
                      <a:pt x="67" y="215"/>
                    </a:lnTo>
                    <a:lnTo>
                      <a:pt x="66" y="208"/>
                    </a:lnTo>
                    <a:lnTo>
                      <a:pt x="66" y="201"/>
                    </a:lnTo>
                    <a:lnTo>
                      <a:pt x="67" y="192"/>
                    </a:lnTo>
                    <a:lnTo>
                      <a:pt x="68" y="185"/>
                    </a:lnTo>
                    <a:lnTo>
                      <a:pt x="70" y="179"/>
                    </a:lnTo>
                    <a:lnTo>
                      <a:pt x="79" y="175"/>
                    </a:lnTo>
                    <a:lnTo>
                      <a:pt x="89" y="174"/>
                    </a:lnTo>
                    <a:lnTo>
                      <a:pt x="99" y="176"/>
                    </a:lnTo>
                    <a:lnTo>
                      <a:pt x="108" y="179"/>
                    </a:lnTo>
                    <a:lnTo>
                      <a:pt x="119" y="181"/>
                    </a:lnTo>
                    <a:lnTo>
                      <a:pt x="128" y="183"/>
                    </a:lnTo>
                    <a:lnTo>
                      <a:pt x="139" y="183"/>
                    </a:lnTo>
                    <a:lnTo>
                      <a:pt x="149" y="182"/>
                    </a:lnTo>
                    <a:lnTo>
                      <a:pt x="157" y="179"/>
                    </a:lnTo>
                    <a:lnTo>
                      <a:pt x="162" y="174"/>
                    </a:lnTo>
                    <a:lnTo>
                      <a:pt x="167" y="170"/>
                    </a:lnTo>
                    <a:lnTo>
                      <a:pt x="171" y="166"/>
                    </a:lnTo>
                    <a:lnTo>
                      <a:pt x="174" y="160"/>
                    </a:lnTo>
                    <a:lnTo>
                      <a:pt x="177" y="155"/>
                    </a:lnTo>
                    <a:lnTo>
                      <a:pt x="179" y="149"/>
                    </a:lnTo>
                    <a:lnTo>
                      <a:pt x="179" y="142"/>
                    </a:lnTo>
                    <a:lnTo>
                      <a:pt x="180" y="136"/>
                    </a:lnTo>
                    <a:lnTo>
                      <a:pt x="181" y="129"/>
                    </a:lnTo>
                    <a:lnTo>
                      <a:pt x="181" y="123"/>
                    </a:lnTo>
                    <a:lnTo>
                      <a:pt x="181" y="115"/>
                    </a:lnTo>
                    <a:lnTo>
                      <a:pt x="181" y="109"/>
                    </a:lnTo>
                    <a:lnTo>
                      <a:pt x="181" y="102"/>
                    </a:lnTo>
                    <a:lnTo>
                      <a:pt x="180" y="96"/>
                    </a:lnTo>
                    <a:lnTo>
                      <a:pt x="180" y="89"/>
                    </a:lnTo>
                    <a:lnTo>
                      <a:pt x="178" y="81"/>
                    </a:lnTo>
                    <a:lnTo>
                      <a:pt x="174" y="74"/>
                    </a:lnTo>
                    <a:lnTo>
                      <a:pt x="170" y="68"/>
                    </a:lnTo>
                    <a:lnTo>
                      <a:pt x="165" y="62"/>
                    </a:lnTo>
                    <a:lnTo>
                      <a:pt x="159" y="57"/>
                    </a:lnTo>
                    <a:lnTo>
                      <a:pt x="153" y="52"/>
                    </a:lnTo>
                    <a:lnTo>
                      <a:pt x="146" y="48"/>
                    </a:lnTo>
                    <a:lnTo>
                      <a:pt x="138" y="44"/>
                    </a:lnTo>
                    <a:lnTo>
                      <a:pt x="130" y="44"/>
                    </a:lnTo>
                    <a:lnTo>
                      <a:pt x="122" y="46"/>
                    </a:lnTo>
                    <a:lnTo>
                      <a:pt x="115" y="49"/>
                    </a:lnTo>
                    <a:lnTo>
                      <a:pt x="108" y="51"/>
                    </a:lnTo>
                    <a:lnTo>
                      <a:pt x="100" y="55"/>
                    </a:lnTo>
                    <a:lnTo>
                      <a:pt x="92" y="59"/>
                    </a:lnTo>
                    <a:lnTo>
                      <a:pt x="86" y="62"/>
                    </a:lnTo>
                    <a:lnTo>
                      <a:pt x="79" y="65"/>
                    </a:lnTo>
                    <a:lnTo>
                      <a:pt x="71" y="68"/>
                    </a:lnTo>
                    <a:lnTo>
                      <a:pt x="63" y="70"/>
                    </a:lnTo>
                    <a:lnTo>
                      <a:pt x="56" y="71"/>
                    </a:lnTo>
                    <a:lnTo>
                      <a:pt x="48" y="71"/>
                    </a:lnTo>
                    <a:lnTo>
                      <a:pt x="40" y="69"/>
                    </a:lnTo>
                    <a:lnTo>
                      <a:pt x="33" y="67"/>
                    </a:lnTo>
                    <a:lnTo>
                      <a:pt x="26" y="62"/>
                    </a:lnTo>
                    <a:lnTo>
                      <a:pt x="19" y="55"/>
                    </a:lnTo>
                    <a:lnTo>
                      <a:pt x="16" y="51"/>
                    </a:lnTo>
                    <a:lnTo>
                      <a:pt x="13" y="48"/>
                    </a:lnTo>
                    <a:lnTo>
                      <a:pt x="11" y="43"/>
                    </a:lnTo>
                    <a:lnTo>
                      <a:pt x="7" y="38"/>
                    </a:lnTo>
                    <a:lnTo>
                      <a:pt x="6" y="33"/>
                    </a:lnTo>
                    <a:lnTo>
                      <a:pt x="3" y="27"/>
                    </a:lnTo>
                    <a:lnTo>
                      <a:pt x="1" y="22"/>
                    </a:lnTo>
                    <a:lnTo>
                      <a:pt x="0" y="16"/>
                    </a:lnTo>
                    <a:lnTo>
                      <a:pt x="405" y="0"/>
                    </a:lnTo>
                    <a:lnTo>
                      <a:pt x="393" y="14"/>
                    </a:lnTo>
                    <a:lnTo>
                      <a:pt x="388" y="18"/>
                    </a:lnTo>
                    <a:lnTo>
                      <a:pt x="383" y="20"/>
                    </a:lnTo>
                    <a:lnTo>
                      <a:pt x="378" y="21"/>
                    </a:lnTo>
                    <a:lnTo>
                      <a:pt x="372" y="21"/>
                    </a:lnTo>
                    <a:lnTo>
                      <a:pt x="367" y="21"/>
                    </a:lnTo>
                    <a:lnTo>
                      <a:pt x="362" y="21"/>
                    </a:lnTo>
                    <a:lnTo>
                      <a:pt x="357" y="20"/>
                    </a:lnTo>
                    <a:lnTo>
                      <a:pt x="351" y="18"/>
                    </a:lnTo>
                    <a:lnTo>
                      <a:pt x="346" y="18"/>
                    </a:lnTo>
                    <a:lnTo>
                      <a:pt x="340" y="16"/>
                    </a:lnTo>
                    <a:lnTo>
                      <a:pt x="335" y="15"/>
                    </a:lnTo>
                    <a:lnTo>
                      <a:pt x="330" y="14"/>
                    </a:lnTo>
                    <a:lnTo>
                      <a:pt x="324" y="13"/>
                    </a:lnTo>
                    <a:lnTo>
                      <a:pt x="318" y="13"/>
                    </a:lnTo>
                    <a:lnTo>
                      <a:pt x="312" y="13"/>
                    </a:lnTo>
                    <a:lnTo>
                      <a:pt x="306" y="14"/>
                    </a:lnTo>
                    <a:lnTo>
                      <a:pt x="299" y="18"/>
                    </a:lnTo>
                    <a:lnTo>
                      <a:pt x="293" y="22"/>
                    </a:lnTo>
                    <a:lnTo>
                      <a:pt x="287" y="28"/>
                    </a:lnTo>
                    <a:lnTo>
                      <a:pt x="282" y="36"/>
                    </a:lnTo>
                    <a:lnTo>
                      <a:pt x="278" y="43"/>
                    </a:lnTo>
                    <a:lnTo>
                      <a:pt x="276" y="51"/>
                    </a:lnTo>
                    <a:lnTo>
                      <a:pt x="274" y="60"/>
                    </a:lnTo>
                    <a:lnTo>
                      <a:pt x="275" y="70"/>
                    </a:lnTo>
                    <a:lnTo>
                      <a:pt x="277" y="75"/>
                    </a:lnTo>
                    <a:lnTo>
                      <a:pt x="278" y="81"/>
                    </a:lnTo>
                    <a:lnTo>
                      <a:pt x="278" y="87"/>
                    </a:lnTo>
                    <a:lnTo>
                      <a:pt x="279" y="93"/>
                    </a:lnTo>
                    <a:lnTo>
                      <a:pt x="281" y="99"/>
                    </a:lnTo>
                    <a:lnTo>
                      <a:pt x="282" y="105"/>
                    </a:lnTo>
                    <a:lnTo>
                      <a:pt x="284" y="111"/>
                    </a:lnTo>
                    <a:lnTo>
                      <a:pt x="285" y="118"/>
                    </a:lnTo>
                    <a:lnTo>
                      <a:pt x="287" y="124"/>
                    </a:lnTo>
                    <a:lnTo>
                      <a:pt x="290" y="129"/>
                    </a:lnTo>
                    <a:lnTo>
                      <a:pt x="292" y="135"/>
                    </a:lnTo>
                    <a:lnTo>
                      <a:pt x="296" y="140"/>
                    </a:lnTo>
                    <a:lnTo>
                      <a:pt x="300" y="145"/>
                    </a:lnTo>
                    <a:lnTo>
                      <a:pt x="305" y="149"/>
                    </a:lnTo>
                    <a:lnTo>
                      <a:pt x="311" y="152"/>
                    </a:lnTo>
                    <a:lnTo>
                      <a:pt x="318" y="156"/>
                    </a:lnTo>
                    <a:lnTo>
                      <a:pt x="325" y="159"/>
                    </a:lnTo>
                    <a:lnTo>
                      <a:pt x="331" y="160"/>
                    </a:lnTo>
                    <a:lnTo>
                      <a:pt x="337" y="160"/>
                    </a:lnTo>
                    <a:lnTo>
                      <a:pt x="343" y="160"/>
                    </a:lnTo>
                    <a:lnTo>
                      <a:pt x="349" y="158"/>
                    </a:lnTo>
                    <a:lnTo>
                      <a:pt x="354" y="156"/>
                    </a:lnTo>
                    <a:lnTo>
                      <a:pt x="359" y="154"/>
                    </a:lnTo>
                    <a:lnTo>
                      <a:pt x="365" y="151"/>
                    </a:lnTo>
                    <a:lnTo>
                      <a:pt x="371" y="148"/>
                    </a:lnTo>
                    <a:lnTo>
                      <a:pt x="377" y="145"/>
                    </a:lnTo>
                    <a:lnTo>
                      <a:pt x="382" y="142"/>
                    </a:lnTo>
                    <a:lnTo>
                      <a:pt x="388" y="140"/>
                    </a:lnTo>
                    <a:lnTo>
                      <a:pt x="394" y="138"/>
                    </a:lnTo>
                    <a:lnTo>
                      <a:pt x="399" y="137"/>
                    </a:lnTo>
                    <a:lnTo>
                      <a:pt x="406" y="137"/>
                    </a:lnTo>
                    <a:lnTo>
                      <a:pt x="412" y="137"/>
                    </a:lnTo>
                    <a:lnTo>
                      <a:pt x="418" y="142"/>
                    </a:lnTo>
                    <a:lnTo>
                      <a:pt x="421" y="146"/>
                    </a:lnTo>
                    <a:lnTo>
                      <a:pt x="424" y="151"/>
                    </a:lnTo>
                    <a:lnTo>
                      <a:pt x="426" y="157"/>
                    </a:lnTo>
                    <a:lnTo>
                      <a:pt x="428" y="163"/>
                    </a:lnTo>
                    <a:lnTo>
                      <a:pt x="431" y="169"/>
                    </a:lnTo>
                    <a:lnTo>
                      <a:pt x="431" y="175"/>
                    </a:lnTo>
                    <a:lnTo>
                      <a:pt x="432" y="182"/>
                    </a:lnTo>
                    <a:lnTo>
                      <a:pt x="434" y="188"/>
                    </a:lnTo>
                    <a:lnTo>
                      <a:pt x="434" y="195"/>
                    </a:lnTo>
                    <a:lnTo>
                      <a:pt x="435" y="202"/>
                    </a:lnTo>
                    <a:lnTo>
                      <a:pt x="435" y="208"/>
                    </a:lnTo>
                    <a:lnTo>
                      <a:pt x="436" y="215"/>
                    </a:lnTo>
                    <a:lnTo>
                      <a:pt x="437" y="221"/>
                    </a:lnTo>
                    <a:lnTo>
                      <a:pt x="437" y="228"/>
                    </a:lnTo>
                    <a:lnTo>
                      <a:pt x="438" y="234"/>
                    </a:lnTo>
                    <a:lnTo>
                      <a:pt x="428" y="234"/>
                    </a:lnTo>
                    <a:lnTo>
                      <a:pt x="418" y="235"/>
                    </a:lnTo>
                    <a:lnTo>
                      <a:pt x="409" y="237"/>
                    </a:lnTo>
                    <a:lnTo>
                      <a:pt x="398" y="239"/>
                    </a:lnTo>
                    <a:lnTo>
                      <a:pt x="389" y="242"/>
                    </a:lnTo>
                    <a:lnTo>
                      <a:pt x="378" y="245"/>
                    </a:lnTo>
                    <a:lnTo>
                      <a:pt x="369" y="248"/>
                    </a:lnTo>
                    <a:lnTo>
                      <a:pt x="358" y="253"/>
                    </a:lnTo>
                    <a:lnTo>
                      <a:pt x="355" y="257"/>
                    </a:lnTo>
                    <a:lnTo>
                      <a:pt x="351" y="261"/>
                    </a:lnTo>
                    <a:lnTo>
                      <a:pt x="346" y="267"/>
                    </a:lnTo>
                    <a:lnTo>
                      <a:pt x="343" y="275"/>
                    </a:lnTo>
                    <a:lnTo>
                      <a:pt x="339" y="282"/>
                    </a:lnTo>
                    <a:lnTo>
                      <a:pt x="338" y="290"/>
                    </a:lnTo>
                    <a:lnTo>
                      <a:pt x="339" y="298"/>
                    </a:lnTo>
                    <a:lnTo>
                      <a:pt x="342" y="305"/>
                    </a:lnTo>
                    <a:lnTo>
                      <a:pt x="345" y="313"/>
                    </a:lnTo>
                    <a:lnTo>
                      <a:pt x="350" y="320"/>
                    </a:lnTo>
                    <a:lnTo>
                      <a:pt x="355" y="326"/>
                    </a:lnTo>
                    <a:lnTo>
                      <a:pt x="360" y="334"/>
                    </a:lnTo>
                    <a:lnTo>
                      <a:pt x="364" y="340"/>
                    </a:lnTo>
                    <a:lnTo>
                      <a:pt x="366" y="348"/>
                    </a:lnTo>
                    <a:lnTo>
                      <a:pt x="367" y="356"/>
                    </a:lnTo>
                    <a:lnTo>
                      <a:pt x="365" y="365"/>
                    </a:lnTo>
                    <a:lnTo>
                      <a:pt x="361" y="368"/>
                    </a:lnTo>
                    <a:lnTo>
                      <a:pt x="356" y="372"/>
                    </a:lnTo>
                    <a:lnTo>
                      <a:pt x="351" y="374"/>
                    </a:lnTo>
                    <a:lnTo>
                      <a:pt x="345" y="376"/>
                    </a:lnTo>
                    <a:lnTo>
                      <a:pt x="339" y="379"/>
                    </a:lnTo>
                    <a:lnTo>
                      <a:pt x="333" y="381"/>
                    </a:lnTo>
                    <a:lnTo>
                      <a:pt x="328" y="384"/>
                    </a:lnTo>
                    <a:lnTo>
                      <a:pt x="322" y="385"/>
                    </a:lnTo>
                    <a:lnTo>
                      <a:pt x="315" y="387"/>
                    </a:lnTo>
                    <a:lnTo>
                      <a:pt x="309" y="388"/>
                    </a:lnTo>
                    <a:lnTo>
                      <a:pt x="303" y="390"/>
                    </a:lnTo>
                    <a:lnTo>
                      <a:pt x="296" y="391"/>
                    </a:lnTo>
                    <a:lnTo>
                      <a:pt x="290" y="392"/>
                    </a:lnTo>
                    <a:lnTo>
                      <a:pt x="284" y="393"/>
                    </a:lnTo>
                    <a:lnTo>
                      <a:pt x="277" y="394"/>
                    </a:lnTo>
                    <a:lnTo>
                      <a:pt x="271" y="395"/>
                    </a:lnTo>
                    <a:lnTo>
                      <a:pt x="264" y="395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1" name="Google Shape;201;p24"/>
              <p:cNvSpPr/>
              <p:nvPr/>
            </p:nvSpPr>
            <p:spPr>
              <a:xfrm>
                <a:off x="-4636" y="4966081"/>
                <a:ext cx="814388" cy="782638"/>
              </a:xfrm>
              <a:custGeom>
                <a:pathLst>
                  <a:path extrusionOk="0" h="493" w="513">
                    <a:moveTo>
                      <a:pt x="130" y="492"/>
                    </a:moveTo>
                    <a:lnTo>
                      <a:pt x="120" y="486"/>
                    </a:lnTo>
                    <a:lnTo>
                      <a:pt x="111" y="481"/>
                    </a:lnTo>
                    <a:lnTo>
                      <a:pt x="101" y="475"/>
                    </a:lnTo>
                    <a:lnTo>
                      <a:pt x="93" y="469"/>
                    </a:lnTo>
                    <a:lnTo>
                      <a:pt x="85" y="463"/>
                    </a:lnTo>
                    <a:lnTo>
                      <a:pt x="78" y="454"/>
                    </a:lnTo>
                    <a:lnTo>
                      <a:pt x="71" y="444"/>
                    </a:lnTo>
                    <a:lnTo>
                      <a:pt x="64" y="433"/>
                    </a:lnTo>
                    <a:lnTo>
                      <a:pt x="111" y="353"/>
                    </a:lnTo>
                    <a:lnTo>
                      <a:pt x="0" y="280"/>
                    </a:lnTo>
                    <a:lnTo>
                      <a:pt x="0" y="275"/>
                    </a:lnTo>
                    <a:lnTo>
                      <a:pt x="0" y="270"/>
                    </a:lnTo>
                    <a:lnTo>
                      <a:pt x="1" y="264"/>
                    </a:lnTo>
                    <a:lnTo>
                      <a:pt x="3" y="259"/>
                    </a:lnTo>
                    <a:lnTo>
                      <a:pt x="5" y="252"/>
                    </a:lnTo>
                    <a:lnTo>
                      <a:pt x="7" y="246"/>
                    </a:lnTo>
                    <a:lnTo>
                      <a:pt x="10" y="240"/>
                    </a:lnTo>
                    <a:lnTo>
                      <a:pt x="13" y="234"/>
                    </a:lnTo>
                    <a:lnTo>
                      <a:pt x="17" y="227"/>
                    </a:lnTo>
                    <a:lnTo>
                      <a:pt x="21" y="222"/>
                    </a:lnTo>
                    <a:lnTo>
                      <a:pt x="26" y="216"/>
                    </a:lnTo>
                    <a:lnTo>
                      <a:pt x="30" y="211"/>
                    </a:lnTo>
                    <a:lnTo>
                      <a:pt x="35" y="205"/>
                    </a:lnTo>
                    <a:lnTo>
                      <a:pt x="40" y="201"/>
                    </a:lnTo>
                    <a:lnTo>
                      <a:pt x="44" y="196"/>
                    </a:lnTo>
                    <a:lnTo>
                      <a:pt x="49" y="193"/>
                    </a:lnTo>
                    <a:lnTo>
                      <a:pt x="60" y="191"/>
                    </a:lnTo>
                    <a:lnTo>
                      <a:pt x="70" y="191"/>
                    </a:lnTo>
                    <a:lnTo>
                      <a:pt x="81" y="193"/>
                    </a:lnTo>
                    <a:lnTo>
                      <a:pt x="92" y="196"/>
                    </a:lnTo>
                    <a:lnTo>
                      <a:pt x="102" y="201"/>
                    </a:lnTo>
                    <a:lnTo>
                      <a:pt x="112" y="205"/>
                    </a:lnTo>
                    <a:lnTo>
                      <a:pt x="122" y="211"/>
                    </a:lnTo>
                    <a:lnTo>
                      <a:pt x="132" y="216"/>
                    </a:lnTo>
                    <a:lnTo>
                      <a:pt x="142" y="220"/>
                    </a:lnTo>
                    <a:lnTo>
                      <a:pt x="150" y="223"/>
                    </a:lnTo>
                    <a:lnTo>
                      <a:pt x="160" y="226"/>
                    </a:lnTo>
                    <a:lnTo>
                      <a:pt x="169" y="226"/>
                    </a:lnTo>
                    <a:lnTo>
                      <a:pt x="178" y="223"/>
                    </a:lnTo>
                    <a:lnTo>
                      <a:pt x="186" y="219"/>
                    </a:lnTo>
                    <a:lnTo>
                      <a:pt x="194" y="211"/>
                    </a:lnTo>
                    <a:lnTo>
                      <a:pt x="202" y="200"/>
                    </a:lnTo>
                    <a:lnTo>
                      <a:pt x="207" y="192"/>
                    </a:lnTo>
                    <a:lnTo>
                      <a:pt x="212" y="183"/>
                    </a:lnTo>
                    <a:lnTo>
                      <a:pt x="216" y="174"/>
                    </a:lnTo>
                    <a:lnTo>
                      <a:pt x="219" y="165"/>
                    </a:lnTo>
                    <a:lnTo>
                      <a:pt x="222" y="156"/>
                    </a:lnTo>
                    <a:lnTo>
                      <a:pt x="222" y="146"/>
                    </a:lnTo>
                    <a:lnTo>
                      <a:pt x="219" y="138"/>
                    </a:lnTo>
                    <a:lnTo>
                      <a:pt x="213" y="128"/>
                    </a:lnTo>
                    <a:lnTo>
                      <a:pt x="210" y="123"/>
                    </a:lnTo>
                    <a:lnTo>
                      <a:pt x="204" y="119"/>
                    </a:lnTo>
                    <a:lnTo>
                      <a:pt x="198" y="115"/>
                    </a:lnTo>
                    <a:lnTo>
                      <a:pt x="192" y="112"/>
                    </a:lnTo>
                    <a:lnTo>
                      <a:pt x="186" y="109"/>
                    </a:lnTo>
                    <a:lnTo>
                      <a:pt x="178" y="105"/>
                    </a:lnTo>
                    <a:lnTo>
                      <a:pt x="171" y="102"/>
                    </a:lnTo>
                    <a:lnTo>
                      <a:pt x="165" y="98"/>
                    </a:lnTo>
                    <a:lnTo>
                      <a:pt x="158" y="95"/>
                    </a:lnTo>
                    <a:lnTo>
                      <a:pt x="152" y="91"/>
                    </a:lnTo>
                    <a:lnTo>
                      <a:pt x="146" y="86"/>
                    </a:lnTo>
                    <a:lnTo>
                      <a:pt x="142" y="81"/>
                    </a:lnTo>
                    <a:lnTo>
                      <a:pt x="139" y="74"/>
                    </a:lnTo>
                    <a:lnTo>
                      <a:pt x="137" y="68"/>
                    </a:lnTo>
                    <a:lnTo>
                      <a:pt x="137" y="60"/>
                    </a:lnTo>
                    <a:lnTo>
                      <a:pt x="138" y="51"/>
                    </a:lnTo>
                    <a:lnTo>
                      <a:pt x="142" y="44"/>
                    </a:lnTo>
                    <a:lnTo>
                      <a:pt x="146" y="38"/>
                    </a:lnTo>
                    <a:lnTo>
                      <a:pt x="150" y="32"/>
                    </a:lnTo>
                    <a:lnTo>
                      <a:pt x="155" y="26"/>
                    </a:lnTo>
                    <a:lnTo>
                      <a:pt x="160" y="20"/>
                    </a:lnTo>
                    <a:lnTo>
                      <a:pt x="165" y="14"/>
                    </a:lnTo>
                    <a:lnTo>
                      <a:pt x="170" y="8"/>
                    </a:lnTo>
                    <a:lnTo>
                      <a:pt x="176" y="0"/>
                    </a:lnTo>
                    <a:lnTo>
                      <a:pt x="183" y="5"/>
                    </a:lnTo>
                    <a:lnTo>
                      <a:pt x="191" y="10"/>
                    </a:lnTo>
                    <a:lnTo>
                      <a:pt x="198" y="15"/>
                    </a:lnTo>
                    <a:lnTo>
                      <a:pt x="207" y="19"/>
                    </a:lnTo>
                    <a:lnTo>
                      <a:pt x="215" y="23"/>
                    </a:lnTo>
                    <a:lnTo>
                      <a:pt x="224" y="26"/>
                    </a:lnTo>
                    <a:lnTo>
                      <a:pt x="233" y="29"/>
                    </a:lnTo>
                    <a:lnTo>
                      <a:pt x="242" y="32"/>
                    </a:lnTo>
                    <a:lnTo>
                      <a:pt x="251" y="34"/>
                    </a:lnTo>
                    <a:lnTo>
                      <a:pt x="261" y="36"/>
                    </a:lnTo>
                    <a:lnTo>
                      <a:pt x="270" y="37"/>
                    </a:lnTo>
                    <a:lnTo>
                      <a:pt x="279" y="38"/>
                    </a:lnTo>
                    <a:lnTo>
                      <a:pt x="288" y="38"/>
                    </a:lnTo>
                    <a:lnTo>
                      <a:pt x="298" y="38"/>
                    </a:lnTo>
                    <a:lnTo>
                      <a:pt x="307" y="37"/>
                    </a:lnTo>
                    <a:lnTo>
                      <a:pt x="316" y="36"/>
                    </a:lnTo>
                    <a:lnTo>
                      <a:pt x="282" y="120"/>
                    </a:lnTo>
                    <a:lnTo>
                      <a:pt x="285" y="123"/>
                    </a:lnTo>
                    <a:lnTo>
                      <a:pt x="288" y="126"/>
                    </a:lnTo>
                    <a:lnTo>
                      <a:pt x="291" y="129"/>
                    </a:lnTo>
                    <a:lnTo>
                      <a:pt x="295" y="131"/>
                    </a:lnTo>
                    <a:lnTo>
                      <a:pt x="298" y="134"/>
                    </a:lnTo>
                    <a:lnTo>
                      <a:pt x="303" y="137"/>
                    </a:lnTo>
                    <a:lnTo>
                      <a:pt x="308" y="140"/>
                    </a:lnTo>
                    <a:lnTo>
                      <a:pt x="313" y="142"/>
                    </a:lnTo>
                    <a:lnTo>
                      <a:pt x="327" y="140"/>
                    </a:lnTo>
                    <a:lnTo>
                      <a:pt x="337" y="134"/>
                    </a:lnTo>
                    <a:lnTo>
                      <a:pt x="345" y="125"/>
                    </a:lnTo>
                    <a:lnTo>
                      <a:pt x="352" y="113"/>
                    </a:lnTo>
                    <a:lnTo>
                      <a:pt x="357" y="101"/>
                    </a:lnTo>
                    <a:lnTo>
                      <a:pt x="363" y="89"/>
                    </a:lnTo>
                    <a:lnTo>
                      <a:pt x="372" y="78"/>
                    </a:lnTo>
                    <a:lnTo>
                      <a:pt x="382" y="69"/>
                    </a:lnTo>
                    <a:lnTo>
                      <a:pt x="385" y="77"/>
                    </a:lnTo>
                    <a:lnTo>
                      <a:pt x="390" y="86"/>
                    </a:lnTo>
                    <a:lnTo>
                      <a:pt x="395" y="94"/>
                    </a:lnTo>
                    <a:lnTo>
                      <a:pt x="402" y="101"/>
                    </a:lnTo>
                    <a:lnTo>
                      <a:pt x="409" y="109"/>
                    </a:lnTo>
                    <a:lnTo>
                      <a:pt x="416" y="117"/>
                    </a:lnTo>
                    <a:lnTo>
                      <a:pt x="424" y="123"/>
                    </a:lnTo>
                    <a:lnTo>
                      <a:pt x="432" y="130"/>
                    </a:lnTo>
                    <a:lnTo>
                      <a:pt x="441" y="137"/>
                    </a:lnTo>
                    <a:lnTo>
                      <a:pt x="450" y="143"/>
                    </a:lnTo>
                    <a:lnTo>
                      <a:pt x="459" y="149"/>
                    </a:lnTo>
                    <a:lnTo>
                      <a:pt x="469" y="154"/>
                    </a:lnTo>
                    <a:lnTo>
                      <a:pt x="480" y="159"/>
                    </a:lnTo>
                    <a:lnTo>
                      <a:pt x="490" y="165"/>
                    </a:lnTo>
                    <a:lnTo>
                      <a:pt x="501" y="170"/>
                    </a:lnTo>
                    <a:lnTo>
                      <a:pt x="512" y="174"/>
                    </a:lnTo>
                    <a:lnTo>
                      <a:pt x="447" y="287"/>
                    </a:lnTo>
                    <a:lnTo>
                      <a:pt x="431" y="287"/>
                    </a:lnTo>
                    <a:lnTo>
                      <a:pt x="328" y="211"/>
                    </a:lnTo>
                    <a:lnTo>
                      <a:pt x="322" y="216"/>
                    </a:lnTo>
                    <a:lnTo>
                      <a:pt x="316" y="222"/>
                    </a:lnTo>
                    <a:lnTo>
                      <a:pt x="311" y="227"/>
                    </a:lnTo>
                    <a:lnTo>
                      <a:pt x="305" y="234"/>
                    </a:lnTo>
                    <a:lnTo>
                      <a:pt x="299" y="240"/>
                    </a:lnTo>
                    <a:lnTo>
                      <a:pt x="293" y="247"/>
                    </a:lnTo>
                    <a:lnTo>
                      <a:pt x="288" y="253"/>
                    </a:lnTo>
                    <a:lnTo>
                      <a:pt x="283" y="261"/>
                    </a:lnTo>
                    <a:lnTo>
                      <a:pt x="279" y="268"/>
                    </a:lnTo>
                    <a:lnTo>
                      <a:pt x="275" y="276"/>
                    </a:lnTo>
                    <a:lnTo>
                      <a:pt x="271" y="284"/>
                    </a:lnTo>
                    <a:lnTo>
                      <a:pt x="267" y="292"/>
                    </a:lnTo>
                    <a:lnTo>
                      <a:pt x="265" y="300"/>
                    </a:lnTo>
                    <a:lnTo>
                      <a:pt x="262" y="308"/>
                    </a:lnTo>
                    <a:lnTo>
                      <a:pt x="261" y="316"/>
                    </a:lnTo>
                    <a:lnTo>
                      <a:pt x="259" y="324"/>
                    </a:lnTo>
                    <a:lnTo>
                      <a:pt x="265" y="334"/>
                    </a:lnTo>
                    <a:lnTo>
                      <a:pt x="272" y="342"/>
                    </a:lnTo>
                    <a:lnTo>
                      <a:pt x="281" y="347"/>
                    </a:lnTo>
                    <a:lnTo>
                      <a:pt x="290" y="351"/>
                    </a:lnTo>
                    <a:lnTo>
                      <a:pt x="302" y="353"/>
                    </a:lnTo>
                    <a:lnTo>
                      <a:pt x="313" y="355"/>
                    </a:lnTo>
                    <a:lnTo>
                      <a:pt x="325" y="356"/>
                    </a:lnTo>
                    <a:lnTo>
                      <a:pt x="337" y="357"/>
                    </a:lnTo>
                    <a:lnTo>
                      <a:pt x="348" y="357"/>
                    </a:lnTo>
                    <a:lnTo>
                      <a:pt x="360" y="359"/>
                    </a:lnTo>
                    <a:lnTo>
                      <a:pt x="370" y="361"/>
                    </a:lnTo>
                    <a:lnTo>
                      <a:pt x="380" y="365"/>
                    </a:lnTo>
                    <a:lnTo>
                      <a:pt x="388" y="370"/>
                    </a:lnTo>
                    <a:lnTo>
                      <a:pt x="394" y="378"/>
                    </a:lnTo>
                    <a:lnTo>
                      <a:pt x="399" y="387"/>
                    </a:lnTo>
                    <a:lnTo>
                      <a:pt x="400" y="401"/>
                    </a:lnTo>
                    <a:lnTo>
                      <a:pt x="347" y="480"/>
                    </a:lnTo>
                    <a:lnTo>
                      <a:pt x="225" y="398"/>
                    </a:lnTo>
                    <a:lnTo>
                      <a:pt x="202" y="404"/>
                    </a:lnTo>
                    <a:lnTo>
                      <a:pt x="168" y="477"/>
                    </a:lnTo>
                    <a:lnTo>
                      <a:pt x="165" y="478"/>
                    </a:lnTo>
                    <a:lnTo>
                      <a:pt x="162" y="479"/>
                    </a:lnTo>
                    <a:lnTo>
                      <a:pt x="158" y="481"/>
                    </a:lnTo>
                    <a:lnTo>
                      <a:pt x="154" y="483"/>
                    </a:lnTo>
                    <a:lnTo>
                      <a:pt x="150" y="484"/>
                    </a:lnTo>
                    <a:lnTo>
                      <a:pt x="146" y="487"/>
                    </a:lnTo>
                    <a:lnTo>
                      <a:pt x="142" y="489"/>
                    </a:lnTo>
                    <a:lnTo>
                      <a:pt x="138" y="492"/>
                    </a:lnTo>
                    <a:lnTo>
                      <a:pt x="130" y="492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2" name="Google Shape;202;p24"/>
              <p:cNvSpPr/>
              <p:nvPr/>
            </p:nvSpPr>
            <p:spPr>
              <a:xfrm>
                <a:off x="616077" y="5509006"/>
                <a:ext cx="812800" cy="808038"/>
              </a:xfrm>
              <a:custGeom>
                <a:pathLst>
                  <a:path extrusionOk="0" h="509" w="512">
                    <a:moveTo>
                      <a:pt x="98" y="508"/>
                    </a:moveTo>
                    <a:lnTo>
                      <a:pt x="86" y="504"/>
                    </a:lnTo>
                    <a:lnTo>
                      <a:pt x="76" y="498"/>
                    </a:lnTo>
                    <a:lnTo>
                      <a:pt x="67" y="492"/>
                    </a:lnTo>
                    <a:lnTo>
                      <a:pt x="60" y="483"/>
                    </a:lnTo>
                    <a:lnTo>
                      <a:pt x="53" y="474"/>
                    </a:lnTo>
                    <a:lnTo>
                      <a:pt x="49" y="463"/>
                    </a:lnTo>
                    <a:lnTo>
                      <a:pt x="45" y="451"/>
                    </a:lnTo>
                    <a:lnTo>
                      <a:pt x="43" y="439"/>
                    </a:lnTo>
                    <a:lnTo>
                      <a:pt x="49" y="432"/>
                    </a:lnTo>
                    <a:lnTo>
                      <a:pt x="58" y="425"/>
                    </a:lnTo>
                    <a:lnTo>
                      <a:pt x="68" y="418"/>
                    </a:lnTo>
                    <a:lnTo>
                      <a:pt x="78" y="413"/>
                    </a:lnTo>
                    <a:lnTo>
                      <a:pt x="88" y="407"/>
                    </a:lnTo>
                    <a:lnTo>
                      <a:pt x="98" y="399"/>
                    </a:lnTo>
                    <a:lnTo>
                      <a:pt x="106" y="391"/>
                    </a:lnTo>
                    <a:lnTo>
                      <a:pt x="113" y="380"/>
                    </a:lnTo>
                    <a:lnTo>
                      <a:pt x="112" y="370"/>
                    </a:lnTo>
                    <a:lnTo>
                      <a:pt x="109" y="360"/>
                    </a:lnTo>
                    <a:lnTo>
                      <a:pt x="105" y="352"/>
                    </a:lnTo>
                    <a:lnTo>
                      <a:pt x="100" y="344"/>
                    </a:lnTo>
                    <a:lnTo>
                      <a:pt x="93" y="337"/>
                    </a:lnTo>
                    <a:lnTo>
                      <a:pt x="87" y="330"/>
                    </a:lnTo>
                    <a:lnTo>
                      <a:pt x="79" y="324"/>
                    </a:lnTo>
                    <a:lnTo>
                      <a:pt x="71" y="318"/>
                    </a:lnTo>
                    <a:lnTo>
                      <a:pt x="62" y="313"/>
                    </a:lnTo>
                    <a:lnTo>
                      <a:pt x="53" y="308"/>
                    </a:lnTo>
                    <a:lnTo>
                      <a:pt x="44" y="302"/>
                    </a:lnTo>
                    <a:lnTo>
                      <a:pt x="35" y="297"/>
                    </a:lnTo>
                    <a:lnTo>
                      <a:pt x="25" y="291"/>
                    </a:lnTo>
                    <a:lnTo>
                      <a:pt x="17" y="286"/>
                    </a:lnTo>
                    <a:lnTo>
                      <a:pt x="7" y="280"/>
                    </a:lnTo>
                    <a:lnTo>
                      <a:pt x="0" y="273"/>
                    </a:lnTo>
                    <a:lnTo>
                      <a:pt x="0" y="268"/>
                    </a:lnTo>
                    <a:lnTo>
                      <a:pt x="0" y="263"/>
                    </a:lnTo>
                    <a:lnTo>
                      <a:pt x="2" y="258"/>
                    </a:lnTo>
                    <a:lnTo>
                      <a:pt x="4" y="253"/>
                    </a:lnTo>
                    <a:lnTo>
                      <a:pt x="7" y="248"/>
                    </a:lnTo>
                    <a:lnTo>
                      <a:pt x="10" y="244"/>
                    </a:lnTo>
                    <a:lnTo>
                      <a:pt x="13" y="239"/>
                    </a:lnTo>
                    <a:lnTo>
                      <a:pt x="17" y="234"/>
                    </a:lnTo>
                    <a:lnTo>
                      <a:pt x="20" y="230"/>
                    </a:lnTo>
                    <a:lnTo>
                      <a:pt x="24" y="225"/>
                    </a:lnTo>
                    <a:lnTo>
                      <a:pt x="29" y="220"/>
                    </a:lnTo>
                    <a:lnTo>
                      <a:pt x="32" y="216"/>
                    </a:lnTo>
                    <a:lnTo>
                      <a:pt x="37" y="210"/>
                    </a:lnTo>
                    <a:lnTo>
                      <a:pt x="40" y="205"/>
                    </a:lnTo>
                    <a:lnTo>
                      <a:pt x="43" y="201"/>
                    </a:lnTo>
                    <a:lnTo>
                      <a:pt x="46" y="195"/>
                    </a:lnTo>
                    <a:lnTo>
                      <a:pt x="51" y="190"/>
                    </a:lnTo>
                    <a:lnTo>
                      <a:pt x="58" y="186"/>
                    </a:lnTo>
                    <a:lnTo>
                      <a:pt x="65" y="184"/>
                    </a:lnTo>
                    <a:lnTo>
                      <a:pt x="73" y="184"/>
                    </a:lnTo>
                    <a:lnTo>
                      <a:pt x="82" y="186"/>
                    </a:lnTo>
                    <a:lnTo>
                      <a:pt x="91" y="187"/>
                    </a:lnTo>
                    <a:lnTo>
                      <a:pt x="100" y="191"/>
                    </a:lnTo>
                    <a:lnTo>
                      <a:pt x="109" y="195"/>
                    </a:lnTo>
                    <a:lnTo>
                      <a:pt x="114" y="199"/>
                    </a:lnTo>
                    <a:lnTo>
                      <a:pt x="120" y="205"/>
                    </a:lnTo>
                    <a:lnTo>
                      <a:pt x="124" y="210"/>
                    </a:lnTo>
                    <a:lnTo>
                      <a:pt x="130" y="216"/>
                    </a:lnTo>
                    <a:lnTo>
                      <a:pt x="136" y="222"/>
                    </a:lnTo>
                    <a:lnTo>
                      <a:pt x="143" y="228"/>
                    </a:lnTo>
                    <a:lnTo>
                      <a:pt x="150" y="233"/>
                    </a:lnTo>
                    <a:lnTo>
                      <a:pt x="160" y="237"/>
                    </a:lnTo>
                    <a:lnTo>
                      <a:pt x="166" y="236"/>
                    </a:lnTo>
                    <a:lnTo>
                      <a:pt x="173" y="234"/>
                    </a:lnTo>
                    <a:lnTo>
                      <a:pt x="179" y="232"/>
                    </a:lnTo>
                    <a:lnTo>
                      <a:pt x="186" y="230"/>
                    </a:lnTo>
                    <a:lnTo>
                      <a:pt x="193" y="228"/>
                    </a:lnTo>
                    <a:lnTo>
                      <a:pt x="200" y="225"/>
                    </a:lnTo>
                    <a:lnTo>
                      <a:pt x="207" y="223"/>
                    </a:lnTo>
                    <a:lnTo>
                      <a:pt x="215" y="220"/>
                    </a:lnTo>
                    <a:lnTo>
                      <a:pt x="218" y="213"/>
                    </a:lnTo>
                    <a:lnTo>
                      <a:pt x="224" y="205"/>
                    </a:lnTo>
                    <a:lnTo>
                      <a:pt x="230" y="198"/>
                    </a:lnTo>
                    <a:lnTo>
                      <a:pt x="235" y="190"/>
                    </a:lnTo>
                    <a:lnTo>
                      <a:pt x="239" y="182"/>
                    </a:lnTo>
                    <a:lnTo>
                      <a:pt x="242" y="174"/>
                    </a:lnTo>
                    <a:lnTo>
                      <a:pt x="242" y="165"/>
                    </a:lnTo>
                    <a:lnTo>
                      <a:pt x="238" y="156"/>
                    </a:lnTo>
                    <a:lnTo>
                      <a:pt x="235" y="151"/>
                    </a:lnTo>
                    <a:lnTo>
                      <a:pt x="230" y="147"/>
                    </a:lnTo>
                    <a:lnTo>
                      <a:pt x="226" y="143"/>
                    </a:lnTo>
                    <a:lnTo>
                      <a:pt x="220" y="140"/>
                    </a:lnTo>
                    <a:lnTo>
                      <a:pt x="215" y="136"/>
                    </a:lnTo>
                    <a:lnTo>
                      <a:pt x="209" y="134"/>
                    </a:lnTo>
                    <a:lnTo>
                      <a:pt x="203" y="132"/>
                    </a:lnTo>
                    <a:lnTo>
                      <a:pt x="196" y="129"/>
                    </a:lnTo>
                    <a:lnTo>
                      <a:pt x="189" y="127"/>
                    </a:lnTo>
                    <a:lnTo>
                      <a:pt x="183" y="125"/>
                    </a:lnTo>
                    <a:lnTo>
                      <a:pt x="176" y="122"/>
                    </a:lnTo>
                    <a:lnTo>
                      <a:pt x="170" y="121"/>
                    </a:lnTo>
                    <a:lnTo>
                      <a:pt x="164" y="117"/>
                    </a:lnTo>
                    <a:lnTo>
                      <a:pt x="158" y="114"/>
                    </a:lnTo>
                    <a:lnTo>
                      <a:pt x="153" y="111"/>
                    </a:lnTo>
                    <a:lnTo>
                      <a:pt x="148" y="106"/>
                    </a:lnTo>
                    <a:lnTo>
                      <a:pt x="143" y="98"/>
                    </a:lnTo>
                    <a:lnTo>
                      <a:pt x="142" y="90"/>
                    </a:lnTo>
                    <a:lnTo>
                      <a:pt x="142" y="80"/>
                    </a:lnTo>
                    <a:lnTo>
                      <a:pt x="145" y="72"/>
                    </a:lnTo>
                    <a:lnTo>
                      <a:pt x="149" y="64"/>
                    </a:lnTo>
                    <a:lnTo>
                      <a:pt x="156" y="57"/>
                    </a:lnTo>
                    <a:lnTo>
                      <a:pt x="163" y="50"/>
                    </a:lnTo>
                    <a:lnTo>
                      <a:pt x="172" y="46"/>
                    </a:lnTo>
                    <a:lnTo>
                      <a:pt x="177" y="43"/>
                    </a:lnTo>
                    <a:lnTo>
                      <a:pt x="183" y="39"/>
                    </a:lnTo>
                    <a:lnTo>
                      <a:pt x="187" y="36"/>
                    </a:lnTo>
                    <a:lnTo>
                      <a:pt x="193" y="31"/>
                    </a:lnTo>
                    <a:lnTo>
                      <a:pt x="199" y="27"/>
                    </a:lnTo>
                    <a:lnTo>
                      <a:pt x="205" y="23"/>
                    </a:lnTo>
                    <a:lnTo>
                      <a:pt x="211" y="18"/>
                    </a:lnTo>
                    <a:lnTo>
                      <a:pt x="218" y="14"/>
                    </a:lnTo>
                    <a:lnTo>
                      <a:pt x="226" y="18"/>
                    </a:lnTo>
                    <a:lnTo>
                      <a:pt x="235" y="22"/>
                    </a:lnTo>
                    <a:lnTo>
                      <a:pt x="243" y="28"/>
                    </a:lnTo>
                    <a:lnTo>
                      <a:pt x="251" y="34"/>
                    </a:lnTo>
                    <a:lnTo>
                      <a:pt x="259" y="40"/>
                    </a:lnTo>
                    <a:lnTo>
                      <a:pt x="267" y="47"/>
                    </a:lnTo>
                    <a:lnTo>
                      <a:pt x="277" y="54"/>
                    </a:lnTo>
                    <a:lnTo>
                      <a:pt x="286" y="60"/>
                    </a:lnTo>
                    <a:lnTo>
                      <a:pt x="294" y="65"/>
                    </a:lnTo>
                    <a:lnTo>
                      <a:pt x="304" y="69"/>
                    </a:lnTo>
                    <a:lnTo>
                      <a:pt x="314" y="72"/>
                    </a:lnTo>
                    <a:lnTo>
                      <a:pt x="324" y="75"/>
                    </a:lnTo>
                    <a:lnTo>
                      <a:pt x="334" y="74"/>
                    </a:lnTo>
                    <a:lnTo>
                      <a:pt x="344" y="72"/>
                    </a:lnTo>
                    <a:lnTo>
                      <a:pt x="355" y="68"/>
                    </a:lnTo>
                    <a:lnTo>
                      <a:pt x="367" y="60"/>
                    </a:lnTo>
                    <a:lnTo>
                      <a:pt x="373" y="54"/>
                    </a:lnTo>
                    <a:lnTo>
                      <a:pt x="378" y="46"/>
                    </a:lnTo>
                    <a:lnTo>
                      <a:pt x="382" y="36"/>
                    </a:lnTo>
                    <a:lnTo>
                      <a:pt x="387" y="27"/>
                    </a:lnTo>
                    <a:lnTo>
                      <a:pt x="393" y="18"/>
                    </a:lnTo>
                    <a:lnTo>
                      <a:pt x="401" y="10"/>
                    </a:lnTo>
                    <a:lnTo>
                      <a:pt x="411" y="3"/>
                    </a:lnTo>
                    <a:lnTo>
                      <a:pt x="422" y="0"/>
                    </a:lnTo>
                    <a:lnTo>
                      <a:pt x="432" y="3"/>
                    </a:lnTo>
                    <a:lnTo>
                      <a:pt x="442" y="6"/>
                    </a:lnTo>
                    <a:lnTo>
                      <a:pt x="453" y="10"/>
                    </a:lnTo>
                    <a:lnTo>
                      <a:pt x="463" y="15"/>
                    </a:lnTo>
                    <a:lnTo>
                      <a:pt x="472" y="21"/>
                    </a:lnTo>
                    <a:lnTo>
                      <a:pt x="479" y="28"/>
                    </a:lnTo>
                    <a:lnTo>
                      <a:pt x="486" y="36"/>
                    </a:lnTo>
                    <a:lnTo>
                      <a:pt x="492" y="46"/>
                    </a:lnTo>
                    <a:lnTo>
                      <a:pt x="493" y="54"/>
                    </a:lnTo>
                    <a:lnTo>
                      <a:pt x="492" y="61"/>
                    </a:lnTo>
                    <a:lnTo>
                      <a:pt x="489" y="68"/>
                    </a:lnTo>
                    <a:lnTo>
                      <a:pt x="485" y="73"/>
                    </a:lnTo>
                    <a:lnTo>
                      <a:pt x="479" y="79"/>
                    </a:lnTo>
                    <a:lnTo>
                      <a:pt x="473" y="83"/>
                    </a:lnTo>
                    <a:lnTo>
                      <a:pt x="466" y="88"/>
                    </a:lnTo>
                    <a:lnTo>
                      <a:pt x="458" y="93"/>
                    </a:lnTo>
                    <a:lnTo>
                      <a:pt x="451" y="97"/>
                    </a:lnTo>
                    <a:lnTo>
                      <a:pt x="443" y="101"/>
                    </a:lnTo>
                    <a:lnTo>
                      <a:pt x="437" y="107"/>
                    </a:lnTo>
                    <a:lnTo>
                      <a:pt x="431" y="112"/>
                    </a:lnTo>
                    <a:lnTo>
                      <a:pt x="427" y="118"/>
                    </a:lnTo>
                    <a:lnTo>
                      <a:pt x="423" y="125"/>
                    </a:lnTo>
                    <a:lnTo>
                      <a:pt x="422" y="133"/>
                    </a:lnTo>
                    <a:lnTo>
                      <a:pt x="422" y="142"/>
                    </a:lnTo>
                    <a:lnTo>
                      <a:pt x="511" y="227"/>
                    </a:lnTo>
                    <a:lnTo>
                      <a:pt x="429" y="316"/>
                    </a:lnTo>
                    <a:lnTo>
                      <a:pt x="419" y="317"/>
                    </a:lnTo>
                    <a:lnTo>
                      <a:pt x="411" y="315"/>
                    </a:lnTo>
                    <a:lnTo>
                      <a:pt x="402" y="312"/>
                    </a:lnTo>
                    <a:lnTo>
                      <a:pt x="395" y="308"/>
                    </a:lnTo>
                    <a:lnTo>
                      <a:pt x="388" y="302"/>
                    </a:lnTo>
                    <a:lnTo>
                      <a:pt x="382" y="295"/>
                    </a:lnTo>
                    <a:lnTo>
                      <a:pt x="376" y="288"/>
                    </a:lnTo>
                    <a:lnTo>
                      <a:pt x="370" y="281"/>
                    </a:lnTo>
                    <a:lnTo>
                      <a:pt x="364" y="273"/>
                    </a:lnTo>
                    <a:lnTo>
                      <a:pt x="358" y="266"/>
                    </a:lnTo>
                    <a:lnTo>
                      <a:pt x="351" y="260"/>
                    </a:lnTo>
                    <a:lnTo>
                      <a:pt x="344" y="255"/>
                    </a:lnTo>
                    <a:lnTo>
                      <a:pt x="336" y="250"/>
                    </a:lnTo>
                    <a:lnTo>
                      <a:pt x="327" y="248"/>
                    </a:lnTo>
                    <a:lnTo>
                      <a:pt x="317" y="247"/>
                    </a:lnTo>
                    <a:lnTo>
                      <a:pt x="305" y="248"/>
                    </a:lnTo>
                    <a:lnTo>
                      <a:pt x="299" y="252"/>
                    </a:lnTo>
                    <a:lnTo>
                      <a:pt x="293" y="255"/>
                    </a:lnTo>
                    <a:lnTo>
                      <a:pt x="287" y="260"/>
                    </a:lnTo>
                    <a:lnTo>
                      <a:pt x="281" y="265"/>
                    </a:lnTo>
                    <a:lnTo>
                      <a:pt x="275" y="270"/>
                    </a:lnTo>
                    <a:lnTo>
                      <a:pt x="270" y="275"/>
                    </a:lnTo>
                    <a:lnTo>
                      <a:pt x="265" y="281"/>
                    </a:lnTo>
                    <a:lnTo>
                      <a:pt x="260" y="288"/>
                    </a:lnTo>
                    <a:lnTo>
                      <a:pt x="255" y="294"/>
                    </a:lnTo>
                    <a:lnTo>
                      <a:pt x="251" y="300"/>
                    </a:lnTo>
                    <a:lnTo>
                      <a:pt x="247" y="308"/>
                    </a:lnTo>
                    <a:lnTo>
                      <a:pt x="244" y="315"/>
                    </a:lnTo>
                    <a:lnTo>
                      <a:pt x="242" y="323"/>
                    </a:lnTo>
                    <a:lnTo>
                      <a:pt x="239" y="331"/>
                    </a:lnTo>
                    <a:lnTo>
                      <a:pt x="238" y="339"/>
                    </a:lnTo>
                    <a:lnTo>
                      <a:pt x="238" y="348"/>
                    </a:lnTo>
                    <a:lnTo>
                      <a:pt x="241" y="353"/>
                    </a:lnTo>
                    <a:lnTo>
                      <a:pt x="244" y="356"/>
                    </a:lnTo>
                    <a:lnTo>
                      <a:pt x="248" y="360"/>
                    </a:lnTo>
                    <a:lnTo>
                      <a:pt x="252" y="362"/>
                    </a:lnTo>
                    <a:lnTo>
                      <a:pt x="257" y="364"/>
                    </a:lnTo>
                    <a:lnTo>
                      <a:pt x="262" y="366"/>
                    </a:lnTo>
                    <a:lnTo>
                      <a:pt x="267" y="367"/>
                    </a:lnTo>
                    <a:lnTo>
                      <a:pt x="274" y="368"/>
                    </a:lnTo>
                    <a:lnTo>
                      <a:pt x="279" y="368"/>
                    </a:lnTo>
                    <a:lnTo>
                      <a:pt x="285" y="369"/>
                    </a:lnTo>
                    <a:lnTo>
                      <a:pt x="292" y="370"/>
                    </a:lnTo>
                    <a:lnTo>
                      <a:pt x="298" y="370"/>
                    </a:lnTo>
                    <a:lnTo>
                      <a:pt x="304" y="370"/>
                    </a:lnTo>
                    <a:lnTo>
                      <a:pt x="309" y="371"/>
                    </a:lnTo>
                    <a:lnTo>
                      <a:pt x="315" y="371"/>
                    </a:lnTo>
                    <a:lnTo>
                      <a:pt x="320" y="373"/>
                    </a:lnTo>
                    <a:lnTo>
                      <a:pt x="330" y="376"/>
                    </a:lnTo>
                    <a:lnTo>
                      <a:pt x="337" y="382"/>
                    </a:lnTo>
                    <a:lnTo>
                      <a:pt x="344" y="389"/>
                    </a:lnTo>
                    <a:lnTo>
                      <a:pt x="349" y="398"/>
                    </a:lnTo>
                    <a:lnTo>
                      <a:pt x="353" y="407"/>
                    </a:lnTo>
                    <a:lnTo>
                      <a:pt x="355" y="417"/>
                    </a:lnTo>
                    <a:lnTo>
                      <a:pt x="356" y="427"/>
                    </a:lnTo>
                    <a:lnTo>
                      <a:pt x="355" y="436"/>
                    </a:lnTo>
                    <a:lnTo>
                      <a:pt x="352" y="443"/>
                    </a:lnTo>
                    <a:lnTo>
                      <a:pt x="348" y="448"/>
                    </a:lnTo>
                    <a:lnTo>
                      <a:pt x="343" y="453"/>
                    </a:lnTo>
                    <a:lnTo>
                      <a:pt x="339" y="458"/>
                    </a:lnTo>
                    <a:lnTo>
                      <a:pt x="334" y="462"/>
                    </a:lnTo>
                    <a:lnTo>
                      <a:pt x="330" y="468"/>
                    </a:lnTo>
                    <a:lnTo>
                      <a:pt x="324" y="473"/>
                    </a:lnTo>
                    <a:lnTo>
                      <a:pt x="320" y="479"/>
                    </a:lnTo>
                    <a:lnTo>
                      <a:pt x="311" y="479"/>
                    </a:lnTo>
                    <a:lnTo>
                      <a:pt x="304" y="477"/>
                    </a:lnTo>
                    <a:lnTo>
                      <a:pt x="295" y="474"/>
                    </a:lnTo>
                    <a:lnTo>
                      <a:pt x="286" y="470"/>
                    </a:lnTo>
                    <a:lnTo>
                      <a:pt x="278" y="465"/>
                    </a:lnTo>
                    <a:lnTo>
                      <a:pt x="268" y="461"/>
                    </a:lnTo>
                    <a:lnTo>
                      <a:pt x="259" y="455"/>
                    </a:lnTo>
                    <a:lnTo>
                      <a:pt x="250" y="450"/>
                    </a:lnTo>
                    <a:lnTo>
                      <a:pt x="241" y="445"/>
                    </a:lnTo>
                    <a:lnTo>
                      <a:pt x="231" y="441"/>
                    </a:lnTo>
                    <a:lnTo>
                      <a:pt x="222" y="437"/>
                    </a:lnTo>
                    <a:lnTo>
                      <a:pt x="211" y="435"/>
                    </a:lnTo>
                    <a:lnTo>
                      <a:pt x="202" y="432"/>
                    </a:lnTo>
                    <a:lnTo>
                      <a:pt x="193" y="432"/>
                    </a:lnTo>
                    <a:lnTo>
                      <a:pt x="182" y="433"/>
                    </a:lnTo>
                    <a:lnTo>
                      <a:pt x="172" y="436"/>
                    </a:lnTo>
                    <a:lnTo>
                      <a:pt x="98" y="508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3" name="Google Shape;203;p24"/>
              <p:cNvSpPr/>
              <p:nvPr/>
            </p:nvSpPr>
            <p:spPr>
              <a:xfrm>
                <a:off x="1132014" y="6086856"/>
                <a:ext cx="814388" cy="782638"/>
              </a:xfrm>
              <a:custGeom>
                <a:pathLst>
                  <a:path extrusionOk="0" h="493" w="513">
                    <a:moveTo>
                      <a:pt x="130" y="492"/>
                    </a:moveTo>
                    <a:lnTo>
                      <a:pt x="120" y="486"/>
                    </a:lnTo>
                    <a:lnTo>
                      <a:pt x="111" y="481"/>
                    </a:lnTo>
                    <a:lnTo>
                      <a:pt x="101" y="475"/>
                    </a:lnTo>
                    <a:lnTo>
                      <a:pt x="93" y="469"/>
                    </a:lnTo>
                    <a:lnTo>
                      <a:pt x="85" y="463"/>
                    </a:lnTo>
                    <a:lnTo>
                      <a:pt x="78" y="454"/>
                    </a:lnTo>
                    <a:lnTo>
                      <a:pt x="71" y="444"/>
                    </a:lnTo>
                    <a:lnTo>
                      <a:pt x="64" y="433"/>
                    </a:lnTo>
                    <a:lnTo>
                      <a:pt x="111" y="353"/>
                    </a:lnTo>
                    <a:lnTo>
                      <a:pt x="0" y="280"/>
                    </a:lnTo>
                    <a:lnTo>
                      <a:pt x="0" y="275"/>
                    </a:lnTo>
                    <a:lnTo>
                      <a:pt x="0" y="270"/>
                    </a:lnTo>
                    <a:lnTo>
                      <a:pt x="1" y="264"/>
                    </a:lnTo>
                    <a:lnTo>
                      <a:pt x="3" y="259"/>
                    </a:lnTo>
                    <a:lnTo>
                      <a:pt x="5" y="252"/>
                    </a:lnTo>
                    <a:lnTo>
                      <a:pt x="7" y="246"/>
                    </a:lnTo>
                    <a:lnTo>
                      <a:pt x="10" y="240"/>
                    </a:lnTo>
                    <a:lnTo>
                      <a:pt x="13" y="234"/>
                    </a:lnTo>
                    <a:lnTo>
                      <a:pt x="17" y="227"/>
                    </a:lnTo>
                    <a:lnTo>
                      <a:pt x="21" y="222"/>
                    </a:lnTo>
                    <a:lnTo>
                      <a:pt x="26" y="216"/>
                    </a:lnTo>
                    <a:lnTo>
                      <a:pt x="30" y="211"/>
                    </a:lnTo>
                    <a:lnTo>
                      <a:pt x="35" y="205"/>
                    </a:lnTo>
                    <a:lnTo>
                      <a:pt x="40" y="201"/>
                    </a:lnTo>
                    <a:lnTo>
                      <a:pt x="44" y="196"/>
                    </a:lnTo>
                    <a:lnTo>
                      <a:pt x="49" y="193"/>
                    </a:lnTo>
                    <a:lnTo>
                      <a:pt x="60" y="191"/>
                    </a:lnTo>
                    <a:lnTo>
                      <a:pt x="70" y="191"/>
                    </a:lnTo>
                    <a:lnTo>
                      <a:pt x="81" y="193"/>
                    </a:lnTo>
                    <a:lnTo>
                      <a:pt x="92" y="196"/>
                    </a:lnTo>
                    <a:lnTo>
                      <a:pt x="102" y="201"/>
                    </a:lnTo>
                    <a:lnTo>
                      <a:pt x="112" y="205"/>
                    </a:lnTo>
                    <a:lnTo>
                      <a:pt x="122" y="211"/>
                    </a:lnTo>
                    <a:lnTo>
                      <a:pt x="132" y="216"/>
                    </a:lnTo>
                    <a:lnTo>
                      <a:pt x="142" y="220"/>
                    </a:lnTo>
                    <a:lnTo>
                      <a:pt x="150" y="223"/>
                    </a:lnTo>
                    <a:lnTo>
                      <a:pt x="160" y="226"/>
                    </a:lnTo>
                    <a:lnTo>
                      <a:pt x="169" y="226"/>
                    </a:lnTo>
                    <a:lnTo>
                      <a:pt x="178" y="223"/>
                    </a:lnTo>
                    <a:lnTo>
                      <a:pt x="186" y="219"/>
                    </a:lnTo>
                    <a:lnTo>
                      <a:pt x="194" y="211"/>
                    </a:lnTo>
                    <a:lnTo>
                      <a:pt x="202" y="200"/>
                    </a:lnTo>
                    <a:lnTo>
                      <a:pt x="207" y="192"/>
                    </a:lnTo>
                    <a:lnTo>
                      <a:pt x="212" y="183"/>
                    </a:lnTo>
                    <a:lnTo>
                      <a:pt x="216" y="174"/>
                    </a:lnTo>
                    <a:lnTo>
                      <a:pt x="219" y="165"/>
                    </a:lnTo>
                    <a:lnTo>
                      <a:pt x="222" y="156"/>
                    </a:lnTo>
                    <a:lnTo>
                      <a:pt x="222" y="146"/>
                    </a:lnTo>
                    <a:lnTo>
                      <a:pt x="219" y="138"/>
                    </a:lnTo>
                    <a:lnTo>
                      <a:pt x="213" y="128"/>
                    </a:lnTo>
                    <a:lnTo>
                      <a:pt x="210" y="123"/>
                    </a:lnTo>
                    <a:lnTo>
                      <a:pt x="204" y="119"/>
                    </a:lnTo>
                    <a:lnTo>
                      <a:pt x="198" y="115"/>
                    </a:lnTo>
                    <a:lnTo>
                      <a:pt x="192" y="112"/>
                    </a:lnTo>
                    <a:lnTo>
                      <a:pt x="186" y="109"/>
                    </a:lnTo>
                    <a:lnTo>
                      <a:pt x="178" y="105"/>
                    </a:lnTo>
                    <a:lnTo>
                      <a:pt x="171" y="102"/>
                    </a:lnTo>
                    <a:lnTo>
                      <a:pt x="165" y="98"/>
                    </a:lnTo>
                    <a:lnTo>
                      <a:pt x="158" y="95"/>
                    </a:lnTo>
                    <a:lnTo>
                      <a:pt x="152" y="91"/>
                    </a:lnTo>
                    <a:lnTo>
                      <a:pt x="146" y="86"/>
                    </a:lnTo>
                    <a:lnTo>
                      <a:pt x="142" y="81"/>
                    </a:lnTo>
                    <a:lnTo>
                      <a:pt x="139" y="74"/>
                    </a:lnTo>
                    <a:lnTo>
                      <a:pt x="137" y="68"/>
                    </a:lnTo>
                    <a:lnTo>
                      <a:pt x="137" y="60"/>
                    </a:lnTo>
                    <a:lnTo>
                      <a:pt x="138" y="51"/>
                    </a:lnTo>
                    <a:lnTo>
                      <a:pt x="142" y="44"/>
                    </a:lnTo>
                    <a:lnTo>
                      <a:pt x="146" y="38"/>
                    </a:lnTo>
                    <a:lnTo>
                      <a:pt x="150" y="32"/>
                    </a:lnTo>
                    <a:lnTo>
                      <a:pt x="155" y="26"/>
                    </a:lnTo>
                    <a:lnTo>
                      <a:pt x="160" y="20"/>
                    </a:lnTo>
                    <a:lnTo>
                      <a:pt x="165" y="14"/>
                    </a:lnTo>
                    <a:lnTo>
                      <a:pt x="170" y="8"/>
                    </a:lnTo>
                    <a:lnTo>
                      <a:pt x="176" y="0"/>
                    </a:lnTo>
                    <a:lnTo>
                      <a:pt x="183" y="5"/>
                    </a:lnTo>
                    <a:lnTo>
                      <a:pt x="191" y="10"/>
                    </a:lnTo>
                    <a:lnTo>
                      <a:pt x="198" y="15"/>
                    </a:lnTo>
                    <a:lnTo>
                      <a:pt x="207" y="19"/>
                    </a:lnTo>
                    <a:lnTo>
                      <a:pt x="215" y="23"/>
                    </a:lnTo>
                    <a:lnTo>
                      <a:pt x="224" y="26"/>
                    </a:lnTo>
                    <a:lnTo>
                      <a:pt x="233" y="29"/>
                    </a:lnTo>
                    <a:lnTo>
                      <a:pt x="242" y="32"/>
                    </a:lnTo>
                    <a:lnTo>
                      <a:pt x="251" y="34"/>
                    </a:lnTo>
                    <a:lnTo>
                      <a:pt x="261" y="36"/>
                    </a:lnTo>
                    <a:lnTo>
                      <a:pt x="270" y="37"/>
                    </a:lnTo>
                    <a:lnTo>
                      <a:pt x="279" y="38"/>
                    </a:lnTo>
                    <a:lnTo>
                      <a:pt x="288" y="38"/>
                    </a:lnTo>
                    <a:lnTo>
                      <a:pt x="298" y="38"/>
                    </a:lnTo>
                    <a:lnTo>
                      <a:pt x="307" y="37"/>
                    </a:lnTo>
                    <a:lnTo>
                      <a:pt x="316" y="36"/>
                    </a:lnTo>
                    <a:lnTo>
                      <a:pt x="282" y="120"/>
                    </a:lnTo>
                    <a:lnTo>
                      <a:pt x="285" y="123"/>
                    </a:lnTo>
                    <a:lnTo>
                      <a:pt x="288" y="126"/>
                    </a:lnTo>
                    <a:lnTo>
                      <a:pt x="291" y="129"/>
                    </a:lnTo>
                    <a:lnTo>
                      <a:pt x="295" y="131"/>
                    </a:lnTo>
                    <a:lnTo>
                      <a:pt x="298" y="134"/>
                    </a:lnTo>
                    <a:lnTo>
                      <a:pt x="303" y="137"/>
                    </a:lnTo>
                    <a:lnTo>
                      <a:pt x="308" y="140"/>
                    </a:lnTo>
                    <a:lnTo>
                      <a:pt x="313" y="142"/>
                    </a:lnTo>
                    <a:lnTo>
                      <a:pt x="327" y="140"/>
                    </a:lnTo>
                    <a:lnTo>
                      <a:pt x="337" y="134"/>
                    </a:lnTo>
                    <a:lnTo>
                      <a:pt x="345" y="125"/>
                    </a:lnTo>
                    <a:lnTo>
                      <a:pt x="352" y="113"/>
                    </a:lnTo>
                    <a:lnTo>
                      <a:pt x="357" y="101"/>
                    </a:lnTo>
                    <a:lnTo>
                      <a:pt x="363" y="89"/>
                    </a:lnTo>
                    <a:lnTo>
                      <a:pt x="372" y="78"/>
                    </a:lnTo>
                    <a:lnTo>
                      <a:pt x="382" y="69"/>
                    </a:lnTo>
                    <a:lnTo>
                      <a:pt x="385" y="77"/>
                    </a:lnTo>
                    <a:lnTo>
                      <a:pt x="390" y="86"/>
                    </a:lnTo>
                    <a:lnTo>
                      <a:pt x="395" y="94"/>
                    </a:lnTo>
                    <a:lnTo>
                      <a:pt x="402" y="101"/>
                    </a:lnTo>
                    <a:lnTo>
                      <a:pt x="409" y="109"/>
                    </a:lnTo>
                    <a:lnTo>
                      <a:pt x="416" y="117"/>
                    </a:lnTo>
                    <a:lnTo>
                      <a:pt x="424" y="123"/>
                    </a:lnTo>
                    <a:lnTo>
                      <a:pt x="432" y="130"/>
                    </a:lnTo>
                    <a:lnTo>
                      <a:pt x="441" y="137"/>
                    </a:lnTo>
                    <a:lnTo>
                      <a:pt x="450" y="143"/>
                    </a:lnTo>
                    <a:lnTo>
                      <a:pt x="459" y="149"/>
                    </a:lnTo>
                    <a:lnTo>
                      <a:pt x="469" y="154"/>
                    </a:lnTo>
                    <a:lnTo>
                      <a:pt x="480" y="159"/>
                    </a:lnTo>
                    <a:lnTo>
                      <a:pt x="490" y="165"/>
                    </a:lnTo>
                    <a:lnTo>
                      <a:pt x="501" y="170"/>
                    </a:lnTo>
                    <a:lnTo>
                      <a:pt x="512" y="174"/>
                    </a:lnTo>
                    <a:lnTo>
                      <a:pt x="447" y="287"/>
                    </a:lnTo>
                    <a:lnTo>
                      <a:pt x="431" y="287"/>
                    </a:lnTo>
                    <a:lnTo>
                      <a:pt x="328" y="211"/>
                    </a:lnTo>
                    <a:lnTo>
                      <a:pt x="322" y="216"/>
                    </a:lnTo>
                    <a:lnTo>
                      <a:pt x="316" y="222"/>
                    </a:lnTo>
                    <a:lnTo>
                      <a:pt x="311" y="227"/>
                    </a:lnTo>
                    <a:lnTo>
                      <a:pt x="305" y="234"/>
                    </a:lnTo>
                    <a:lnTo>
                      <a:pt x="299" y="240"/>
                    </a:lnTo>
                    <a:lnTo>
                      <a:pt x="293" y="247"/>
                    </a:lnTo>
                    <a:lnTo>
                      <a:pt x="288" y="253"/>
                    </a:lnTo>
                    <a:lnTo>
                      <a:pt x="283" y="261"/>
                    </a:lnTo>
                    <a:lnTo>
                      <a:pt x="279" y="268"/>
                    </a:lnTo>
                    <a:lnTo>
                      <a:pt x="275" y="276"/>
                    </a:lnTo>
                    <a:lnTo>
                      <a:pt x="271" y="284"/>
                    </a:lnTo>
                    <a:lnTo>
                      <a:pt x="267" y="292"/>
                    </a:lnTo>
                    <a:lnTo>
                      <a:pt x="265" y="300"/>
                    </a:lnTo>
                    <a:lnTo>
                      <a:pt x="262" y="308"/>
                    </a:lnTo>
                    <a:lnTo>
                      <a:pt x="261" y="316"/>
                    </a:lnTo>
                    <a:lnTo>
                      <a:pt x="259" y="324"/>
                    </a:lnTo>
                    <a:lnTo>
                      <a:pt x="265" y="334"/>
                    </a:lnTo>
                    <a:lnTo>
                      <a:pt x="272" y="342"/>
                    </a:lnTo>
                    <a:lnTo>
                      <a:pt x="281" y="347"/>
                    </a:lnTo>
                    <a:lnTo>
                      <a:pt x="290" y="351"/>
                    </a:lnTo>
                    <a:lnTo>
                      <a:pt x="302" y="353"/>
                    </a:lnTo>
                    <a:lnTo>
                      <a:pt x="313" y="355"/>
                    </a:lnTo>
                    <a:lnTo>
                      <a:pt x="325" y="356"/>
                    </a:lnTo>
                    <a:lnTo>
                      <a:pt x="337" y="357"/>
                    </a:lnTo>
                    <a:lnTo>
                      <a:pt x="348" y="357"/>
                    </a:lnTo>
                    <a:lnTo>
                      <a:pt x="360" y="359"/>
                    </a:lnTo>
                    <a:lnTo>
                      <a:pt x="370" y="361"/>
                    </a:lnTo>
                    <a:lnTo>
                      <a:pt x="380" y="365"/>
                    </a:lnTo>
                    <a:lnTo>
                      <a:pt x="388" y="370"/>
                    </a:lnTo>
                    <a:lnTo>
                      <a:pt x="394" y="378"/>
                    </a:lnTo>
                    <a:lnTo>
                      <a:pt x="399" y="387"/>
                    </a:lnTo>
                    <a:lnTo>
                      <a:pt x="400" y="401"/>
                    </a:lnTo>
                    <a:lnTo>
                      <a:pt x="347" y="480"/>
                    </a:lnTo>
                    <a:lnTo>
                      <a:pt x="225" y="398"/>
                    </a:lnTo>
                    <a:lnTo>
                      <a:pt x="202" y="404"/>
                    </a:lnTo>
                    <a:lnTo>
                      <a:pt x="168" y="477"/>
                    </a:lnTo>
                    <a:lnTo>
                      <a:pt x="165" y="478"/>
                    </a:lnTo>
                    <a:lnTo>
                      <a:pt x="162" y="479"/>
                    </a:lnTo>
                    <a:lnTo>
                      <a:pt x="158" y="481"/>
                    </a:lnTo>
                    <a:lnTo>
                      <a:pt x="154" y="483"/>
                    </a:lnTo>
                    <a:lnTo>
                      <a:pt x="150" y="484"/>
                    </a:lnTo>
                    <a:lnTo>
                      <a:pt x="146" y="487"/>
                    </a:lnTo>
                    <a:lnTo>
                      <a:pt x="142" y="489"/>
                    </a:lnTo>
                    <a:lnTo>
                      <a:pt x="138" y="492"/>
                    </a:lnTo>
                    <a:lnTo>
                      <a:pt x="130" y="492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4" name="Google Shape;204;p24"/>
              <p:cNvSpPr/>
              <p:nvPr/>
            </p:nvSpPr>
            <p:spPr>
              <a:xfrm>
                <a:off x="8064" y="5947156"/>
                <a:ext cx="534988" cy="563563"/>
              </a:xfrm>
              <a:custGeom>
                <a:pathLst>
                  <a:path extrusionOk="0" h="355" w="337">
                    <a:moveTo>
                      <a:pt x="335" y="147"/>
                    </a:moveTo>
                    <a:lnTo>
                      <a:pt x="329" y="153"/>
                    </a:lnTo>
                    <a:lnTo>
                      <a:pt x="323" y="158"/>
                    </a:lnTo>
                    <a:lnTo>
                      <a:pt x="315" y="160"/>
                    </a:lnTo>
                    <a:lnTo>
                      <a:pt x="306" y="163"/>
                    </a:lnTo>
                    <a:lnTo>
                      <a:pt x="297" y="165"/>
                    </a:lnTo>
                    <a:lnTo>
                      <a:pt x="288" y="167"/>
                    </a:lnTo>
                    <a:lnTo>
                      <a:pt x="280" y="168"/>
                    </a:lnTo>
                    <a:lnTo>
                      <a:pt x="270" y="170"/>
                    </a:lnTo>
                    <a:lnTo>
                      <a:pt x="261" y="172"/>
                    </a:lnTo>
                    <a:lnTo>
                      <a:pt x="254" y="175"/>
                    </a:lnTo>
                    <a:lnTo>
                      <a:pt x="247" y="179"/>
                    </a:lnTo>
                    <a:lnTo>
                      <a:pt x="242" y="183"/>
                    </a:lnTo>
                    <a:lnTo>
                      <a:pt x="237" y="191"/>
                    </a:lnTo>
                    <a:lnTo>
                      <a:pt x="233" y="199"/>
                    </a:lnTo>
                    <a:lnTo>
                      <a:pt x="232" y="209"/>
                    </a:lnTo>
                    <a:lnTo>
                      <a:pt x="233" y="222"/>
                    </a:lnTo>
                    <a:lnTo>
                      <a:pt x="236" y="229"/>
                    </a:lnTo>
                    <a:lnTo>
                      <a:pt x="239" y="237"/>
                    </a:lnTo>
                    <a:lnTo>
                      <a:pt x="240" y="243"/>
                    </a:lnTo>
                    <a:lnTo>
                      <a:pt x="242" y="252"/>
                    </a:lnTo>
                    <a:lnTo>
                      <a:pt x="242" y="259"/>
                    </a:lnTo>
                    <a:lnTo>
                      <a:pt x="243" y="266"/>
                    </a:lnTo>
                    <a:lnTo>
                      <a:pt x="243" y="275"/>
                    </a:lnTo>
                    <a:lnTo>
                      <a:pt x="243" y="283"/>
                    </a:lnTo>
                    <a:lnTo>
                      <a:pt x="237" y="286"/>
                    </a:lnTo>
                    <a:lnTo>
                      <a:pt x="232" y="289"/>
                    </a:lnTo>
                    <a:lnTo>
                      <a:pt x="227" y="291"/>
                    </a:lnTo>
                    <a:lnTo>
                      <a:pt x="221" y="293"/>
                    </a:lnTo>
                    <a:lnTo>
                      <a:pt x="216" y="294"/>
                    </a:lnTo>
                    <a:lnTo>
                      <a:pt x="209" y="297"/>
                    </a:lnTo>
                    <a:lnTo>
                      <a:pt x="202" y="300"/>
                    </a:lnTo>
                    <a:lnTo>
                      <a:pt x="195" y="300"/>
                    </a:lnTo>
                    <a:lnTo>
                      <a:pt x="189" y="302"/>
                    </a:lnTo>
                    <a:lnTo>
                      <a:pt x="182" y="303"/>
                    </a:lnTo>
                    <a:lnTo>
                      <a:pt x="175" y="303"/>
                    </a:lnTo>
                    <a:lnTo>
                      <a:pt x="169" y="303"/>
                    </a:lnTo>
                    <a:lnTo>
                      <a:pt x="162" y="303"/>
                    </a:lnTo>
                    <a:lnTo>
                      <a:pt x="155" y="303"/>
                    </a:lnTo>
                    <a:lnTo>
                      <a:pt x="149" y="303"/>
                    </a:lnTo>
                    <a:lnTo>
                      <a:pt x="143" y="299"/>
                    </a:lnTo>
                    <a:lnTo>
                      <a:pt x="140" y="293"/>
                    </a:lnTo>
                    <a:lnTo>
                      <a:pt x="140" y="285"/>
                    </a:lnTo>
                    <a:lnTo>
                      <a:pt x="142" y="276"/>
                    </a:lnTo>
                    <a:lnTo>
                      <a:pt x="144" y="268"/>
                    </a:lnTo>
                    <a:lnTo>
                      <a:pt x="147" y="260"/>
                    </a:lnTo>
                    <a:lnTo>
                      <a:pt x="149" y="252"/>
                    </a:lnTo>
                    <a:lnTo>
                      <a:pt x="149" y="243"/>
                    </a:lnTo>
                    <a:lnTo>
                      <a:pt x="149" y="235"/>
                    </a:lnTo>
                    <a:lnTo>
                      <a:pt x="146" y="229"/>
                    </a:lnTo>
                    <a:lnTo>
                      <a:pt x="143" y="224"/>
                    </a:lnTo>
                    <a:lnTo>
                      <a:pt x="139" y="220"/>
                    </a:lnTo>
                    <a:lnTo>
                      <a:pt x="136" y="217"/>
                    </a:lnTo>
                    <a:lnTo>
                      <a:pt x="130" y="214"/>
                    </a:lnTo>
                    <a:lnTo>
                      <a:pt x="126" y="211"/>
                    </a:lnTo>
                    <a:lnTo>
                      <a:pt x="121" y="210"/>
                    </a:lnTo>
                    <a:lnTo>
                      <a:pt x="116" y="209"/>
                    </a:lnTo>
                    <a:lnTo>
                      <a:pt x="110" y="208"/>
                    </a:lnTo>
                    <a:lnTo>
                      <a:pt x="105" y="208"/>
                    </a:lnTo>
                    <a:lnTo>
                      <a:pt x="99" y="206"/>
                    </a:lnTo>
                    <a:lnTo>
                      <a:pt x="93" y="206"/>
                    </a:lnTo>
                    <a:lnTo>
                      <a:pt x="87" y="207"/>
                    </a:lnTo>
                    <a:lnTo>
                      <a:pt x="81" y="206"/>
                    </a:lnTo>
                    <a:lnTo>
                      <a:pt x="75" y="207"/>
                    </a:lnTo>
                    <a:lnTo>
                      <a:pt x="70" y="207"/>
                    </a:lnTo>
                    <a:lnTo>
                      <a:pt x="62" y="209"/>
                    </a:lnTo>
                    <a:lnTo>
                      <a:pt x="56" y="212"/>
                    </a:lnTo>
                    <a:lnTo>
                      <a:pt x="51" y="216"/>
                    </a:lnTo>
                    <a:lnTo>
                      <a:pt x="46" y="219"/>
                    </a:lnTo>
                    <a:lnTo>
                      <a:pt x="41" y="224"/>
                    </a:lnTo>
                    <a:lnTo>
                      <a:pt x="37" y="229"/>
                    </a:lnTo>
                    <a:lnTo>
                      <a:pt x="34" y="234"/>
                    </a:lnTo>
                    <a:lnTo>
                      <a:pt x="29" y="241"/>
                    </a:lnTo>
                    <a:lnTo>
                      <a:pt x="30" y="248"/>
                    </a:lnTo>
                    <a:lnTo>
                      <a:pt x="31" y="253"/>
                    </a:lnTo>
                    <a:lnTo>
                      <a:pt x="32" y="260"/>
                    </a:lnTo>
                    <a:lnTo>
                      <a:pt x="35" y="266"/>
                    </a:lnTo>
                    <a:lnTo>
                      <a:pt x="37" y="272"/>
                    </a:lnTo>
                    <a:lnTo>
                      <a:pt x="42" y="279"/>
                    </a:lnTo>
                    <a:lnTo>
                      <a:pt x="43" y="284"/>
                    </a:lnTo>
                    <a:lnTo>
                      <a:pt x="45" y="289"/>
                    </a:lnTo>
                    <a:lnTo>
                      <a:pt x="49" y="296"/>
                    </a:lnTo>
                    <a:lnTo>
                      <a:pt x="50" y="303"/>
                    </a:lnTo>
                    <a:lnTo>
                      <a:pt x="50" y="309"/>
                    </a:lnTo>
                    <a:lnTo>
                      <a:pt x="50" y="316"/>
                    </a:lnTo>
                    <a:lnTo>
                      <a:pt x="49" y="321"/>
                    </a:lnTo>
                    <a:lnTo>
                      <a:pt x="47" y="326"/>
                    </a:lnTo>
                    <a:lnTo>
                      <a:pt x="41" y="333"/>
                    </a:lnTo>
                    <a:lnTo>
                      <a:pt x="35" y="339"/>
                    </a:lnTo>
                    <a:lnTo>
                      <a:pt x="32" y="341"/>
                    </a:lnTo>
                    <a:lnTo>
                      <a:pt x="30" y="343"/>
                    </a:lnTo>
                    <a:lnTo>
                      <a:pt x="25" y="345"/>
                    </a:lnTo>
                    <a:lnTo>
                      <a:pt x="21" y="348"/>
                    </a:lnTo>
                    <a:lnTo>
                      <a:pt x="17" y="349"/>
                    </a:lnTo>
                    <a:lnTo>
                      <a:pt x="12" y="350"/>
                    </a:lnTo>
                    <a:lnTo>
                      <a:pt x="7" y="353"/>
                    </a:lnTo>
                    <a:lnTo>
                      <a:pt x="0" y="354"/>
                    </a:lnTo>
                    <a:lnTo>
                      <a:pt x="0" y="19"/>
                    </a:lnTo>
                    <a:lnTo>
                      <a:pt x="12" y="31"/>
                    </a:lnTo>
                    <a:lnTo>
                      <a:pt x="14" y="34"/>
                    </a:lnTo>
                    <a:lnTo>
                      <a:pt x="16" y="39"/>
                    </a:lnTo>
                    <a:lnTo>
                      <a:pt x="18" y="43"/>
                    </a:lnTo>
                    <a:lnTo>
                      <a:pt x="17" y="47"/>
                    </a:lnTo>
                    <a:lnTo>
                      <a:pt x="16" y="51"/>
                    </a:lnTo>
                    <a:lnTo>
                      <a:pt x="16" y="56"/>
                    </a:lnTo>
                    <a:lnTo>
                      <a:pt x="16" y="60"/>
                    </a:lnTo>
                    <a:lnTo>
                      <a:pt x="14" y="64"/>
                    </a:lnTo>
                    <a:lnTo>
                      <a:pt x="13" y="68"/>
                    </a:lnTo>
                    <a:lnTo>
                      <a:pt x="12" y="73"/>
                    </a:lnTo>
                    <a:lnTo>
                      <a:pt x="11" y="78"/>
                    </a:lnTo>
                    <a:lnTo>
                      <a:pt x="10" y="82"/>
                    </a:lnTo>
                    <a:lnTo>
                      <a:pt x="9" y="87"/>
                    </a:lnTo>
                    <a:lnTo>
                      <a:pt x="9" y="92"/>
                    </a:lnTo>
                    <a:lnTo>
                      <a:pt x="8" y="97"/>
                    </a:lnTo>
                    <a:lnTo>
                      <a:pt x="9" y="102"/>
                    </a:lnTo>
                    <a:lnTo>
                      <a:pt x="12" y="107"/>
                    </a:lnTo>
                    <a:lnTo>
                      <a:pt x="16" y="112"/>
                    </a:lnTo>
                    <a:lnTo>
                      <a:pt x="19" y="118"/>
                    </a:lnTo>
                    <a:lnTo>
                      <a:pt x="27" y="122"/>
                    </a:lnTo>
                    <a:lnTo>
                      <a:pt x="33" y="126"/>
                    </a:lnTo>
                    <a:lnTo>
                      <a:pt x="40" y="128"/>
                    </a:lnTo>
                    <a:lnTo>
                      <a:pt x="48" y="128"/>
                    </a:lnTo>
                    <a:lnTo>
                      <a:pt x="56" y="129"/>
                    </a:lnTo>
                    <a:lnTo>
                      <a:pt x="61" y="127"/>
                    </a:lnTo>
                    <a:lnTo>
                      <a:pt x="65" y="127"/>
                    </a:lnTo>
                    <a:lnTo>
                      <a:pt x="70" y="126"/>
                    </a:lnTo>
                    <a:lnTo>
                      <a:pt x="76" y="126"/>
                    </a:lnTo>
                    <a:lnTo>
                      <a:pt x="81" y="124"/>
                    </a:lnTo>
                    <a:lnTo>
                      <a:pt x="87" y="124"/>
                    </a:lnTo>
                    <a:lnTo>
                      <a:pt x="92" y="123"/>
                    </a:lnTo>
                    <a:lnTo>
                      <a:pt x="98" y="121"/>
                    </a:lnTo>
                    <a:lnTo>
                      <a:pt x="103" y="121"/>
                    </a:lnTo>
                    <a:lnTo>
                      <a:pt x="107" y="119"/>
                    </a:lnTo>
                    <a:lnTo>
                      <a:pt x="112" y="116"/>
                    </a:lnTo>
                    <a:lnTo>
                      <a:pt x="117" y="114"/>
                    </a:lnTo>
                    <a:lnTo>
                      <a:pt x="122" y="110"/>
                    </a:lnTo>
                    <a:lnTo>
                      <a:pt x="125" y="106"/>
                    </a:lnTo>
                    <a:lnTo>
                      <a:pt x="128" y="101"/>
                    </a:lnTo>
                    <a:lnTo>
                      <a:pt x="131" y="96"/>
                    </a:lnTo>
                    <a:lnTo>
                      <a:pt x="135" y="91"/>
                    </a:lnTo>
                    <a:lnTo>
                      <a:pt x="136" y="85"/>
                    </a:lnTo>
                    <a:lnTo>
                      <a:pt x="136" y="81"/>
                    </a:lnTo>
                    <a:lnTo>
                      <a:pt x="136" y="76"/>
                    </a:lnTo>
                    <a:lnTo>
                      <a:pt x="134" y="71"/>
                    </a:lnTo>
                    <a:lnTo>
                      <a:pt x="133" y="67"/>
                    </a:lnTo>
                    <a:lnTo>
                      <a:pt x="131" y="62"/>
                    </a:lnTo>
                    <a:lnTo>
                      <a:pt x="128" y="56"/>
                    </a:lnTo>
                    <a:lnTo>
                      <a:pt x="126" y="52"/>
                    </a:lnTo>
                    <a:lnTo>
                      <a:pt x="124" y="47"/>
                    </a:lnTo>
                    <a:lnTo>
                      <a:pt x="122" y="43"/>
                    </a:lnTo>
                    <a:lnTo>
                      <a:pt x="119" y="38"/>
                    </a:lnTo>
                    <a:lnTo>
                      <a:pt x="118" y="33"/>
                    </a:lnTo>
                    <a:lnTo>
                      <a:pt x="118" y="28"/>
                    </a:lnTo>
                    <a:lnTo>
                      <a:pt x="118" y="22"/>
                    </a:lnTo>
                    <a:lnTo>
                      <a:pt x="118" y="18"/>
                    </a:lnTo>
                    <a:lnTo>
                      <a:pt x="122" y="13"/>
                    </a:lnTo>
                    <a:lnTo>
                      <a:pt x="127" y="11"/>
                    </a:lnTo>
                    <a:lnTo>
                      <a:pt x="130" y="9"/>
                    </a:lnTo>
                    <a:lnTo>
                      <a:pt x="136" y="8"/>
                    </a:lnTo>
                    <a:lnTo>
                      <a:pt x="140" y="6"/>
                    </a:lnTo>
                    <a:lnTo>
                      <a:pt x="145" y="4"/>
                    </a:lnTo>
                    <a:lnTo>
                      <a:pt x="151" y="3"/>
                    </a:lnTo>
                    <a:lnTo>
                      <a:pt x="156" y="4"/>
                    </a:lnTo>
                    <a:lnTo>
                      <a:pt x="163" y="1"/>
                    </a:lnTo>
                    <a:lnTo>
                      <a:pt x="169" y="2"/>
                    </a:lnTo>
                    <a:lnTo>
                      <a:pt x="174" y="1"/>
                    </a:lnTo>
                    <a:lnTo>
                      <a:pt x="180" y="2"/>
                    </a:lnTo>
                    <a:lnTo>
                      <a:pt x="186" y="1"/>
                    </a:lnTo>
                    <a:lnTo>
                      <a:pt x="192" y="0"/>
                    </a:lnTo>
                    <a:lnTo>
                      <a:pt x="198" y="0"/>
                    </a:lnTo>
                    <a:lnTo>
                      <a:pt x="203" y="0"/>
                    </a:lnTo>
                    <a:lnTo>
                      <a:pt x="202" y="8"/>
                    </a:lnTo>
                    <a:lnTo>
                      <a:pt x="203" y="15"/>
                    </a:lnTo>
                    <a:lnTo>
                      <a:pt x="204" y="24"/>
                    </a:lnTo>
                    <a:lnTo>
                      <a:pt x="205" y="33"/>
                    </a:lnTo>
                    <a:lnTo>
                      <a:pt x="207" y="41"/>
                    </a:lnTo>
                    <a:lnTo>
                      <a:pt x="211" y="49"/>
                    </a:lnTo>
                    <a:lnTo>
                      <a:pt x="212" y="57"/>
                    </a:lnTo>
                    <a:lnTo>
                      <a:pt x="217" y="65"/>
                    </a:lnTo>
                    <a:lnTo>
                      <a:pt x="219" y="68"/>
                    </a:lnTo>
                    <a:lnTo>
                      <a:pt x="224" y="72"/>
                    </a:lnTo>
                    <a:lnTo>
                      <a:pt x="228" y="76"/>
                    </a:lnTo>
                    <a:lnTo>
                      <a:pt x="234" y="79"/>
                    </a:lnTo>
                    <a:lnTo>
                      <a:pt x="241" y="82"/>
                    </a:lnTo>
                    <a:lnTo>
                      <a:pt x="248" y="82"/>
                    </a:lnTo>
                    <a:lnTo>
                      <a:pt x="254" y="83"/>
                    </a:lnTo>
                    <a:lnTo>
                      <a:pt x="261" y="80"/>
                    </a:lnTo>
                    <a:lnTo>
                      <a:pt x="267" y="78"/>
                    </a:lnTo>
                    <a:lnTo>
                      <a:pt x="273" y="74"/>
                    </a:lnTo>
                    <a:lnTo>
                      <a:pt x="280" y="71"/>
                    </a:lnTo>
                    <a:lnTo>
                      <a:pt x="286" y="67"/>
                    </a:lnTo>
                    <a:lnTo>
                      <a:pt x="292" y="64"/>
                    </a:lnTo>
                    <a:lnTo>
                      <a:pt x="298" y="61"/>
                    </a:lnTo>
                    <a:lnTo>
                      <a:pt x="305" y="62"/>
                    </a:lnTo>
                    <a:lnTo>
                      <a:pt x="313" y="63"/>
                    </a:lnTo>
                    <a:lnTo>
                      <a:pt x="316" y="67"/>
                    </a:lnTo>
                    <a:lnTo>
                      <a:pt x="318" y="71"/>
                    </a:lnTo>
                    <a:lnTo>
                      <a:pt x="320" y="74"/>
                    </a:lnTo>
                    <a:lnTo>
                      <a:pt x="322" y="80"/>
                    </a:lnTo>
                    <a:lnTo>
                      <a:pt x="323" y="85"/>
                    </a:lnTo>
                    <a:lnTo>
                      <a:pt x="326" y="90"/>
                    </a:lnTo>
                    <a:lnTo>
                      <a:pt x="329" y="94"/>
                    </a:lnTo>
                    <a:lnTo>
                      <a:pt x="328" y="100"/>
                    </a:lnTo>
                    <a:lnTo>
                      <a:pt x="329" y="105"/>
                    </a:lnTo>
                    <a:lnTo>
                      <a:pt x="331" y="110"/>
                    </a:lnTo>
                    <a:lnTo>
                      <a:pt x="332" y="115"/>
                    </a:lnTo>
                    <a:lnTo>
                      <a:pt x="333" y="121"/>
                    </a:lnTo>
                    <a:lnTo>
                      <a:pt x="334" y="126"/>
                    </a:lnTo>
                    <a:lnTo>
                      <a:pt x="334" y="131"/>
                    </a:lnTo>
                    <a:lnTo>
                      <a:pt x="335" y="137"/>
                    </a:lnTo>
                    <a:lnTo>
                      <a:pt x="336" y="142"/>
                    </a:lnTo>
                    <a:lnTo>
                      <a:pt x="335" y="147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5" name="Google Shape;205;p24"/>
              <p:cNvSpPr/>
              <p:nvPr/>
            </p:nvSpPr>
            <p:spPr>
              <a:xfrm>
                <a:off x="274764" y="6323394"/>
                <a:ext cx="676275" cy="541338"/>
              </a:xfrm>
              <a:custGeom>
                <a:pathLst>
                  <a:path extrusionOk="0" h="341" w="426">
                    <a:moveTo>
                      <a:pt x="131" y="340"/>
                    </a:moveTo>
                    <a:lnTo>
                      <a:pt x="132" y="311"/>
                    </a:lnTo>
                    <a:lnTo>
                      <a:pt x="128" y="290"/>
                    </a:lnTo>
                    <a:lnTo>
                      <a:pt x="100" y="265"/>
                    </a:lnTo>
                    <a:lnTo>
                      <a:pt x="37" y="249"/>
                    </a:lnTo>
                    <a:lnTo>
                      <a:pt x="2" y="210"/>
                    </a:lnTo>
                    <a:lnTo>
                      <a:pt x="0" y="174"/>
                    </a:lnTo>
                    <a:lnTo>
                      <a:pt x="10" y="150"/>
                    </a:lnTo>
                    <a:lnTo>
                      <a:pt x="32" y="135"/>
                    </a:lnTo>
                    <a:lnTo>
                      <a:pt x="48" y="136"/>
                    </a:lnTo>
                    <a:lnTo>
                      <a:pt x="82" y="142"/>
                    </a:lnTo>
                    <a:lnTo>
                      <a:pt x="98" y="145"/>
                    </a:lnTo>
                    <a:lnTo>
                      <a:pt x="123" y="146"/>
                    </a:lnTo>
                    <a:lnTo>
                      <a:pt x="154" y="136"/>
                    </a:lnTo>
                    <a:lnTo>
                      <a:pt x="172" y="117"/>
                    </a:lnTo>
                    <a:lnTo>
                      <a:pt x="181" y="103"/>
                    </a:lnTo>
                    <a:lnTo>
                      <a:pt x="185" y="91"/>
                    </a:lnTo>
                    <a:lnTo>
                      <a:pt x="181" y="75"/>
                    </a:lnTo>
                    <a:lnTo>
                      <a:pt x="178" y="57"/>
                    </a:lnTo>
                    <a:lnTo>
                      <a:pt x="175" y="41"/>
                    </a:lnTo>
                    <a:lnTo>
                      <a:pt x="177" y="23"/>
                    </a:lnTo>
                    <a:lnTo>
                      <a:pt x="185" y="4"/>
                    </a:lnTo>
                    <a:lnTo>
                      <a:pt x="201" y="0"/>
                    </a:lnTo>
                    <a:lnTo>
                      <a:pt x="220" y="0"/>
                    </a:lnTo>
                    <a:lnTo>
                      <a:pt x="240" y="4"/>
                    </a:lnTo>
                    <a:lnTo>
                      <a:pt x="246" y="7"/>
                    </a:lnTo>
                    <a:lnTo>
                      <a:pt x="265" y="16"/>
                    </a:lnTo>
                    <a:lnTo>
                      <a:pt x="275" y="25"/>
                    </a:lnTo>
                    <a:lnTo>
                      <a:pt x="284" y="37"/>
                    </a:lnTo>
                    <a:lnTo>
                      <a:pt x="287" y="58"/>
                    </a:lnTo>
                    <a:lnTo>
                      <a:pt x="280" y="80"/>
                    </a:lnTo>
                    <a:lnTo>
                      <a:pt x="269" y="101"/>
                    </a:lnTo>
                    <a:lnTo>
                      <a:pt x="261" y="132"/>
                    </a:lnTo>
                    <a:lnTo>
                      <a:pt x="271" y="157"/>
                    </a:lnTo>
                    <a:lnTo>
                      <a:pt x="286" y="171"/>
                    </a:lnTo>
                    <a:lnTo>
                      <a:pt x="305" y="181"/>
                    </a:lnTo>
                    <a:lnTo>
                      <a:pt x="326" y="185"/>
                    </a:lnTo>
                    <a:lnTo>
                      <a:pt x="337" y="186"/>
                    </a:lnTo>
                    <a:lnTo>
                      <a:pt x="360" y="188"/>
                    </a:lnTo>
                    <a:lnTo>
                      <a:pt x="395" y="190"/>
                    </a:lnTo>
                    <a:lnTo>
                      <a:pt x="417" y="208"/>
                    </a:lnTo>
                    <a:lnTo>
                      <a:pt x="425" y="246"/>
                    </a:lnTo>
                    <a:lnTo>
                      <a:pt x="412" y="300"/>
                    </a:lnTo>
                    <a:lnTo>
                      <a:pt x="400" y="329"/>
                    </a:lnTo>
                    <a:lnTo>
                      <a:pt x="393" y="334"/>
                    </a:lnTo>
                    <a:lnTo>
                      <a:pt x="377" y="339"/>
                    </a:lnTo>
                    <a:lnTo>
                      <a:pt x="362" y="338"/>
                    </a:lnTo>
                    <a:lnTo>
                      <a:pt x="338" y="331"/>
                    </a:lnTo>
                    <a:lnTo>
                      <a:pt x="329" y="327"/>
                    </a:lnTo>
                    <a:lnTo>
                      <a:pt x="313" y="322"/>
                    </a:lnTo>
                    <a:lnTo>
                      <a:pt x="297" y="317"/>
                    </a:lnTo>
                    <a:lnTo>
                      <a:pt x="280" y="315"/>
                    </a:lnTo>
                    <a:lnTo>
                      <a:pt x="260" y="324"/>
                    </a:lnTo>
                    <a:lnTo>
                      <a:pt x="246" y="340"/>
                    </a:lnTo>
                    <a:lnTo>
                      <a:pt x="131" y="34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</p:grpSp>
      <p:sp>
        <p:nvSpPr>
          <p:cNvPr id="206" name="Google Shape;206;p24"/>
          <p:cNvSpPr txBox="1"/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8" name="Google Shape;208;p24"/>
          <p:cNvSpPr txBox="1"/>
          <p:nvPr>
            <p:ph idx="10" type="dt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9" name="Google Shape;209;p24"/>
          <p:cNvSpPr txBox="1"/>
          <p:nvPr>
            <p:ph idx="11" type="ftr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0" name="Google Shape;210;p24"/>
          <p:cNvSpPr txBox="1"/>
          <p:nvPr>
            <p:ph idx="12" type="sldNum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KswDFg3-ovEBbreuiIR309m2DSSI3Pis/view" TargetMode="External"/><Relationship Id="rId5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hyperlink" Target="http://drive.google.com/file/d/1na-vHnaF7fe5gvLNC5b6LLI0ZGCR3xUR/view" TargetMode="External"/><Relationship Id="rId5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ctrTitle"/>
          </p:nvPr>
        </p:nvSpPr>
        <p:spPr>
          <a:xfrm>
            <a:off x="1773932" y="1484784"/>
            <a:ext cx="9985310" cy="2680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</a:pPr>
            <a:r>
              <a:rPr b="1" i="0" lang="en-US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EYE FOR AN EYE MAKES THE WORLD GOES BLIND</a:t>
            </a:r>
            <a:br>
              <a:rPr b="1" i="0" lang="en-US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i="0" lang="en-US" sz="54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(Conflict Management)</a:t>
            </a:r>
            <a:endParaRPr b="1" i="0" sz="5400" u="none" cap="none" strike="noStrike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34"/>
          <p:cNvSpPr txBox="1"/>
          <p:nvPr>
            <p:ph idx="1" type="subTitle"/>
          </p:nvPr>
        </p:nvSpPr>
        <p:spPr>
          <a:xfrm>
            <a:off x="1917948" y="4581128"/>
            <a:ext cx="7516442" cy="1116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Tiong Hui, Bryan, AiXin</a:t>
            </a:r>
            <a:endParaRPr b="0" i="0" sz="3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63" y="0"/>
            <a:ext cx="12188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b="1" i="0" lang="en-US" sz="4800" u="none" cap="none" strike="noStrike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rPr>
              <a:t>Scenario 2</a:t>
            </a:r>
            <a:endParaRPr b="1" i="0" sz="4800" u="none" cap="none" strike="noStrike">
              <a:solidFill>
                <a:schemeClr val="l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73" y="1600200"/>
            <a:ext cx="11884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ockwell"/>
              <a:buChar char="●"/>
            </a:pPr>
            <a:r>
              <a:rPr b="0" i="0" lang="en-US" sz="3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Son and parents shout at each other a lot.</a:t>
            </a:r>
            <a:endParaRPr b="0" i="0" sz="30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41910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ockwell"/>
              <a:buChar char="●"/>
            </a:pPr>
            <a:r>
              <a:rPr b="0" i="0" lang="en-US" sz="3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Parents don’t like son to stay out too late</a:t>
            </a:r>
            <a:endParaRPr b="0" i="0" sz="30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41910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ockwell"/>
              <a:buChar char="●"/>
            </a:pPr>
            <a:r>
              <a:rPr b="0" i="0" lang="en-US" sz="3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Son is not allowed to go friends party </a:t>
            </a:r>
            <a:endParaRPr b="0" i="0" sz="30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41910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ockwell"/>
              <a:buChar char="●"/>
            </a:pPr>
            <a:r>
              <a:rPr b="0" i="0" lang="en-US" sz="3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situation becomes tense</a:t>
            </a:r>
            <a:endParaRPr b="0" i="0" sz="30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idx="1" type="body"/>
          </p:nvPr>
        </p:nvSpPr>
        <p:spPr>
          <a:xfrm>
            <a:off x="0" y="-25"/>
            <a:ext cx="11866500" cy="685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6000">
                <a:latin typeface="Rockwell"/>
                <a:ea typeface="Rockwell"/>
                <a:cs typeface="Rockwell"/>
                <a:sym typeface="Rockwell"/>
              </a:rPr>
              <a:t>Negative Example</a:t>
            </a:r>
            <a:endParaRPr sz="6000"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286" name="Google Shape;28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1400950" cy="140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6"/>
          <p:cNvSpPr txBox="1"/>
          <p:nvPr/>
        </p:nvSpPr>
        <p:spPr>
          <a:xfrm>
            <a:off x="-1446675" y="1291025"/>
            <a:ext cx="52740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36" title="Negativ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2475" y="1660588"/>
            <a:ext cx="6033325" cy="35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/>
          <p:nvPr>
            <p:ph type="title"/>
          </p:nvPr>
        </p:nvSpPr>
        <p:spPr>
          <a:xfrm>
            <a:off x="-2" y="0"/>
            <a:ext cx="118938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b="1" i="0" lang="en-US" sz="4800" u="none" cap="none" strike="noStrike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rPr>
              <a:t>Expressed Struggle </a:t>
            </a:r>
            <a:endParaRPr b="1" i="0" sz="4800" u="none" cap="none" strike="noStrike">
              <a:solidFill>
                <a:schemeClr val="l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94" name="Google Shape;294;p37"/>
          <p:cNvSpPr txBox="1"/>
          <p:nvPr>
            <p:ph idx="1" type="body"/>
          </p:nvPr>
        </p:nvSpPr>
        <p:spPr>
          <a:xfrm>
            <a:off x="0" y="1380600"/>
            <a:ext cx="11893800" cy="54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b="1" i="1" lang="en-US" sz="3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Shouting at each other</a:t>
            </a:r>
            <a:endParaRPr b="1" i="1" sz="30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419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-"/>
            </a:pPr>
            <a:r>
              <a:rPr lang="en-US" sz="3000"/>
              <a:t>How the conversation started </a:t>
            </a:r>
            <a:endParaRPr sz="3000"/>
          </a:p>
          <a:p>
            <a:pPr indent="-419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Char char="-"/>
            </a:pPr>
            <a:r>
              <a:rPr lang="en-US" sz="3000"/>
              <a:t>Lead to misunderstanding</a:t>
            </a:r>
            <a:endParaRPr sz="3000"/>
          </a:p>
          <a:p>
            <a:pPr indent="-419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-US" sz="3000"/>
              <a:t>Can be taken </a:t>
            </a:r>
            <a:r>
              <a:rPr lang="en-US" sz="3000"/>
              <a:t>personnel</a:t>
            </a:r>
            <a:endParaRPr sz="3000"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b="1" i="1" lang="en-US" sz="3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Openly disagreeing with each other</a:t>
            </a:r>
            <a:endParaRPr b="1" i="1" sz="3000">
              <a:latin typeface="Rockwell"/>
              <a:ea typeface="Rockwell"/>
              <a:cs typeface="Rockwell"/>
              <a:sym typeface="Rockwell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-"/>
            </a:pPr>
            <a:r>
              <a:rPr lang="en-US" sz="3000"/>
              <a:t>Turns question into an argument</a:t>
            </a:r>
            <a:r>
              <a:rPr lang="en-US"/>
              <a:t> </a:t>
            </a:r>
            <a:endParaRPr/>
          </a:p>
          <a:p>
            <a:pPr indent="-419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-US" sz="3000"/>
              <a:t>Saying NO no matter what</a:t>
            </a:r>
            <a:endParaRPr sz="3000"/>
          </a:p>
          <a:p>
            <a:pPr indent="-419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-US" sz="3000"/>
              <a:t>Never ending </a:t>
            </a:r>
            <a:endParaRPr sz="3000"/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b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b="1" i="1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t/>
            </a:r>
            <a:endParaRPr b="1" i="1" sz="2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5" name="Google Shape;2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400" y="4155802"/>
            <a:ext cx="5226400" cy="270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/>
          <p:nvPr>
            <p:ph type="title"/>
          </p:nvPr>
        </p:nvSpPr>
        <p:spPr>
          <a:xfrm>
            <a:off x="0" y="0"/>
            <a:ext cx="11893800" cy="14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i="0" lang="en-US" sz="4800" u="none" cap="none" strike="noStrike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rPr>
              <a:t>Perceive incompatible goals </a:t>
            </a:r>
            <a:endParaRPr i="0" sz="4800" u="none" cap="none" strike="noStrike">
              <a:solidFill>
                <a:schemeClr val="l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01" name="Google Shape;301;p38"/>
          <p:cNvSpPr txBox="1"/>
          <p:nvPr>
            <p:ph idx="1" type="body"/>
          </p:nvPr>
        </p:nvSpPr>
        <p:spPr>
          <a:xfrm>
            <a:off x="-8" y="1492450"/>
            <a:ext cx="97827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4688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sng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Perceive incompatible goals</a:t>
            </a:r>
            <a:r>
              <a:rPr b="0" i="0" lang="en-US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i="1" lang="en-US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b="0" i="0" sz="2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688" lvl="0" marL="24688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Noto Sans Symbols"/>
              <a:buNone/>
            </a:pPr>
            <a:r>
              <a:t/>
            </a:r>
            <a:endParaRPr b="1" i="1" sz="3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1" marL="61264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➢"/>
            </a:pPr>
            <a:r>
              <a:rPr b="1" i="1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PARENTS</a:t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4" marL="170992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Want to protect their child 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4" marL="170992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Overprotective to the point of 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4" marL="146304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being a control freak </a:t>
            </a:r>
            <a:endParaRPr b="0" i="0" sz="2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1" marL="61264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3400"/>
              <a:buFont typeface="Noto Sans Symbols"/>
              <a:buChar char="➢"/>
            </a:pPr>
            <a:r>
              <a:rPr b="0" i="0" lang="en-US" sz="3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i="1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CHILDREN</a:t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4" marL="170992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Wants to have some freedom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4" marL="170992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Wants to be treated as a young adult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4" marL="170992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Wants to hang out with friends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1788" lvl="4" marL="170992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Noto Sans Symbols"/>
              <a:buNone/>
            </a:pPr>
            <a:r>
              <a:t/>
            </a:r>
            <a:endParaRPr b="1" i="1" sz="2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1788" lvl="4" marL="170992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Noto Sans Symbols"/>
              <a:buNone/>
            </a:pPr>
            <a:r>
              <a:t/>
            </a:r>
            <a:endParaRPr b="1" i="1" sz="2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07188" lvl="4" marL="170992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Noto Sans Symbols"/>
              <a:buNone/>
            </a:pPr>
            <a:r>
              <a:t/>
            </a:r>
            <a:endParaRPr b="1" i="1" sz="2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07186" lvl="3" marL="1344168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Noto Sans Symbols"/>
              <a:buNone/>
            </a:pPr>
            <a:r>
              <a:t/>
            </a:r>
            <a:endParaRPr b="1" i="0" sz="2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69088" lvl="0" marL="24688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2" name="Google Shape;3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8708" y="1570355"/>
            <a:ext cx="2862072" cy="2548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 txBox="1"/>
          <p:nvPr>
            <p:ph type="title"/>
          </p:nvPr>
        </p:nvSpPr>
        <p:spPr>
          <a:xfrm>
            <a:off x="0" y="0"/>
            <a:ext cx="11884800" cy="141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b="1" i="0" lang="en-US" sz="4800" u="none" cap="none" strike="noStrike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rPr>
              <a:t>Interference &amp; Interdependence</a:t>
            </a:r>
            <a:endParaRPr b="1" i="0" sz="4800" u="none" cap="none" strike="noStrike">
              <a:solidFill>
                <a:schemeClr val="l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08" name="Google Shape;308;p39"/>
          <p:cNvSpPr txBox="1"/>
          <p:nvPr>
            <p:ph idx="1" type="body"/>
          </p:nvPr>
        </p:nvSpPr>
        <p:spPr>
          <a:xfrm>
            <a:off x="0" y="1417800"/>
            <a:ext cx="11884800" cy="53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PARENTS</a:t>
            </a:r>
            <a:endParaRPr b="1"/>
          </a:p>
          <a:p>
            <a:pPr indent="-246888" lvl="4" marL="170992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Char char="▪"/>
            </a:pPr>
            <a: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Doesn’t allow child to hang out </a:t>
            </a:r>
            <a:endParaRPr b="0" i="0" sz="2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4" marL="170992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Still thinks their child is not mature yet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4" marL="170992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Doesn’t listen to child’s ideas / feelings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4" marL="170992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Parents have more power than child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4" marL="146304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CHILDREN</a:t>
            </a:r>
            <a:endParaRPr b="0" i="0" sz="2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4" marL="170992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 was selfish, only thinks about himself</a:t>
            </a:r>
            <a:endParaRPr b="1" i="1" sz="2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81788" lvl="5" marL="207568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Noto Sans Symbols"/>
              <a:buNone/>
            </a:pPr>
            <a:r>
              <a:t/>
            </a:r>
            <a:endParaRPr b="1" i="1" sz="2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/>
          <p:nvPr>
            <p:ph type="title"/>
          </p:nvPr>
        </p:nvSpPr>
        <p:spPr>
          <a:xfrm>
            <a:off x="0" y="0"/>
            <a:ext cx="11875500" cy="135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sz="4800">
                <a:latin typeface="Rockwell"/>
                <a:ea typeface="Rockwell"/>
                <a:cs typeface="Rockwell"/>
                <a:sym typeface="Rockwell"/>
              </a:rPr>
              <a:t>Unsuitable Body language</a:t>
            </a:r>
            <a:endParaRPr sz="4800"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14" name="Google Shape;314;p40"/>
          <p:cNvSpPr txBox="1"/>
          <p:nvPr>
            <p:ph idx="1" type="body"/>
          </p:nvPr>
        </p:nvSpPr>
        <p:spPr>
          <a:xfrm>
            <a:off x="0" y="1510775"/>
            <a:ext cx="11687400" cy="5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6888" lvl="0" marL="2468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</a:pPr>
            <a:r>
              <a:rPr b="1" i="1" lang="en-US" sz="2800" u="none" cap="none" strike="noStrike">
                <a:solidFill>
                  <a:schemeClr val="lt1"/>
                </a:solidFill>
              </a:rPr>
              <a:t>Parents</a:t>
            </a:r>
            <a:endParaRPr b="1" i="1"/>
          </a:p>
          <a:p>
            <a:pPr indent="-246888" lvl="1" marL="6126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Slapping his son  </a:t>
            </a:r>
            <a:endParaRPr/>
          </a:p>
          <a:p>
            <a:pPr indent="-94487" lvl="3" marL="134416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1" marL="6126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Dad pulling his son’s ear </a:t>
            </a:r>
            <a:endParaRPr/>
          </a:p>
          <a:p>
            <a:pPr indent="0" lvl="0" marL="134416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1" marL="6126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Folding his arms </a:t>
            </a:r>
            <a:endParaRPr/>
          </a:p>
          <a:p>
            <a:pPr indent="-246888" lvl="0" marL="24688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</a:pPr>
            <a:r>
              <a:rPr b="1" i="1" lang="en-US"/>
              <a:t>Son</a:t>
            </a:r>
            <a:endParaRPr b="1" i="1"/>
          </a:p>
          <a:p>
            <a:pPr indent="-246888" lvl="1" marL="612648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</a:pPr>
            <a:r>
              <a:rPr lang="en-US"/>
              <a:t>Pointing his middle finger </a:t>
            </a:r>
            <a:endParaRPr/>
          </a:p>
          <a:p>
            <a:pPr indent="0" lvl="3" marL="1097280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246888" lvl="1" marL="612648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–"/>
            </a:pPr>
            <a:r>
              <a:rPr lang="en-US"/>
              <a:t>Swinging dad’s arm away </a:t>
            </a:r>
            <a:endParaRPr/>
          </a:p>
          <a:p>
            <a:pPr indent="0" lvl="0" marL="246888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34416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315" name="Google Shape;31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420" y="3394925"/>
            <a:ext cx="5771801" cy="34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type="title"/>
          </p:nvPr>
        </p:nvSpPr>
        <p:spPr>
          <a:xfrm>
            <a:off x="0" y="0"/>
            <a:ext cx="118551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 sz="4800">
                <a:latin typeface="Rockwell"/>
                <a:ea typeface="Rockwell"/>
                <a:cs typeface="Rockwell"/>
                <a:sym typeface="Rockwell"/>
              </a:rPr>
              <a:t>I</a:t>
            </a:r>
            <a:r>
              <a:rPr i="0" lang="en-US" sz="4800" u="none" cap="none" strike="noStrike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rPr>
              <a:t>nappropriate statements</a:t>
            </a:r>
            <a:endParaRPr sz="4800"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21" name="Google Shape;321;p41"/>
          <p:cNvSpPr txBox="1"/>
          <p:nvPr>
            <p:ph idx="1" type="body"/>
          </p:nvPr>
        </p:nvSpPr>
        <p:spPr>
          <a:xfrm>
            <a:off x="0" y="1239825"/>
            <a:ext cx="11855100" cy="56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6888" lvl="0" marL="2468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</a:pPr>
            <a:r>
              <a:rPr b="1" i="1" lang="en-US" sz="2800" u="none" cap="none" strike="noStrike">
                <a:solidFill>
                  <a:schemeClr val="lt1"/>
                </a:solidFill>
              </a:rPr>
              <a:t>Parents</a:t>
            </a:r>
            <a:endParaRPr b="1" i="1"/>
          </a:p>
          <a:p>
            <a:pPr indent="0" lvl="1" marL="36576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-parents judge their friends </a:t>
            </a:r>
            <a:endParaRPr/>
          </a:p>
          <a:p>
            <a:pPr indent="0" lvl="3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1" marL="6126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Using threatening statements </a:t>
            </a:r>
            <a:endParaRPr/>
          </a:p>
          <a:p>
            <a:pPr indent="0" lvl="0" marL="246888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46888" lvl="0" marL="24688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</a:pPr>
            <a:r>
              <a:rPr b="1" i="1" lang="en-US"/>
              <a:t>Son</a:t>
            </a:r>
            <a:endParaRPr b="1" i="1"/>
          </a:p>
          <a:p>
            <a:pPr indent="-246888" lvl="1" marL="612648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</a:pPr>
            <a:r>
              <a:rPr lang="en-US"/>
              <a:t>Talk back to parents  </a:t>
            </a:r>
            <a:endParaRPr/>
          </a:p>
          <a:p>
            <a:pPr indent="0" lvl="1" marL="365760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-246888" lvl="1" marL="612648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</a:pPr>
            <a:r>
              <a:rPr lang="en-US"/>
              <a:t>Using loud voice / high tone </a:t>
            </a:r>
            <a:endParaRPr/>
          </a:p>
          <a:p>
            <a:pPr indent="0" lvl="3" marL="0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</a:pPr>
            <a:r>
              <a:t/>
            </a:r>
            <a:endParaRPr sz="3000"/>
          </a:p>
          <a:p>
            <a:pPr indent="-246888" lvl="1" marL="612648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</a:pPr>
            <a:r>
              <a:rPr lang="en-US"/>
              <a:t>Usage of vulgarities</a:t>
            </a:r>
            <a:endParaRPr/>
          </a:p>
          <a:p>
            <a:pPr indent="0" lvl="0" marL="1344168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0088" y="3250088"/>
            <a:ext cx="5715000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2"/>
          <p:cNvSpPr txBox="1"/>
          <p:nvPr>
            <p:ph type="title"/>
          </p:nvPr>
        </p:nvSpPr>
        <p:spPr>
          <a:xfrm>
            <a:off x="-45777" y="0"/>
            <a:ext cx="114219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i="0" lang="en-US" sz="4800" u="none" cap="none" strike="noStrike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rPr>
              <a:t>Ineffective listening skills</a:t>
            </a:r>
            <a:endParaRPr sz="4800"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28" name="Google Shape;328;p42"/>
          <p:cNvSpPr txBox="1"/>
          <p:nvPr>
            <p:ph idx="1" type="body"/>
          </p:nvPr>
        </p:nvSpPr>
        <p:spPr>
          <a:xfrm>
            <a:off x="0" y="1121050"/>
            <a:ext cx="11818200" cy="57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6888" lvl="0" marL="2468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</a:pPr>
            <a:r>
              <a:rPr b="1" i="1" lang="en-US" sz="2800" u="none" cap="none" strike="noStrike">
                <a:solidFill>
                  <a:schemeClr val="lt1"/>
                </a:solidFill>
              </a:rPr>
              <a:t>Parents</a:t>
            </a:r>
            <a:endParaRPr b="1" i="1"/>
          </a:p>
          <a:p>
            <a:pPr indent="-246888" lvl="1" marL="6126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</a:pPr>
            <a:r>
              <a:rPr lang="en-US"/>
              <a:t>I</a:t>
            </a: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nterrupting his child when he was talking </a:t>
            </a:r>
            <a:endParaRPr/>
          </a:p>
          <a:p>
            <a:pPr indent="0" lvl="3" marL="109728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1" marL="6126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eye contact </a:t>
            </a:r>
            <a:endParaRPr/>
          </a:p>
          <a:p>
            <a:pPr indent="0" lvl="0" marL="612648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46888" lvl="1" marL="61264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</a:pPr>
            <a:r>
              <a:rPr lang="en-US"/>
              <a:t>Have a close mind </a:t>
            </a:r>
            <a:endParaRPr/>
          </a:p>
          <a:p>
            <a:pPr indent="0" lvl="0" marL="612648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46888" lvl="1" marL="61264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</a:pPr>
            <a:r>
              <a:rPr lang="en-US"/>
              <a:t>Both should not talk at the same time</a:t>
            </a:r>
            <a:endParaRPr/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46888" lvl="0" marL="246888" rtl="0">
              <a:spcBef>
                <a:spcPts val="0"/>
              </a:spcBef>
              <a:spcAft>
                <a:spcPts val="0"/>
              </a:spcAft>
              <a:buSzPts val="2800"/>
              <a:buChar char="›"/>
            </a:pPr>
            <a:r>
              <a:rPr b="1" i="1" lang="en-US"/>
              <a:t>Son</a:t>
            </a:r>
            <a:endParaRPr b="1" i="1"/>
          </a:p>
          <a:p>
            <a:pPr indent="-246888" lvl="1" marL="612648" rtl="0">
              <a:spcBef>
                <a:spcPts val="60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Using phone </a:t>
            </a:r>
            <a:endParaRPr/>
          </a:p>
          <a:p>
            <a:pPr indent="0" lvl="0" marL="0" rtl="0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246888" lvl="1" marL="612648" rtl="0">
              <a:spcBef>
                <a:spcPts val="600"/>
              </a:spcBef>
              <a:spcAft>
                <a:spcPts val="0"/>
              </a:spcAft>
              <a:buSzPts val="2400"/>
              <a:buChar char="-"/>
            </a:pPr>
            <a:r>
              <a:rPr lang="en-US"/>
              <a:t>Fidgeting around</a:t>
            </a:r>
            <a:endParaRPr/>
          </a:p>
          <a:p>
            <a:pPr indent="0" lvl="1" marL="365760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0" lvl="0" marL="612648" rtl="0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/>
              <a:t> </a:t>
            </a:r>
            <a:endParaRPr sz="2400"/>
          </a:p>
          <a:p>
            <a:pPr indent="-94488" lvl="1" marL="6126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0" lvl="1" marL="36576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9" name="Google Shape;32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4975" y="2359160"/>
            <a:ext cx="2889950" cy="3467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/>
          <p:nvPr>
            <p:ph type="title"/>
          </p:nvPr>
        </p:nvSpPr>
        <p:spPr>
          <a:xfrm>
            <a:off x="1" y="0"/>
            <a:ext cx="113802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i="0" lang="en-US" sz="4800" u="none" cap="none" strike="noStrike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rPr>
              <a:t>Lack of Empathy</a:t>
            </a:r>
            <a:endParaRPr sz="4800"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35" name="Google Shape;335;p43"/>
          <p:cNvSpPr txBox="1"/>
          <p:nvPr>
            <p:ph idx="1" type="body"/>
          </p:nvPr>
        </p:nvSpPr>
        <p:spPr>
          <a:xfrm>
            <a:off x="0" y="1412775"/>
            <a:ext cx="11783100" cy="51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6888" lvl="0" marL="2468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</a:pPr>
            <a:r>
              <a:rPr b="1" i="1" lang="en-US" sz="2800" u="none" cap="none" strike="noStrike">
                <a:solidFill>
                  <a:schemeClr val="lt1"/>
                </a:solidFill>
              </a:rPr>
              <a:t>Parents</a:t>
            </a:r>
            <a:endParaRPr b="1" i="1"/>
          </a:p>
          <a:p>
            <a:pPr indent="-246888" lvl="1" marL="6126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Lack of trust </a:t>
            </a:r>
            <a:endParaRPr/>
          </a:p>
          <a:p>
            <a:pPr indent="0" lvl="0" marL="134416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46888" lvl="1" marL="612648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Lack of understanding </a:t>
            </a:r>
            <a:endParaRPr/>
          </a:p>
          <a:p>
            <a:pPr indent="0" lvl="0" marL="246888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46888" lvl="0" marL="24688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›"/>
            </a:pPr>
            <a:r>
              <a:rPr b="1" i="1" lang="en-US"/>
              <a:t>Child</a:t>
            </a:r>
            <a:endParaRPr b="1" i="1"/>
          </a:p>
          <a:p>
            <a:pPr indent="-246888" lvl="1" marL="612648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</a:pPr>
            <a:r>
              <a:rPr lang="en-US"/>
              <a:t>Lack of consideration </a:t>
            </a:r>
            <a:endParaRPr/>
          </a:p>
          <a:p>
            <a:pPr indent="0" lvl="0" marL="1344168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5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36" name="Google Shape;33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4988" y="2882075"/>
            <a:ext cx="4762500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4"/>
          <p:cNvSpPr txBox="1"/>
          <p:nvPr>
            <p:ph idx="1" type="body"/>
          </p:nvPr>
        </p:nvSpPr>
        <p:spPr>
          <a:xfrm>
            <a:off x="0" y="150"/>
            <a:ext cx="11866500" cy="685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6000">
                <a:latin typeface="Rockwell"/>
                <a:ea typeface="Rockwell"/>
                <a:cs typeface="Rockwell"/>
                <a:sym typeface="Rockwell"/>
              </a:rPr>
              <a:t>Positive</a:t>
            </a:r>
            <a:r>
              <a:rPr lang="en-US" sz="6000">
                <a:latin typeface="Rockwell"/>
                <a:ea typeface="Rockwell"/>
                <a:cs typeface="Rockwell"/>
                <a:sym typeface="Rockwell"/>
              </a:rPr>
              <a:t> Example</a:t>
            </a:r>
            <a:endParaRPr sz="6000"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43" name="Google Shape;34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"/>
            <a:ext cx="1803775" cy="180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4" title="WhatsApp Video 2018-07-24 at 11.37.51 PM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8925" y="1600200"/>
            <a:ext cx="5548650" cy="34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/>
          <p:nvPr>
            <p:ph type="title"/>
          </p:nvPr>
        </p:nvSpPr>
        <p:spPr>
          <a:xfrm>
            <a:off x="0" y="201450"/>
            <a:ext cx="11205000" cy="143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i="0" lang="en-US" sz="4800" u="none" cap="none" strike="noStrike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rPr>
              <a:t>Types of effective verbal &amp; non-verbal communication</a:t>
            </a:r>
            <a:endParaRPr i="0" sz="4800" u="none" cap="none" strike="noStrike">
              <a:solidFill>
                <a:schemeClr val="l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50" name="Google Shape;350;p45"/>
          <p:cNvSpPr txBox="1"/>
          <p:nvPr/>
        </p:nvSpPr>
        <p:spPr>
          <a:xfrm>
            <a:off x="0" y="1776300"/>
            <a:ext cx="11884800" cy="5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 u="sng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Effective Verbal Communication</a:t>
            </a:r>
            <a:endParaRPr sz="3000" u="sng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Questions</a:t>
            </a:r>
            <a:endParaRPr b="1" i="1"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97688" lvl="2" marL="97840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Char char="▪"/>
            </a:pPr>
            <a:r>
              <a:rPr lang="en-U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Where is the party place ?</a:t>
            </a:r>
            <a:endParaRPr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97688" lvl="2" marL="97840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Char char="▪"/>
            </a:pPr>
            <a:r>
              <a:rPr lang="en-U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Who are you going with ?</a:t>
            </a:r>
            <a:endParaRPr>
              <a:solidFill>
                <a:schemeClr val="dk1"/>
              </a:solidFill>
            </a:endParaRPr>
          </a:p>
          <a:p>
            <a:pPr indent="0" lvl="2" marL="68072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Encouraging statements </a:t>
            </a:r>
            <a:endParaRPr b="1" i="1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401" y="3589225"/>
            <a:ext cx="4358400" cy="32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6"/>
          <p:cNvSpPr txBox="1"/>
          <p:nvPr>
            <p:ph type="title"/>
          </p:nvPr>
        </p:nvSpPr>
        <p:spPr>
          <a:xfrm>
            <a:off x="0" y="144375"/>
            <a:ext cx="118938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i="0" lang="en-US" sz="4800" u="none" cap="none" strike="noStrike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rPr>
              <a:t>Types of effective verbal &amp; non-verbal communication</a:t>
            </a:r>
            <a:endParaRPr i="0" sz="4800" u="none" cap="none" strike="noStrike">
              <a:solidFill>
                <a:schemeClr val="l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357" name="Google Shape;357;p46"/>
          <p:cNvSpPr txBox="1"/>
          <p:nvPr/>
        </p:nvSpPr>
        <p:spPr>
          <a:xfrm>
            <a:off x="-75" y="1849550"/>
            <a:ext cx="11893800" cy="50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Body Language</a:t>
            </a:r>
            <a:endParaRPr sz="3000" u="sng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Have an open posture</a:t>
            </a:r>
            <a:endParaRPr b="1" i="1">
              <a:solidFill>
                <a:schemeClr val="dk1"/>
              </a:solidFill>
            </a:endParaRPr>
          </a:p>
          <a:p>
            <a:pPr indent="-297688" lvl="2" marL="97840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Char char="▪"/>
            </a:pPr>
            <a:r>
              <a:rPr lang="en-U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Arms by the sides</a:t>
            </a:r>
            <a:endParaRPr>
              <a:solidFill>
                <a:schemeClr val="dk1"/>
              </a:solidFill>
            </a:endParaRPr>
          </a:p>
          <a:p>
            <a:pPr indent="-56388" lvl="0" marL="2468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Noto Sans Symbols"/>
              <a:buNone/>
            </a:pPr>
            <a:r>
              <a:t/>
            </a:r>
            <a:endParaRPr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Relaxed and open facial expression</a:t>
            </a:r>
            <a:endParaRPr b="1" i="1"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7"/>
          <p:cNvSpPr txBox="1"/>
          <p:nvPr>
            <p:ph type="title"/>
          </p:nvPr>
        </p:nvSpPr>
        <p:spPr>
          <a:xfrm>
            <a:off x="0" y="0"/>
            <a:ext cx="118572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i="0" lang="en-US" sz="4800" u="none" cap="none" strike="noStrike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rPr>
              <a:t>Good listening techniques</a:t>
            </a:r>
            <a:endParaRPr i="0" sz="4800" u="none" cap="none" strike="noStrike">
              <a:solidFill>
                <a:schemeClr val="l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63" name="Google Shape;36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9799" y="1874908"/>
            <a:ext cx="2516678" cy="1674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7670" y="4537331"/>
            <a:ext cx="1953525" cy="1953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7"/>
          <p:cNvSpPr txBox="1"/>
          <p:nvPr/>
        </p:nvSpPr>
        <p:spPr>
          <a:xfrm>
            <a:off x="54925" y="1712100"/>
            <a:ext cx="9000600" cy="51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468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Eye Contact </a:t>
            </a:r>
            <a:endParaRPr b="1" i="1">
              <a:solidFill>
                <a:schemeClr val="dk1"/>
              </a:solidFill>
            </a:endParaRPr>
          </a:p>
          <a:p>
            <a:pPr indent="-56388" lvl="0" marL="2468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Noto Sans Symbols"/>
              <a:buNone/>
            </a:pPr>
            <a:r>
              <a:t/>
            </a:r>
            <a:endParaRPr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6388" lvl="0" marL="2468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Noto Sans Symbols"/>
              <a:buNone/>
            </a:pPr>
            <a:r>
              <a:t/>
            </a:r>
            <a:endParaRPr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68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 person speaks at a time</a:t>
            </a:r>
            <a:endParaRPr b="1" i="1"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8"/>
          <p:cNvSpPr txBox="1"/>
          <p:nvPr>
            <p:ph type="title"/>
          </p:nvPr>
        </p:nvSpPr>
        <p:spPr>
          <a:xfrm>
            <a:off x="-2" y="0"/>
            <a:ext cx="112050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i="0" lang="en-US" sz="4800" u="none" cap="none" strike="noStrike">
                <a:solidFill>
                  <a:schemeClr val="lt2"/>
                </a:solidFill>
                <a:latin typeface="Rockwell"/>
                <a:ea typeface="Rockwell"/>
                <a:cs typeface="Rockwell"/>
                <a:sym typeface="Rockwell"/>
              </a:rPr>
              <a:t>Demonstrate Empathy</a:t>
            </a:r>
            <a:endParaRPr i="0" sz="4800" u="none" cap="none" strike="noStrike">
              <a:solidFill>
                <a:schemeClr val="lt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371" name="Google Shape;37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4724" y="3971750"/>
            <a:ext cx="4320750" cy="28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8"/>
          <p:cNvSpPr txBox="1"/>
          <p:nvPr/>
        </p:nvSpPr>
        <p:spPr>
          <a:xfrm>
            <a:off x="0" y="1968600"/>
            <a:ext cx="9284400" cy="48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468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Child should apologize if he/she came home late and explain to parents</a:t>
            </a:r>
            <a:endParaRPr b="1" i="1">
              <a:solidFill>
                <a:schemeClr val="dk1"/>
              </a:solidFill>
            </a:endParaRPr>
          </a:p>
          <a:p>
            <a:pPr indent="-56388" lvl="0" marL="2468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Noto Sans Symbols"/>
              <a:buNone/>
            </a:pPr>
            <a:r>
              <a:t/>
            </a:r>
            <a:endParaRPr b="1" i="1"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4688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Parents should question the child</a:t>
            </a:r>
            <a:endParaRPr b="1" i="1" sz="3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/>
          <p:cNvSpPr txBox="1"/>
          <p:nvPr>
            <p:ph type="title"/>
          </p:nvPr>
        </p:nvSpPr>
        <p:spPr>
          <a:xfrm>
            <a:off x="0" y="0"/>
            <a:ext cx="11884500" cy="1417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Conflict Handling Style</a:t>
            </a:r>
            <a:endParaRPr sz="4800"/>
          </a:p>
        </p:txBody>
      </p:sp>
      <p:sp>
        <p:nvSpPr>
          <p:cNvPr id="379" name="Google Shape;379;p49"/>
          <p:cNvSpPr txBox="1"/>
          <p:nvPr>
            <p:ph idx="1" type="body"/>
          </p:nvPr>
        </p:nvSpPr>
        <p:spPr>
          <a:xfrm>
            <a:off x="125" y="1600200"/>
            <a:ext cx="11884500" cy="525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6000"/>
              <a:t>Compromise</a:t>
            </a:r>
            <a:endParaRPr sz="6000"/>
          </a:p>
        </p:txBody>
      </p:sp>
      <p:pic>
        <p:nvPicPr>
          <p:cNvPr id="380" name="Google Shape;38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475" y="2737698"/>
            <a:ext cx="4762500" cy="39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 txBox="1"/>
          <p:nvPr>
            <p:ph type="title"/>
          </p:nvPr>
        </p:nvSpPr>
        <p:spPr>
          <a:xfrm>
            <a:off x="-210600" y="0"/>
            <a:ext cx="12188700" cy="1417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Conclusion</a:t>
            </a:r>
            <a:endParaRPr sz="4800"/>
          </a:p>
        </p:txBody>
      </p:sp>
      <p:sp>
        <p:nvSpPr>
          <p:cNvPr id="387" name="Google Shape;387;p50"/>
          <p:cNvSpPr txBox="1"/>
          <p:nvPr>
            <p:ph idx="1" type="body"/>
          </p:nvPr>
        </p:nvSpPr>
        <p:spPr>
          <a:xfrm>
            <a:off x="0" y="1600200"/>
            <a:ext cx="11875500" cy="525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4800"/>
              <a:t>Communication</a:t>
            </a:r>
            <a:endParaRPr sz="4800"/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4800"/>
              <a:t>Compromise</a:t>
            </a:r>
            <a:endParaRPr sz="4800"/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0" lvl="0" mar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4800"/>
              <a:t>Collaborate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igsaw design template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igsaw design template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Jigsaw design template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