
<file path=[Content_Types].xml><?xml version="1.0" encoding="utf-8"?>
<Types xmlns="http://schemas.openxmlformats.org/package/2006/content-types">
  <Default Extension="png" ContentType="image/png"/>
  <Default Extension="tmp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heme/theme2.xml" ContentType="application/vnd.openxmlformats-officedocument.theme+xml"/>
  <Override PartName="/ppt/tags/tag11.xml" ContentType="application/vnd.openxmlformats-officedocument.presentationml.tags+xml"/>
  <Override PartName="/ppt/notesSlides/notesSlide1.xml" ContentType="application/vnd.openxmlformats-officedocument.presentationml.notesSlide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notesSlides/notesSlide2.xml" ContentType="application/vnd.openxmlformats-officedocument.presentationml.notesSlide+xml"/>
  <Override PartName="/ppt/tags/tag20.xml" ContentType="application/vnd.openxmlformats-officedocument.presentationml.tags+xml"/>
  <Override PartName="/ppt/notesSlides/notesSlide3.xml" ContentType="application/vnd.openxmlformats-officedocument.presentationml.notesSlide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notesSlides/notesSlide4.xml" ContentType="application/vnd.openxmlformats-officedocument.presentationml.notesSlide+xml"/>
  <Override PartName="/ppt/tags/tag24.xml" ContentType="application/vnd.openxmlformats-officedocument.presentationml.tags+xml"/>
  <Override PartName="/ppt/notesSlides/notesSlide5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notesSlides/notesSlide6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notesSlides/notesSlide7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2"/>
  </p:notesMasterIdLst>
  <p:sldIdLst>
    <p:sldId id="307" r:id="rId2"/>
    <p:sldId id="316" r:id="rId3"/>
    <p:sldId id="313" r:id="rId4"/>
    <p:sldId id="314" r:id="rId5"/>
    <p:sldId id="324" r:id="rId6"/>
    <p:sldId id="318" r:id="rId7"/>
    <p:sldId id="325" r:id="rId8"/>
    <p:sldId id="326" r:id="rId9"/>
    <p:sldId id="321" r:id="rId10"/>
    <p:sldId id="317" r:id="rId11"/>
    <p:sldId id="319" r:id="rId12"/>
    <p:sldId id="320" r:id="rId13"/>
    <p:sldId id="299" r:id="rId14"/>
    <p:sldId id="300" r:id="rId15"/>
    <p:sldId id="309" r:id="rId16"/>
    <p:sldId id="310" r:id="rId17"/>
    <p:sldId id="311" r:id="rId18"/>
    <p:sldId id="302" r:id="rId19"/>
    <p:sldId id="297" r:id="rId20"/>
    <p:sldId id="298" r:id="rId21"/>
  </p:sldIdLst>
  <p:sldSz cx="9144000" cy="6858000" type="screen4x3"/>
  <p:notesSz cx="6858000" cy="9144000"/>
  <p:custDataLst>
    <p:tags r:id="rId2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B7531"/>
    <a:srgbClr val="EEEBC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8" d="100"/>
          <a:sy n="108" d="100"/>
        </p:scale>
        <p:origin x="1704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gs" Target="tags/tag1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jpeg"/><Relationship Id="rId3" Type="http://schemas.openxmlformats.org/officeDocument/2006/relationships/image" Target="../media/image13.jpeg"/><Relationship Id="rId7" Type="http://schemas.openxmlformats.org/officeDocument/2006/relationships/image" Target="../media/image17.jpeg"/><Relationship Id="rId2" Type="http://schemas.openxmlformats.org/officeDocument/2006/relationships/image" Target="../media/image12.jpeg"/><Relationship Id="rId1" Type="http://schemas.openxmlformats.org/officeDocument/2006/relationships/image" Target="../media/image11.png"/><Relationship Id="rId6" Type="http://schemas.openxmlformats.org/officeDocument/2006/relationships/image" Target="../media/image16.jpeg"/><Relationship Id="rId5" Type="http://schemas.openxmlformats.org/officeDocument/2006/relationships/image" Target="../media/image15.jpeg"/><Relationship Id="rId4" Type="http://schemas.openxmlformats.org/officeDocument/2006/relationships/image" Target="../media/image14.jpeg"/><Relationship Id="rId9" Type="http://schemas.openxmlformats.org/officeDocument/2006/relationships/image" Target="../media/image19.jpe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jpeg"/><Relationship Id="rId3" Type="http://schemas.openxmlformats.org/officeDocument/2006/relationships/image" Target="../media/image13.jpeg"/><Relationship Id="rId7" Type="http://schemas.openxmlformats.org/officeDocument/2006/relationships/image" Target="../media/image17.jpeg"/><Relationship Id="rId2" Type="http://schemas.openxmlformats.org/officeDocument/2006/relationships/image" Target="../media/image12.jpeg"/><Relationship Id="rId1" Type="http://schemas.openxmlformats.org/officeDocument/2006/relationships/image" Target="../media/image11.png"/><Relationship Id="rId6" Type="http://schemas.openxmlformats.org/officeDocument/2006/relationships/image" Target="../media/image16.jpeg"/><Relationship Id="rId5" Type="http://schemas.openxmlformats.org/officeDocument/2006/relationships/image" Target="../media/image15.jpeg"/><Relationship Id="rId4" Type="http://schemas.openxmlformats.org/officeDocument/2006/relationships/image" Target="../media/image14.jpeg"/><Relationship Id="rId9" Type="http://schemas.openxmlformats.org/officeDocument/2006/relationships/image" Target="../media/image19.jpe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4_4">
  <dgm:title val=""/>
  <dgm:desc val=""/>
  <dgm:catLst>
    <dgm:cat type="accent4" pri="11400"/>
  </dgm:catLst>
  <dgm:styleLbl name="node0">
    <dgm:fillClrLst meth="cycle">
      <a:schemeClr val="accent4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cycle">
      <a:schemeClr val="accent4">
        <a:shade val="50000"/>
      </a:schemeClr>
      <a:schemeClr val="accent4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4">
        <a:shade val="50000"/>
      </a:schemeClr>
      <a:schemeClr val="accent4">
        <a:tint val="55000"/>
      </a:schemeClr>
    </dgm:fillClrLst>
    <dgm:linClrLst meth="cycle">
      <a:schemeClr val="accent4">
        <a:shade val="50000"/>
      </a:schemeClr>
      <a:schemeClr val="accent4">
        <a:tint val="55000"/>
      </a:schemeClr>
    </dgm:linClrLst>
    <dgm:effectClrLst/>
    <dgm:txLinClrLst/>
    <dgm:txFillClrLst/>
    <dgm:txEffectClrLst/>
  </dgm:styleLbl>
  <dgm:styleLbl name="lnNode1">
    <dgm:fillClrLst meth="cycle">
      <a:schemeClr val="accent4">
        <a:shade val="50000"/>
      </a:schemeClr>
      <a:schemeClr val="accent4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4">
        <a:shade val="80000"/>
        <a:alpha val="50000"/>
      </a:schemeClr>
      <a:schemeClr val="accent4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4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4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4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4">
        <a:shade val="90000"/>
      </a:schemeClr>
      <a:schemeClr val="accent4">
        <a:tint val="50000"/>
      </a:schemeClr>
    </dgm:fillClrLst>
    <dgm:linClrLst meth="cycle">
      <a:schemeClr val="accent4">
        <a:shade val="90000"/>
      </a:schemeClr>
      <a:schemeClr val="accent4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4">
        <a:shade val="90000"/>
      </a:schemeClr>
      <a:schemeClr val="accent4">
        <a:tint val="50000"/>
      </a:schemeClr>
    </dgm:fillClrLst>
    <dgm:linClrLst meth="cycle">
      <a:schemeClr val="accent4">
        <a:shade val="90000"/>
      </a:schemeClr>
      <a:schemeClr val="accent4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4">
        <a:shade val="90000"/>
      </a:schemeClr>
      <a:schemeClr val="accent4">
        <a:tint val="50000"/>
      </a:schemeClr>
    </dgm:fillClrLst>
    <dgm:linClrLst meth="cycle">
      <a:schemeClr val="accent4">
        <a:shade val="90000"/>
      </a:schemeClr>
      <a:schemeClr val="accent4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4">
        <a:shade val="90000"/>
      </a:schemeClr>
      <a:schemeClr val="accent4">
        <a:tint val="50000"/>
      </a:schemeClr>
    </dgm:fillClrLst>
    <dgm:linClrLst meth="cycle">
      <a:schemeClr val="accent4">
        <a:shade val="90000"/>
      </a:schemeClr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4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4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4">
        <a:tint val="90000"/>
      </a:schemeClr>
    </dgm:fillClrLst>
    <dgm:linClrLst meth="repeat">
      <a:schemeClr val="accent4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4">
        <a:tint val="5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4">
        <a:shade val="8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4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4">
        <a:shade val="50000"/>
      </a:schemeClr>
      <a:schemeClr val="accent4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4">
        <a:shade val="50000"/>
      </a:schemeClr>
      <a:schemeClr val="accent4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4">
        <a:shade val="50000"/>
      </a:schemeClr>
      <a:schemeClr val="accent4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4">
        <a:shade val="50000"/>
      </a:schemeClr>
      <a:schemeClr val="accent4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4">
        <a:shade val="50000"/>
      </a:schemeClr>
      <a:schemeClr val="accent4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55000"/>
      </a:schemeClr>
    </dgm:fillClrLst>
    <dgm:linClrLst meth="repeat">
      <a:schemeClr val="accent4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55000"/>
      </a:schemeClr>
    </dgm:fillClrLst>
    <dgm:linClrLst meth="repeat">
      <a:schemeClr val="accent4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55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EE67BC8-AFA6-4049-AA4B-D06B20E59E1F}" type="doc">
      <dgm:prSet loTypeId="urn:microsoft.com/office/officeart/2005/8/layout/pList1#1" loCatId="list" qsTypeId="urn:microsoft.com/office/officeart/2005/8/quickstyle/simple5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3583833-80F1-4D11-AE03-5D5B1BDA0F58}">
      <dgm:prSet phldrT="[Text]"/>
      <dgm:spPr/>
      <dgm:t>
        <a:bodyPr/>
        <a:lstStyle/>
        <a:p>
          <a:r>
            <a:rPr lang="en-US" b="1" dirty="0"/>
            <a:t>Communicate</a:t>
          </a:r>
        </a:p>
      </dgm:t>
    </dgm:pt>
    <dgm:pt modelId="{2DA86E5D-9BA0-4791-BB36-8D5FB5CFDA16}" type="parTrans" cxnId="{87092ABB-5BDC-4C04-B00A-9C8A217A3EFA}">
      <dgm:prSet/>
      <dgm:spPr/>
      <dgm:t>
        <a:bodyPr/>
        <a:lstStyle/>
        <a:p>
          <a:endParaRPr lang="en-US"/>
        </a:p>
      </dgm:t>
    </dgm:pt>
    <dgm:pt modelId="{0359E25C-305A-4EB7-AC6E-F03318C788E6}" type="sibTrans" cxnId="{87092ABB-5BDC-4C04-B00A-9C8A217A3EFA}">
      <dgm:prSet/>
      <dgm:spPr/>
      <dgm:t>
        <a:bodyPr/>
        <a:lstStyle/>
        <a:p>
          <a:endParaRPr lang="en-US"/>
        </a:p>
      </dgm:t>
    </dgm:pt>
    <dgm:pt modelId="{F13E458C-AEE6-4064-BDA3-FA9B403D90AE}">
      <dgm:prSet phldrT="[Text]"/>
      <dgm:spPr/>
      <dgm:t>
        <a:bodyPr/>
        <a:lstStyle/>
        <a:p>
          <a:r>
            <a:rPr lang="en-US" b="1" dirty="0"/>
            <a:t>Research and Access Information</a:t>
          </a:r>
        </a:p>
      </dgm:t>
    </dgm:pt>
    <dgm:pt modelId="{59DAECFD-5AB5-4C4B-807D-E2B8CEABFF9B}" type="parTrans" cxnId="{79F4871B-2D41-47F2-A78B-2CACA10387AD}">
      <dgm:prSet/>
      <dgm:spPr/>
      <dgm:t>
        <a:bodyPr/>
        <a:lstStyle/>
        <a:p>
          <a:endParaRPr lang="en-US"/>
        </a:p>
      </dgm:t>
    </dgm:pt>
    <dgm:pt modelId="{F2A1728B-7C6C-40FD-9CAA-E96A4FCDC8DF}" type="sibTrans" cxnId="{79F4871B-2D41-47F2-A78B-2CACA10387AD}">
      <dgm:prSet/>
      <dgm:spPr/>
      <dgm:t>
        <a:bodyPr/>
        <a:lstStyle/>
        <a:p>
          <a:endParaRPr lang="en-US"/>
        </a:p>
      </dgm:t>
    </dgm:pt>
    <dgm:pt modelId="{324C4FBC-623F-4237-814B-94141A2292E8}">
      <dgm:prSet phldrT="[Text]"/>
      <dgm:spPr/>
      <dgm:t>
        <a:bodyPr/>
        <a:lstStyle/>
        <a:p>
          <a:r>
            <a:rPr lang="en-US" b="1" dirty="0"/>
            <a:t>Shop</a:t>
          </a:r>
        </a:p>
      </dgm:t>
    </dgm:pt>
    <dgm:pt modelId="{639C9D89-0870-4F32-B5AD-5E9937527D4E}" type="parTrans" cxnId="{271B7C68-B8D7-4458-ADAF-B2242BC29764}">
      <dgm:prSet/>
      <dgm:spPr/>
      <dgm:t>
        <a:bodyPr/>
        <a:lstStyle/>
        <a:p>
          <a:endParaRPr lang="en-US"/>
        </a:p>
      </dgm:t>
    </dgm:pt>
    <dgm:pt modelId="{4859E66D-B298-4334-B294-ACFCDEB0E238}" type="sibTrans" cxnId="{271B7C68-B8D7-4458-ADAF-B2242BC29764}">
      <dgm:prSet/>
      <dgm:spPr/>
      <dgm:t>
        <a:bodyPr/>
        <a:lstStyle/>
        <a:p>
          <a:endParaRPr lang="en-US"/>
        </a:p>
      </dgm:t>
    </dgm:pt>
    <dgm:pt modelId="{C6026094-6907-40FA-8A21-75A93C192D9A}">
      <dgm:prSet phldrT="[Text]"/>
      <dgm:spPr/>
      <dgm:t>
        <a:bodyPr/>
        <a:lstStyle/>
        <a:p>
          <a:r>
            <a:rPr lang="en-US" b="1" dirty="0"/>
            <a:t>Bank and Invest</a:t>
          </a:r>
        </a:p>
      </dgm:t>
    </dgm:pt>
    <dgm:pt modelId="{B9504BD4-02D0-4EE1-81DE-6AA836B3EC48}" type="parTrans" cxnId="{17000C2C-86FC-4518-BB6A-0C64B6347F4E}">
      <dgm:prSet/>
      <dgm:spPr/>
      <dgm:t>
        <a:bodyPr/>
        <a:lstStyle/>
        <a:p>
          <a:endParaRPr lang="en-US"/>
        </a:p>
      </dgm:t>
    </dgm:pt>
    <dgm:pt modelId="{0CED4729-A5D9-4465-B701-9F924711485A}" type="sibTrans" cxnId="{17000C2C-86FC-4518-BB6A-0C64B6347F4E}">
      <dgm:prSet/>
      <dgm:spPr/>
      <dgm:t>
        <a:bodyPr/>
        <a:lstStyle/>
        <a:p>
          <a:endParaRPr lang="en-US"/>
        </a:p>
      </dgm:t>
    </dgm:pt>
    <dgm:pt modelId="{14999E79-59E7-4D51-B0D2-3C0FF462AEB5}">
      <dgm:prSet phldrT="[Text]"/>
      <dgm:spPr/>
      <dgm:t>
        <a:bodyPr/>
        <a:lstStyle/>
        <a:p>
          <a:r>
            <a:rPr lang="en-US" b="1" dirty="0"/>
            <a:t>Online Trading</a:t>
          </a:r>
        </a:p>
      </dgm:t>
    </dgm:pt>
    <dgm:pt modelId="{E3A9AB2D-E73B-4456-97FE-FD0705B9701F}" type="parTrans" cxnId="{84D9CF95-803F-4B7C-87EE-0267147BDC65}">
      <dgm:prSet/>
      <dgm:spPr/>
      <dgm:t>
        <a:bodyPr/>
        <a:lstStyle/>
        <a:p>
          <a:endParaRPr lang="en-US"/>
        </a:p>
      </dgm:t>
    </dgm:pt>
    <dgm:pt modelId="{B416A1E8-0A84-4C60-8BA1-87293405D3AC}" type="sibTrans" cxnId="{84D9CF95-803F-4B7C-87EE-0267147BDC65}">
      <dgm:prSet/>
      <dgm:spPr/>
      <dgm:t>
        <a:bodyPr/>
        <a:lstStyle/>
        <a:p>
          <a:endParaRPr lang="en-US"/>
        </a:p>
      </dgm:t>
    </dgm:pt>
    <dgm:pt modelId="{4EC2D447-C035-4277-8E5E-5591C289B194}">
      <dgm:prSet phldrT="[Text]"/>
      <dgm:spPr/>
      <dgm:t>
        <a:bodyPr/>
        <a:lstStyle/>
        <a:p>
          <a:r>
            <a:rPr lang="en-US" b="1" dirty="0"/>
            <a:t>Entertainment</a:t>
          </a:r>
        </a:p>
      </dgm:t>
    </dgm:pt>
    <dgm:pt modelId="{D6F132D9-E611-455C-8C68-8467A930FA62}" type="parTrans" cxnId="{765DFA94-5927-45A5-AB80-5763514491AC}">
      <dgm:prSet/>
      <dgm:spPr/>
      <dgm:t>
        <a:bodyPr/>
        <a:lstStyle/>
        <a:p>
          <a:endParaRPr lang="en-US"/>
        </a:p>
      </dgm:t>
    </dgm:pt>
    <dgm:pt modelId="{337FC616-F954-44AE-AA16-A97E453921D2}" type="sibTrans" cxnId="{765DFA94-5927-45A5-AB80-5763514491AC}">
      <dgm:prSet/>
      <dgm:spPr/>
      <dgm:t>
        <a:bodyPr/>
        <a:lstStyle/>
        <a:p>
          <a:endParaRPr lang="en-US"/>
        </a:p>
      </dgm:t>
    </dgm:pt>
    <dgm:pt modelId="{9D9D1FE4-D5D5-490D-B196-3D1D4E07CF71}">
      <dgm:prSet phldrT="[Text]"/>
      <dgm:spPr/>
      <dgm:t>
        <a:bodyPr/>
        <a:lstStyle/>
        <a:p>
          <a:r>
            <a:rPr lang="en-US" b="1" dirty="0"/>
            <a:t>Download Videos</a:t>
          </a:r>
        </a:p>
      </dgm:t>
    </dgm:pt>
    <dgm:pt modelId="{49643F88-DB28-4038-9E08-6378D3C253F2}" type="parTrans" cxnId="{E569E474-933F-42C2-A5B4-058E4720FAED}">
      <dgm:prSet/>
      <dgm:spPr/>
      <dgm:t>
        <a:bodyPr/>
        <a:lstStyle/>
        <a:p>
          <a:endParaRPr lang="en-US"/>
        </a:p>
      </dgm:t>
    </dgm:pt>
    <dgm:pt modelId="{883B2CA4-567E-4891-ACEF-2074827C605E}" type="sibTrans" cxnId="{E569E474-933F-42C2-A5B4-058E4720FAED}">
      <dgm:prSet/>
      <dgm:spPr/>
      <dgm:t>
        <a:bodyPr/>
        <a:lstStyle/>
        <a:p>
          <a:endParaRPr lang="en-US"/>
        </a:p>
      </dgm:t>
    </dgm:pt>
    <dgm:pt modelId="{6DF41B5F-9CFD-4AE0-B409-FA4CDEA23348}">
      <dgm:prSet phldrT="[Text]"/>
      <dgm:spPr/>
      <dgm:t>
        <a:bodyPr/>
        <a:lstStyle/>
        <a:p>
          <a:r>
            <a:rPr lang="en-US" b="1" dirty="0"/>
            <a:t>Share Information</a:t>
          </a:r>
        </a:p>
      </dgm:t>
    </dgm:pt>
    <dgm:pt modelId="{F2CAB901-E390-4732-AF2D-AD332A76AAA5}" type="parTrans" cxnId="{A771E2B6-25B3-4096-BBB2-3010411AF59D}">
      <dgm:prSet/>
      <dgm:spPr/>
      <dgm:t>
        <a:bodyPr/>
        <a:lstStyle/>
        <a:p>
          <a:endParaRPr lang="en-US"/>
        </a:p>
      </dgm:t>
    </dgm:pt>
    <dgm:pt modelId="{05E96031-5C30-4704-9A56-DDC61526380D}" type="sibTrans" cxnId="{A771E2B6-25B3-4096-BBB2-3010411AF59D}">
      <dgm:prSet/>
      <dgm:spPr/>
      <dgm:t>
        <a:bodyPr/>
        <a:lstStyle/>
        <a:p>
          <a:endParaRPr lang="en-US"/>
        </a:p>
      </dgm:t>
    </dgm:pt>
    <dgm:pt modelId="{0FE04FEB-4611-47EC-B9A6-46F53A9DBC9F}">
      <dgm:prSet phldrT="[Text]"/>
      <dgm:spPr/>
      <dgm:t>
        <a:bodyPr/>
        <a:lstStyle/>
        <a:p>
          <a:r>
            <a:rPr lang="en-US" b="1" dirty="0"/>
            <a:t>Web Application</a:t>
          </a:r>
        </a:p>
      </dgm:t>
    </dgm:pt>
    <dgm:pt modelId="{88EC782A-32FE-4366-A64B-4ED682890AFD}" type="parTrans" cxnId="{9C5D038A-FF83-4ABE-BA30-24C61A343FF6}">
      <dgm:prSet/>
      <dgm:spPr/>
      <dgm:t>
        <a:bodyPr/>
        <a:lstStyle/>
        <a:p>
          <a:endParaRPr lang="en-US"/>
        </a:p>
      </dgm:t>
    </dgm:pt>
    <dgm:pt modelId="{75E6E670-0DCC-4C12-9277-BBB6E821F55F}" type="sibTrans" cxnId="{9C5D038A-FF83-4ABE-BA30-24C61A343FF6}">
      <dgm:prSet/>
      <dgm:spPr/>
      <dgm:t>
        <a:bodyPr/>
        <a:lstStyle/>
        <a:p>
          <a:endParaRPr lang="en-US"/>
        </a:p>
      </dgm:t>
    </dgm:pt>
    <dgm:pt modelId="{CB909D13-1824-4F1C-9081-6997241CF148}" type="pres">
      <dgm:prSet presAssocID="{1EE67BC8-AFA6-4049-AA4B-D06B20E59E1F}" presName="Name0" presStyleCnt="0">
        <dgm:presLayoutVars>
          <dgm:dir/>
          <dgm:resizeHandles val="exact"/>
        </dgm:presLayoutVars>
      </dgm:prSet>
      <dgm:spPr/>
    </dgm:pt>
    <dgm:pt modelId="{602601E3-9561-4A17-B041-7369CC5FBF44}" type="pres">
      <dgm:prSet presAssocID="{73583833-80F1-4D11-AE03-5D5B1BDA0F58}" presName="compNode" presStyleCnt="0"/>
      <dgm:spPr/>
    </dgm:pt>
    <dgm:pt modelId="{7DA4E649-D572-4979-8F69-E830E52B420C}" type="pres">
      <dgm:prSet presAssocID="{73583833-80F1-4D11-AE03-5D5B1BDA0F58}" presName="pictRect" presStyleLbl="node1" presStyleIdx="0" presStyleCnt="9"/>
      <dgm:spPr>
        <a:blipFill rotWithShape="0">
          <a:blip xmlns:r="http://schemas.openxmlformats.org/officeDocument/2006/relationships" r:embed="rId1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</dgm:spPr>
    </dgm:pt>
    <dgm:pt modelId="{61BC33D1-27D0-48FD-9C27-C9590BA1F30D}" type="pres">
      <dgm:prSet presAssocID="{73583833-80F1-4D11-AE03-5D5B1BDA0F58}" presName="textRect" presStyleLbl="revTx" presStyleIdx="0" presStyleCnt="9">
        <dgm:presLayoutVars>
          <dgm:bulletEnabled val="1"/>
        </dgm:presLayoutVars>
      </dgm:prSet>
      <dgm:spPr/>
    </dgm:pt>
    <dgm:pt modelId="{91B44D2A-C8F4-41E5-B0B4-91EB4D3E66C2}" type="pres">
      <dgm:prSet presAssocID="{0359E25C-305A-4EB7-AC6E-F03318C788E6}" presName="sibTrans" presStyleLbl="sibTrans2D1" presStyleIdx="0" presStyleCnt="0"/>
      <dgm:spPr/>
    </dgm:pt>
    <dgm:pt modelId="{DDF31B3C-CFEB-443E-AFD0-F0B458EA7CCC}" type="pres">
      <dgm:prSet presAssocID="{F13E458C-AEE6-4064-BDA3-FA9B403D90AE}" presName="compNode" presStyleCnt="0"/>
      <dgm:spPr/>
    </dgm:pt>
    <dgm:pt modelId="{71BD5804-B2F2-47D8-BF05-D5E9572329C9}" type="pres">
      <dgm:prSet presAssocID="{F13E458C-AEE6-4064-BDA3-FA9B403D90AE}" presName="pictRect" presStyleLbl="node1" presStyleIdx="1" presStyleCnt="9"/>
      <dgm:spPr>
        <a:blipFill rotWithShape="0">
          <a:blip xmlns:r="http://schemas.openxmlformats.org/officeDocument/2006/relationships"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</dgm:spPr>
    </dgm:pt>
    <dgm:pt modelId="{2993550F-CC8E-403E-B2A1-C274BB229D8C}" type="pres">
      <dgm:prSet presAssocID="{F13E458C-AEE6-4064-BDA3-FA9B403D90AE}" presName="textRect" presStyleLbl="revTx" presStyleIdx="1" presStyleCnt="9">
        <dgm:presLayoutVars>
          <dgm:bulletEnabled val="1"/>
        </dgm:presLayoutVars>
      </dgm:prSet>
      <dgm:spPr/>
    </dgm:pt>
    <dgm:pt modelId="{A9C3C979-02B2-4767-B448-010739650F1D}" type="pres">
      <dgm:prSet presAssocID="{F2A1728B-7C6C-40FD-9CAA-E96A4FCDC8DF}" presName="sibTrans" presStyleLbl="sibTrans2D1" presStyleIdx="0" presStyleCnt="0"/>
      <dgm:spPr/>
    </dgm:pt>
    <dgm:pt modelId="{100B88B6-B660-42C0-8028-CD4C7A0847AF}" type="pres">
      <dgm:prSet presAssocID="{324C4FBC-623F-4237-814B-94141A2292E8}" presName="compNode" presStyleCnt="0"/>
      <dgm:spPr/>
    </dgm:pt>
    <dgm:pt modelId="{E614B7F4-17FE-47B5-B723-A9DE0598DBF5}" type="pres">
      <dgm:prSet presAssocID="{324C4FBC-623F-4237-814B-94141A2292E8}" presName="pictRect" presStyleLbl="node1" presStyleIdx="2" presStyleCnt="9"/>
      <dgm:spPr>
        <a:blipFill rotWithShape="0">
          <a:blip xmlns:r="http://schemas.openxmlformats.org/officeDocument/2006/relationships"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</dgm:spPr>
    </dgm:pt>
    <dgm:pt modelId="{B75AA44D-C5E1-494A-BBBD-D834D0D19EAB}" type="pres">
      <dgm:prSet presAssocID="{324C4FBC-623F-4237-814B-94141A2292E8}" presName="textRect" presStyleLbl="revTx" presStyleIdx="2" presStyleCnt="9">
        <dgm:presLayoutVars>
          <dgm:bulletEnabled val="1"/>
        </dgm:presLayoutVars>
      </dgm:prSet>
      <dgm:spPr/>
    </dgm:pt>
    <dgm:pt modelId="{1771E943-8E2A-4500-9EE8-D0F9E9C3D062}" type="pres">
      <dgm:prSet presAssocID="{4859E66D-B298-4334-B294-ACFCDEB0E238}" presName="sibTrans" presStyleLbl="sibTrans2D1" presStyleIdx="0" presStyleCnt="0"/>
      <dgm:spPr/>
    </dgm:pt>
    <dgm:pt modelId="{3CCBA98F-3A5D-45AA-B4AD-DC0C3991ED4D}" type="pres">
      <dgm:prSet presAssocID="{C6026094-6907-40FA-8A21-75A93C192D9A}" presName="compNode" presStyleCnt="0"/>
      <dgm:spPr/>
    </dgm:pt>
    <dgm:pt modelId="{48099BB8-5E5C-47D8-8C02-59925711D23B}" type="pres">
      <dgm:prSet presAssocID="{C6026094-6907-40FA-8A21-75A93C192D9A}" presName="pictRect" presStyleLbl="node1" presStyleIdx="3" presStyleCnt="9"/>
      <dgm:spPr>
        <a:blipFill rotWithShape="0">
          <a:blip xmlns:r="http://schemas.openxmlformats.org/officeDocument/2006/relationships"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</dgm:spPr>
    </dgm:pt>
    <dgm:pt modelId="{70581634-D159-4BA9-8BC4-BD6E728FBB0E}" type="pres">
      <dgm:prSet presAssocID="{C6026094-6907-40FA-8A21-75A93C192D9A}" presName="textRect" presStyleLbl="revTx" presStyleIdx="3" presStyleCnt="9">
        <dgm:presLayoutVars>
          <dgm:bulletEnabled val="1"/>
        </dgm:presLayoutVars>
      </dgm:prSet>
      <dgm:spPr/>
    </dgm:pt>
    <dgm:pt modelId="{57619CC2-6997-4DA0-9A76-27FAD837B258}" type="pres">
      <dgm:prSet presAssocID="{0CED4729-A5D9-4465-B701-9F924711485A}" presName="sibTrans" presStyleLbl="sibTrans2D1" presStyleIdx="0" presStyleCnt="0"/>
      <dgm:spPr/>
    </dgm:pt>
    <dgm:pt modelId="{01BFA766-481E-494C-A8CA-CD65D3031A57}" type="pres">
      <dgm:prSet presAssocID="{14999E79-59E7-4D51-B0D2-3C0FF462AEB5}" presName="compNode" presStyleCnt="0"/>
      <dgm:spPr/>
    </dgm:pt>
    <dgm:pt modelId="{BA0F0D01-D7B3-4AD3-BDEE-B30DB5F56DB1}" type="pres">
      <dgm:prSet presAssocID="{14999E79-59E7-4D51-B0D2-3C0FF462AEB5}" presName="pictRect" presStyleLbl="node1" presStyleIdx="4" presStyleCnt="9"/>
      <dgm:spPr>
        <a:blipFill rotWithShape="0">
          <a:blip xmlns:r="http://schemas.openxmlformats.org/officeDocument/2006/relationships"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</dgm:spPr>
    </dgm:pt>
    <dgm:pt modelId="{FC4D63DB-FFE6-45DF-AD26-2A0C8B6478BC}" type="pres">
      <dgm:prSet presAssocID="{14999E79-59E7-4D51-B0D2-3C0FF462AEB5}" presName="textRect" presStyleLbl="revTx" presStyleIdx="4" presStyleCnt="9">
        <dgm:presLayoutVars>
          <dgm:bulletEnabled val="1"/>
        </dgm:presLayoutVars>
      </dgm:prSet>
      <dgm:spPr/>
    </dgm:pt>
    <dgm:pt modelId="{56C7B16D-6B8F-4A74-BB2F-114116D85665}" type="pres">
      <dgm:prSet presAssocID="{B416A1E8-0A84-4C60-8BA1-87293405D3AC}" presName="sibTrans" presStyleLbl="sibTrans2D1" presStyleIdx="0" presStyleCnt="0"/>
      <dgm:spPr/>
    </dgm:pt>
    <dgm:pt modelId="{145F771B-967C-475F-99B9-F4AA21B1BFE8}" type="pres">
      <dgm:prSet presAssocID="{4EC2D447-C035-4277-8E5E-5591C289B194}" presName="compNode" presStyleCnt="0"/>
      <dgm:spPr/>
    </dgm:pt>
    <dgm:pt modelId="{CA53EDF1-BA78-4B10-B3B5-53EA57B0736F}" type="pres">
      <dgm:prSet presAssocID="{4EC2D447-C035-4277-8E5E-5591C289B194}" presName="pictRect" presStyleLbl="node1" presStyleIdx="5" presStyleCnt="9"/>
      <dgm:spPr>
        <a:blipFill rotWithShape="0">
          <a:blip xmlns:r="http://schemas.openxmlformats.org/officeDocument/2006/relationships"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</dgm:spPr>
    </dgm:pt>
    <dgm:pt modelId="{69C12981-5895-4C70-8331-3C9615126E39}" type="pres">
      <dgm:prSet presAssocID="{4EC2D447-C035-4277-8E5E-5591C289B194}" presName="textRect" presStyleLbl="revTx" presStyleIdx="5" presStyleCnt="9">
        <dgm:presLayoutVars>
          <dgm:bulletEnabled val="1"/>
        </dgm:presLayoutVars>
      </dgm:prSet>
      <dgm:spPr/>
    </dgm:pt>
    <dgm:pt modelId="{2D3F59BB-4F65-4BE3-BA4A-B6F1140F6E20}" type="pres">
      <dgm:prSet presAssocID="{337FC616-F954-44AE-AA16-A97E453921D2}" presName="sibTrans" presStyleLbl="sibTrans2D1" presStyleIdx="0" presStyleCnt="0"/>
      <dgm:spPr/>
    </dgm:pt>
    <dgm:pt modelId="{0BC0B3E8-9936-4569-967E-FCA39F01DF91}" type="pres">
      <dgm:prSet presAssocID="{9D9D1FE4-D5D5-490D-B196-3D1D4E07CF71}" presName="compNode" presStyleCnt="0"/>
      <dgm:spPr/>
    </dgm:pt>
    <dgm:pt modelId="{50C7EB7E-0B00-42E1-8E16-D22AB8B4A3A0}" type="pres">
      <dgm:prSet presAssocID="{9D9D1FE4-D5D5-490D-B196-3D1D4E07CF71}" presName="pictRect" presStyleLbl="node1" presStyleIdx="6" presStyleCnt="9"/>
      <dgm:spPr>
        <a:blipFill rotWithShape="0">
          <a:blip xmlns:r="http://schemas.openxmlformats.org/officeDocument/2006/relationships"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</dgm:spPr>
    </dgm:pt>
    <dgm:pt modelId="{94C0FE31-FBCF-46D1-B921-F2E8921C9602}" type="pres">
      <dgm:prSet presAssocID="{9D9D1FE4-D5D5-490D-B196-3D1D4E07CF71}" presName="textRect" presStyleLbl="revTx" presStyleIdx="6" presStyleCnt="9">
        <dgm:presLayoutVars>
          <dgm:bulletEnabled val="1"/>
        </dgm:presLayoutVars>
      </dgm:prSet>
      <dgm:spPr/>
    </dgm:pt>
    <dgm:pt modelId="{4A267266-AF27-4A64-9C26-906D2A3D95D5}" type="pres">
      <dgm:prSet presAssocID="{883B2CA4-567E-4891-ACEF-2074827C605E}" presName="sibTrans" presStyleLbl="sibTrans2D1" presStyleIdx="0" presStyleCnt="0"/>
      <dgm:spPr/>
    </dgm:pt>
    <dgm:pt modelId="{4224FB32-37E9-43B4-BF35-6F4C97117992}" type="pres">
      <dgm:prSet presAssocID="{6DF41B5F-9CFD-4AE0-B409-FA4CDEA23348}" presName="compNode" presStyleCnt="0"/>
      <dgm:spPr/>
    </dgm:pt>
    <dgm:pt modelId="{B860E52A-51EA-4087-A995-B878681A38EF}" type="pres">
      <dgm:prSet presAssocID="{6DF41B5F-9CFD-4AE0-B409-FA4CDEA23348}" presName="pictRect" presStyleLbl="node1" presStyleIdx="7" presStyleCnt="9"/>
      <dgm:spPr>
        <a:blipFill rotWithShape="0">
          <a:blip xmlns:r="http://schemas.openxmlformats.org/officeDocument/2006/relationships"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</dgm:spPr>
    </dgm:pt>
    <dgm:pt modelId="{59546009-9ABC-4C1E-9CD1-F59A2D249441}" type="pres">
      <dgm:prSet presAssocID="{6DF41B5F-9CFD-4AE0-B409-FA4CDEA23348}" presName="textRect" presStyleLbl="revTx" presStyleIdx="7" presStyleCnt="9">
        <dgm:presLayoutVars>
          <dgm:bulletEnabled val="1"/>
        </dgm:presLayoutVars>
      </dgm:prSet>
      <dgm:spPr/>
    </dgm:pt>
    <dgm:pt modelId="{1FF5BC79-58DC-4AB8-A244-9EBA3E7F2347}" type="pres">
      <dgm:prSet presAssocID="{05E96031-5C30-4704-9A56-DDC61526380D}" presName="sibTrans" presStyleLbl="sibTrans2D1" presStyleIdx="0" presStyleCnt="0"/>
      <dgm:spPr/>
    </dgm:pt>
    <dgm:pt modelId="{CC3EFBFE-5937-4916-9443-CE0AEC215802}" type="pres">
      <dgm:prSet presAssocID="{0FE04FEB-4611-47EC-B9A6-46F53A9DBC9F}" presName="compNode" presStyleCnt="0"/>
      <dgm:spPr/>
    </dgm:pt>
    <dgm:pt modelId="{77A3A8C4-36C8-4EF5-A5C9-EAA61FA10EFD}" type="pres">
      <dgm:prSet presAssocID="{0FE04FEB-4611-47EC-B9A6-46F53A9DBC9F}" presName="pictRect" presStyleLbl="node1" presStyleIdx="8" presStyleCnt="9"/>
      <dgm:spPr>
        <a:blipFill rotWithShape="0">
          <a:blip xmlns:r="http://schemas.openxmlformats.org/officeDocument/2006/relationships" r:embed="rId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</dgm:spPr>
    </dgm:pt>
    <dgm:pt modelId="{430BBB14-1086-4D17-91FA-B439A0CF7B35}" type="pres">
      <dgm:prSet presAssocID="{0FE04FEB-4611-47EC-B9A6-46F53A9DBC9F}" presName="textRect" presStyleLbl="revTx" presStyleIdx="8" presStyleCnt="9">
        <dgm:presLayoutVars>
          <dgm:bulletEnabled val="1"/>
        </dgm:presLayoutVars>
      </dgm:prSet>
      <dgm:spPr/>
    </dgm:pt>
  </dgm:ptLst>
  <dgm:cxnLst>
    <dgm:cxn modelId="{D6359F0E-1636-4269-8D8B-3D5E67C50137}" type="presOf" srcId="{4859E66D-B298-4334-B294-ACFCDEB0E238}" destId="{1771E943-8E2A-4500-9EE8-D0F9E9C3D062}" srcOrd="0" destOrd="0" presId="urn:microsoft.com/office/officeart/2005/8/layout/pList1#1"/>
    <dgm:cxn modelId="{1C526913-9A77-41A5-8580-EEE55664DEF2}" type="presOf" srcId="{337FC616-F954-44AE-AA16-A97E453921D2}" destId="{2D3F59BB-4F65-4BE3-BA4A-B6F1140F6E20}" srcOrd="0" destOrd="0" presId="urn:microsoft.com/office/officeart/2005/8/layout/pList1#1"/>
    <dgm:cxn modelId="{7A5F3914-6590-4000-AFA7-B00C65F83C0E}" type="presOf" srcId="{0359E25C-305A-4EB7-AC6E-F03318C788E6}" destId="{91B44D2A-C8F4-41E5-B0B4-91EB4D3E66C2}" srcOrd="0" destOrd="0" presId="urn:microsoft.com/office/officeart/2005/8/layout/pList1#1"/>
    <dgm:cxn modelId="{79F4871B-2D41-47F2-A78B-2CACA10387AD}" srcId="{1EE67BC8-AFA6-4049-AA4B-D06B20E59E1F}" destId="{F13E458C-AEE6-4064-BDA3-FA9B403D90AE}" srcOrd="1" destOrd="0" parTransId="{59DAECFD-5AB5-4C4B-807D-E2B8CEABFF9B}" sibTransId="{F2A1728B-7C6C-40FD-9CAA-E96A4FCDC8DF}"/>
    <dgm:cxn modelId="{3DB93421-5B88-4051-89D1-2F8468F0DFA1}" type="presOf" srcId="{F13E458C-AEE6-4064-BDA3-FA9B403D90AE}" destId="{2993550F-CC8E-403E-B2A1-C274BB229D8C}" srcOrd="0" destOrd="0" presId="urn:microsoft.com/office/officeart/2005/8/layout/pList1#1"/>
    <dgm:cxn modelId="{17000C2C-86FC-4518-BB6A-0C64B6347F4E}" srcId="{1EE67BC8-AFA6-4049-AA4B-D06B20E59E1F}" destId="{C6026094-6907-40FA-8A21-75A93C192D9A}" srcOrd="3" destOrd="0" parTransId="{B9504BD4-02D0-4EE1-81DE-6AA836B3EC48}" sibTransId="{0CED4729-A5D9-4465-B701-9F924711485A}"/>
    <dgm:cxn modelId="{2DB17A45-4D79-4EDF-8241-1F7ABCCE6D8E}" type="presOf" srcId="{6DF41B5F-9CFD-4AE0-B409-FA4CDEA23348}" destId="{59546009-9ABC-4C1E-9CD1-F59A2D249441}" srcOrd="0" destOrd="0" presId="urn:microsoft.com/office/officeart/2005/8/layout/pList1#1"/>
    <dgm:cxn modelId="{D6CEE345-C832-4D67-A7A2-5896A6CC0840}" type="presOf" srcId="{883B2CA4-567E-4891-ACEF-2074827C605E}" destId="{4A267266-AF27-4A64-9C26-906D2A3D95D5}" srcOrd="0" destOrd="0" presId="urn:microsoft.com/office/officeart/2005/8/layout/pList1#1"/>
    <dgm:cxn modelId="{CC511A47-0556-4359-B6E8-F105DC8F74D3}" type="presOf" srcId="{324C4FBC-623F-4237-814B-94141A2292E8}" destId="{B75AA44D-C5E1-494A-BBBD-D834D0D19EAB}" srcOrd="0" destOrd="0" presId="urn:microsoft.com/office/officeart/2005/8/layout/pList1#1"/>
    <dgm:cxn modelId="{271B7C68-B8D7-4458-ADAF-B2242BC29764}" srcId="{1EE67BC8-AFA6-4049-AA4B-D06B20E59E1F}" destId="{324C4FBC-623F-4237-814B-94141A2292E8}" srcOrd="2" destOrd="0" parTransId="{639C9D89-0870-4F32-B5AD-5E9937527D4E}" sibTransId="{4859E66D-B298-4334-B294-ACFCDEB0E238}"/>
    <dgm:cxn modelId="{E569E474-933F-42C2-A5B4-058E4720FAED}" srcId="{1EE67BC8-AFA6-4049-AA4B-D06B20E59E1F}" destId="{9D9D1FE4-D5D5-490D-B196-3D1D4E07CF71}" srcOrd="6" destOrd="0" parTransId="{49643F88-DB28-4038-9E08-6378D3C253F2}" sibTransId="{883B2CA4-567E-4891-ACEF-2074827C605E}"/>
    <dgm:cxn modelId="{8B96FB58-E79E-4657-9409-2650FFFC9844}" type="presOf" srcId="{F2A1728B-7C6C-40FD-9CAA-E96A4FCDC8DF}" destId="{A9C3C979-02B2-4767-B448-010739650F1D}" srcOrd="0" destOrd="0" presId="urn:microsoft.com/office/officeart/2005/8/layout/pList1#1"/>
    <dgm:cxn modelId="{3B630E5A-E570-47D0-9246-3A5A5A1A13A5}" type="presOf" srcId="{14999E79-59E7-4D51-B0D2-3C0FF462AEB5}" destId="{FC4D63DB-FFE6-45DF-AD26-2A0C8B6478BC}" srcOrd="0" destOrd="0" presId="urn:microsoft.com/office/officeart/2005/8/layout/pList1#1"/>
    <dgm:cxn modelId="{03610982-7FCE-4CA6-ABDE-C525A74F5660}" type="presOf" srcId="{0FE04FEB-4611-47EC-B9A6-46F53A9DBC9F}" destId="{430BBB14-1086-4D17-91FA-B439A0CF7B35}" srcOrd="0" destOrd="0" presId="urn:microsoft.com/office/officeart/2005/8/layout/pList1#1"/>
    <dgm:cxn modelId="{9C5D038A-FF83-4ABE-BA30-24C61A343FF6}" srcId="{1EE67BC8-AFA6-4049-AA4B-D06B20E59E1F}" destId="{0FE04FEB-4611-47EC-B9A6-46F53A9DBC9F}" srcOrd="8" destOrd="0" parTransId="{88EC782A-32FE-4366-A64B-4ED682890AFD}" sibTransId="{75E6E670-0DCC-4C12-9277-BBB6E821F55F}"/>
    <dgm:cxn modelId="{765DFA94-5927-45A5-AB80-5763514491AC}" srcId="{1EE67BC8-AFA6-4049-AA4B-D06B20E59E1F}" destId="{4EC2D447-C035-4277-8E5E-5591C289B194}" srcOrd="5" destOrd="0" parTransId="{D6F132D9-E611-455C-8C68-8467A930FA62}" sibTransId="{337FC616-F954-44AE-AA16-A97E453921D2}"/>
    <dgm:cxn modelId="{BCB98A95-6D36-45F2-BF38-89DB7A7A8446}" type="presOf" srcId="{C6026094-6907-40FA-8A21-75A93C192D9A}" destId="{70581634-D159-4BA9-8BC4-BD6E728FBB0E}" srcOrd="0" destOrd="0" presId="urn:microsoft.com/office/officeart/2005/8/layout/pList1#1"/>
    <dgm:cxn modelId="{84D9CF95-803F-4B7C-87EE-0267147BDC65}" srcId="{1EE67BC8-AFA6-4049-AA4B-D06B20E59E1F}" destId="{14999E79-59E7-4D51-B0D2-3C0FF462AEB5}" srcOrd="4" destOrd="0" parTransId="{E3A9AB2D-E73B-4456-97FE-FD0705B9701F}" sibTransId="{B416A1E8-0A84-4C60-8BA1-87293405D3AC}"/>
    <dgm:cxn modelId="{C1B42A98-A13A-4CB6-AADF-833F4B3C826D}" type="presOf" srcId="{73583833-80F1-4D11-AE03-5D5B1BDA0F58}" destId="{61BC33D1-27D0-48FD-9C27-C9590BA1F30D}" srcOrd="0" destOrd="0" presId="urn:microsoft.com/office/officeart/2005/8/layout/pList1#1"/>
    <dgm:cxn modelId="{8C2249A1-CDD2-44C9-98C5-0337E8DA45A3}" type="presOf" srcId="{9D9D1FE4-D5D5-490D-B196-3D1D4E07CF71}" destId="{94C0FE31-FBCF-46D1-B921-F2E8921C9602}" srcOrd="0" destOrd="0" presId="urn:microsoft.com/office/officeart/2005/8/layout/pList1#1"/>
    <dgm:cxn modelId="{F4EC18A5-AA82-46D6-9A25-828CED6CA8C2}" type="presOf" srcId="{0CED4729-A5D9-4465-B701-9F924711485A}" destId="{57619CC2-6997-4DA0-9A76-27FAD837B258}" srcOrd="0" destOrd="0" presId="urn:microsoft.com/office/officeart/2005/8/layout/pList1#1"/>
    <dgm:cxn modelId="{A771E2B6-25B3-4096-BBB2-3010411AF59D}" srcId="{1EE67BC8-AFA6-4049-AA4B-D06B20E59E1F}" destId="{6DF41B5F-9CFD-4AE0-B409-FA4CDEA23348}" srcOrd="7" destOrd="0" parTransId="{F2CAB901-E390-4732-AF2D-AD332A76AAA5}" sibTransId="{05E96031-5C30-4704-9A56-DDC61526380D}"/>
    <dgm:cxn modelId="{87092ABB-5BDC-4C04-B00A-9C8A217A3EFA}" srcId="{1EE67BC8-AFA6-4049-AA4B-D06B20E59E1F}" destId="{73583833-80F1-4D11-AE03-5D5B1BDA0F58}" srcOrd="0" destOrd="0" parTransId="{2DA86E5D-9BA0-4791-BB36-8D5FB5CFDA16}" sibTransId="{0359E25C-305A-4EB7-AC6E-F03318C788E6}"/>
    <dgm:cxn modelId="{193EB8C0-F0CA-4CFC-BEFD-327C95F99126}" type="presOf" srcId="{B416A1E8-0A84-4C60-8BA1-87293405D3AC}" destId="{56C7B16D-6B8F-4A74-BB2F-114116D85665}" srcOrd="0" destOrd="0" presId="urn:microsoft.com/office/officeart/2005/8/layout/pList1#1"/>
    <dgm:cxn modelId="{304E8BC5-BF17-412E-8B69-E31A07DBF8E2}" type="presOf" srcId="{1EE67BC8-AFA6-4049-AA4B-D06B20E59E1F}" destId="{CB909D13-1824-4F1C-9081-6997241CF148}" srcOrd="0" destOrd="0" presId="urn:microsoft.com/office/officeart/2005/8/layout/pList1#1"/>
    <dgm:cxn modelId="{75C63CE8-3C4B-4817-A773-61723453F6A5}" type="presOf" srcId="{4EC2D447-C035-4277-8E5E-5591C289B194}" destId="{69C12981-5895-4C70-8331-3C9615126E39}" srcOrd="0" destOrd="0" presId="urn:microsoft.com/office/officeart/2005/8/layout/pList1#1"/>
    <dgm:cxn modelId="{ABA395F3-DB86-4B9B-821D-FDDD3985C8DA}" type="presOf" srcId="{05E96031-5C30-4704-9A56-DDC61526380D}" destId="{1FF5BC79-58DC-4AB8-A244-9EBA3E7F2347}" srcOrd="0" destOrd="0" presId="urn:microsoft.com/office/officeart/2005/8/layout/pList1#1"/>
    <dgm:cxn modelId="{16140CFD-93DA-4E90-9FD2-C37E08F9B70A}" type="presParOf" srcId="{CB909D13-1824-4F1C-9081-6997241CF148}" destId="{602601E3-9561-4A17-B041-7369CC5FBF44}" srcOrd="0" destOrd="0" presId="urn:microsoft.com/office/officeart/2005/8/layout/pList1#1"/>
    <dgm:cxn modelId="{2E8ED736-11D8-431F-A294-8EC4BC1A602B}" type="presParOf" srcId="{602601E3-9561-4A17-B041-7369CC5FBF44}" destId="{7DA4E649-D572-4979-8F69-E830E52B420C}" srcOrd="0" destOrd="0" presId="urn:microsoft.com/office/officeart/2005/8/layout/pList1#1"/>
    <dgm:cxn modelId="{59181D96-A93A-4208-B151-730449D0CD0C}" type="presParOf" srcId="{602601E3-9561-4A17-B041-7369CC5FBF44}" destId="{61BC33D1-27D0-48FD-9C27-C9590BA1F30D}" srcOrd="1" destOrd="0" presId="urn:microsoft.com/office/officeart/2005/8/layout/pList1#1"/>
    <dgm:cxn modelId="{0E380BA9-F632-4C4D-83E1-5E1D2FDABAC5}" type="presParOf" srcId="{CB909D13-1824-4F1C-9081-6997241CF148}" destId="{91B44D2A-C8F4-41E5-B0B4-91EB4D3E66C2}" srcOrd="1" destOrd="0" presId="urn:microsoft.com/office/officeart/2005/8/layout/pList1#1"/>
    <dgm:cxn modelId="{E859F7BF-7DFC-4E32-BD92-39F8791F09BF}" type="presParOf" srcId="{CB909D13-1824-4F1C-9081-6997241CF148}" destId="{DDF31B3C-CFEB-443E-AFD0-F0B458EA7CCC}" srcOrd="2" destOrd="0" presId="urn:microsoft.com/office/officeart/2005/8/layout/pList1#1"/>
    <dgm:cxn modelId="{473DC461-A415-4555-B8C3-1CB85F0AF294}" type="presParOf" srcId="{DDF31B3C-CFEB-443E-AFD0-F0B458EA7CCC}" destId="{71BD5804-B2F2-47D8-BF05-D5E9572329C9}" srcOrd="0" destOrd="0" presId="urn:microsoft.com/office/officeart/2005/8/layout/pList1#1"/>
    <dgm:cxn modelId="{27FFC97E-DD70-421F-83AA-FD44E93FFC89}" type="presParOf" srcId="{DDF31B3C-CFEB-443E-AFD0-F0B458EA7CCC}" destId="{2993550F-CC8E-403E-B2A1-C274BB229D8C}" srcOrd="1" destOrd="0" presId="urn:microsoft.com/office/officeart/2005/8/layout/pList1#1"/>
    <dgm:cxn modelId="{ADA898C7-486E-4089-AA05-56CEDF60648E}" type="presParOf" srcId="{CB909D13-1824-4F1C-9081-6997241CF148}" destId="{A9C3C979-02B2-4767-B448-010739650F1D}" srcOrd="3" destOrd="0" presId="urn:microsoft.com/office/officeart/2005/8/layout/pList1#1"/>
    <dgm:cxn modelId="{24FA9126-4A9F-48A8-AED7-63BE3515D528}" type="presParOf" srcId="{CB909D13-1824-4F1C-9081-6997241CF148}" destId="{100B88B6-B660-42C0-8028-CD4C7A0847AF}" srcOrd="4" destOrd="0" presId="urn:microsoft.com/office/officeart/2005/8/layout/pList1#1"/>
    <dgm:cxn modelId="{F797A6E1-C045-41FE-A2AC-92D03359D0C7}" type="presParOf" srcId="{100B88B6-B660-42C0-8028-CD4C7A0847AF}" destId="{E614B7F4-17FE-47B5-B723-A9DE0598DBF5}" srcOrd="0" destOrd="0" presId="urn:microsoft.com/office/officeart/2005/8/layout/pList1#1"/>
    <dgm:cxn modelId="{1F232D00-9A25-41BD-AE0E-EE9D0DAE3ACA}" type="presParOf" srcId="{100B88B6-B660-42C0-8028-CD4C7A0847AF}" destId="{B75AA44D-C5E1-494A-BBBD-D834D0D19EAB}" srcOrd="1" destOrd="0" presId="urn:microsoft.com/office/officeart/2005/8/layout/pList1#1"/>
    <dgm:cxn modelId="{09B121BD-B6B5-4EC0-B446-9759C4CA6979}" type="presParOf" srcId="{CB909D13-1824-4F1C-9081-6997241CF148}" destId="{1771E943-8E2A-4500-9EE8-D0F9E9C3D062}" srcOrd="5" destOrd="0" presId="urn:microsoft.com/office/officeart/2005/8/layout/pList1#1"/>
    <dgm:cxn modelId="{203572B7-74EC-4FE6-A2BB-19D046429A06}" type="presParOf" srcId="{CB909D13-1824-4F1C-9081-6997241CF148}" destId="{3CCBA98F-3A5D-45AA-B4AD-DC0C3991ED4D}" srcOrd="6" destOrd="0" presId="urn:microsoft.com/office/officeart/2005/8/layout/pList1#1"/>
    <dgm:cxn modelId="{24BC51E1-1A08-48BB-96B1-E7E2E4739F8F}" type="presParOf" srcId="{3CCBA98F-3A5D-45AA-B4AD-DC0C3991ED4D}" destId="{48099BB8-5E5C-47D8-8C02-59925711D23B}" srcOrd="0" destOrd="0" presId="urn:microsoft.com/office/officeart/2005/8/layout/pList1#1"/>
    <dgm:cxn modelId="{916E85C9-729D-4A8B-89F0-7854C46A4DC5}" type="presParOf" srcId="{3CCBA98F-3A5D-45AA-B4AD-DC0C3991ED4D}" destId="{70581634-D159-4BA9-8BC4-BD6E728FBB0E}" srcOrd="1" destOrd="0" presId="urn:microsoft.com/office/officeart/2005/8/layout/pList1#1"/>
    <dgm:cxn modelId="{EAB8A797-9843-48C7-BB15-F6FEF037390C}" type="presParOf" srcId="{CB909D13-1824-4F1C-9081-6997241CF148}" destId="{57619CC2-6997-4DA0-9A76-27FAD837B258}" srcOrd="7" destOrd="0" presId="urn:microsoft.com/office/officeart/2005/8/layout/pList1#1"/>
    <dgm:cxn modelId="{F9B332B2-BAC3-454D-B6D7-9F5E355EFF80}" type="presParOf" srcId="{CB909D13-1824-4F1C-9081-6997241CF148}" destId="{01BFA766-481E-494C-A8CA-CD65D3031A57}" srcOrd="8" destOrd="0" presId="urn:microsoft.com/office/officeart/2005/8/layout/pList1#1"/>
    <dgm:cxn modelId="{F7C42532-6E39-4918-8D57-5DA62E59253D}" type="presParOf" srcId="{01BFA766-481E-494C-A8CA-CD65D3031A57}" destId="{BA0F0D01-D7B3-4AD3-BDEE-B30DB5F56DB1}" srcOrd="0" destOrd="0" presId="urn:microsoft.com/office/officeart/2005/8/layout/pList1#1"/>
    <dgm:cxn modelId="{5E0D5A30-9E78-4686-9D1B-B50CC964EF88}" type="presParOf" srcId="{01BFA766-481E-494C-A8CA-CD65D3031A57}" destId="{FC4D63DB-FFE6-45DF-AD26-2A0C8B6478BC}" srcOrd="1" destOrd="0" presId="urn:microsoft.com/office/officeart/2005/8/layout/pList1#1"/>
    <dgm:cxn modelId="{03611F1D-7D1B-47A1-9FCE-7E5840929A63}" type="presParOf" srcId="{CB909D13-1824-4F1C-9081-6997241CF148}" destId="{56C7B16D-6B8F-4A74-BB2F-114116D85665}" srcOrd="9" destOrd="0" presId="urn:microsoft.com/office/officeart/2005/8/layout/pList1#1"/>
    <dgm:cxn modelId="{F5FE2701-FB7E-453E-9119-48ADFB819839}" type="presParOf" srcId="{CB909D13-1824-4F1C-9081-6997241CF148}" destId="{145F771B-967C-475F-99B9-F4AA21B1BFE8}" srcOrd="10" destOrd="0" presId="urn:microsoft.com/office/officeart/2005/8/layout/pList1#1"/>
    <dgm:cxn modelId="{7172F0BB-C5D8-448E-AC3E-585F645E1B36}" type="presParOf" srcId="{145F771B-967C-475F-99B9-F4AA21B1BFE8}" destId="{CA53EDF1-BA78-4B10-B3B5-53EA57B0736F}" srcOrd="0" destOrd="0" presId="urn:microsoft.com/office/officeart/2005/8/layout/pList1#1"/>
    <dgm:cxn modelId="{F0BC7B59-0855-4809-9111-648B625F4714}" type="presParOf" srcId="{145F771B-967C-475F-99B9-F4AA21B1BFE8}" destId="{69C12981-5895-4C70-8331-3C9615126E39}" srcOrd="1" destOrd="0" presId="urn:microsoft.com/office/officeart/2005/8/layout/pList1#1"/>
    <dgm:cxn modelId="{10B7DB56-FDD6-452D-99E4-9A2B73ED5BF0}" type="presParOf" srcId="{CB909D13-1824-4F1C-9081-6997241CF148}" destId="{2D3F59BB-4F65-4BE3-BA4A-B6F1140F6E20}" srcOrd="11" destOrd="0" presId="urn:microsoft.com/office/officeart/2005/8/layout/pList1#1"/>
    <dgm:cxn modelId="{82865316-B8C9-47C1-8438-F7150B3A2D3F}" type="presParOf" srcId="{CB909D13-1824-4F1C-9081-6997241CF148}" destId="{0BC0B3E8-9936-4569-967E-FCA39F01DF91}" srcOrd="12" destOrd="0" presId="urn:microsoft.com/office/officeart/2005/8/layout/pList1#1"/>
    <dgm:cxn modelId="{2ABF997A-AD42-442F-8E9F-BFB2F2D7979B}" type="presParOf" srcId="{0BC0B3E8-9936-4569-967E-FCA39F01DF91}" destId="{50C7EB7E-0B00-42E1-8E16-D22AB8B4A3A0}" srcOrd="0" destOrd="0" presId="urn:microsoft.com/office/officeart/2005/8/layout/pList1#1"/>
    <dgm:cxn modelId="{0A4BA9B9-E2FF-4AE5-AEE9-1BE4B9C8922E}" type="presParOf" srcId="{0BC0B3E8-9936-4569-967E-FCA39F01DF91}" destId="{94C0FE31-FBCF-46D1-B921-F2E8921C9602}" srcOrd="1" destOrd="0" presId="urn:microsoft.com/office/officeart/2005/8/layout/pList1#1"/>
    <dgm:cxn modelId="{7DD05FD4-E5A5-490C-9A9C-3B966B5F583A}" type="presParOf" srcId="{CB909D13-1824-4F1C-9081-6997241CF148}" destId="{4A267266-AF27-4A64-9C26-906D2A3D95D5}" srcOrd="13" destOrd="0" presId="urn:microsoft.com/office/officeart/2005/8/layout/pList1#1"/>
    <dgm:cxn modelId="{A9C87082-B080-44E7-8DC5-E4E682FD0BCB}" type="presParOf" srcId="{CB909D13-1824-4F1C-9081-6997241CF148}" destId="{4224FB32-37E9-43B4-BF35-6F4C97117992}" srcOrd="14" destOrd="0" presId="urn:microsoft.com/office/officeart/2005/8/layout/pList1#1"/>
    <dgm:cxn modelId="{E5C486C1-10A2-49E1-9FF2-2C5E89488939}" type="presParOf" srcId="{4224FB32-37E9-43B4-BF35-6F4C97117992}" destId="{B860E52A-51EA-4087-A995-B878681A38EF}" srcOrd="0" destOrd="0" presId="urn:microsoft.com/office/officeart/2005/8/layout/pList1#1"/>
    <dgm:cxn modelId="{751AEC82-74AD-4EDB-A6EA-B3316C51C4EB}" type="presParOf" srcId="{4224FB32-37E9-43B4-BF35-6F4C97117992}" destId="{59546009-9ABC-4C1E-9CD1-F59A2D249441}" srcOrd="1" destOrd="0" presId="urn:microsoft.com/office/officeart/2005/8/layout/pList1#1"/>
    <dgm:cxn modelId="{F8516C6F-E7CC-4982-BE6F-E2498B0020EF}" type="presParOf" srcId="{CB909D13-1824-4F1C-9081-6997241CF148}" destId="{1FF5BC79-58DC-4AB8-A244-9EBA3E7F2347}" srcOrd="15" destOrd="0" presId="urn:microsoft.com/office/officeart/2005/8/layout/pList1#1"/>
    <dgm:cxn modelId="{E5C0CB43-A937-4941-970B-79E53763C578}" type="presParOf" srcId="{CB909D13-1824-4F1C-9081-6997241CF148}" destId="{CC3EFBFE-5937-4916-9443-CE0AEC215802}" srcOrd="16" destOrd="0" presId="urn:microsoft.com/office/officeart/2005/8/layout/pList1#1"/>
    <dgm:cxn modelId="{E603EE14-D7AF-47FD-A9D7-173939D7E586}" type="presParOf" srcId="{CC3EFBFE-5937-4916-9443-CE0AEC215802}" destId="{77A3A8C4-36C8-4EF5-A5C9-EAA61FA10EFD}" srcOrd="0" destOrd="0" presId="urn:microsoft.com/office/officeart/2005/8/layout/pList1#1"/>
    <dgm:cxn modelId="{43863E2D-199F-4DA4-8CF2-707986899F6B}" type="presParOf" srcId="{CC3EFBFE-5937-4916-9443-CE0AEC215802}" destId="{430BBB14-1086-4D17-91FA-B439A0CF7B35}" srcOrd="1" destOrd="0" presId="urn:microsoft.com/office/officeart/2005/8/layout/pList1#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D3B8AF8-B9EC-4234-96CF-D92111914C28}" type="doc">
      <dgm:prSet loTypeId="urn:microsoft.com/office/officeart/2005/8/layout/default#3" loCatId="list" qsTypeId="urn:microsoft.com/office/officeart/2005/8/quickstyle/simple5" qsCatId="simple" csTypeId="urn:microsoft.com/office/officeart/2005/8/colors/accent4_4" csCatId="accent4" phldr="1"/>
      <dgm:spPr/>
      <dgm:t>
        <a:bodyPr/>
        <a:lstStyle/>
        <a:p>
          <a:endParaRPr lang="en-US"/>
        </a:p>
      </dgm:t>
    </dgm:pt>
    <dgm:pt modelId="{B5F29D81-C277-4B52-A94E-AECB5E12FF58}">
      <dgm:prSet phldrT="[Text]"/>
      <dgm:spPr/>
      <dgm:t>
        <a:bodyPr/>
        <a:lstStyle/>
        <a:p>
          <a:r>
            <a:rPr lang="en-US" dirty="0"/>
            <a:t>Hardware</a:t>
          </a:r>
        </a:p>
      </dgm:t>
    </dgm:pt>
    <dgm:pt modelId="{057B0E3A-2F8D-47A1-A60F-447909BFBD2B}" type="parTrans" cxnId="{6B3D4228-3582-4FCE-A17C-A8C2C00E0487}">
      <dgm:prSet/>
      <dgm:spPr/>
      <dgm:t>
        <a:bodyPr/>
        <a:lstStyle/>
        <a:p>
          <a:endParaRPr lang="en-US"/>
        </a:p>
      </dgm:t>
    </dgm:pt>
    <dgm:pt modelId="{E492BBB4-4873-45CB-AAB1-FA8BED2D5E39}" type="sibTrans" cxnId="{6B3D4228-3582-4FCE-A17C-A8C2C00E0487}">
      <dgm:prSet/>
      <dgm:spPr/>
      <dgm:t>
        <a:bodyPr/>
        <a:lstStyle/>
        <a:p>
          <a:endParaRPr lang="en-US"/>
        </a:p>
      </dgm:t>
    </dgm:pt>
    <dgm:pt modelId="{003B9D17-453A-4C5D-8595-6757A744E4F3}">
      <dgm:prSet phldrT="[Text]"/>
      <dgm:spPr/>
      <dgm:t>
        <a:bodyPr/>
        <a:lstStyle/>
        <a:p>
          <a:r>
            <a:rPr lang="en-US" dirty="0"/>
            <a:t>Software</a:t>
          </a:r>
        </a:p>
      </dgm:t>
    </dgm:pt>
    <dgm:pt modelId="{162D7910-D472-43EB-9A43-499454819F2B}" type="parTrans" cxnId="{D73C5237-608D-42C7-BB7B-432607DE5725}">
      <dgm:prSet/>
      <dgm:spPr/>
      <dgm:t>
        <a:bodyPr/>
        <a:lstStyle/>
        <a:p>
          <a:endParaRPr lang="en-US"/>
        </a:p>
      </dgm:t>
    </dgm:pt>
    <dgm:pt modelId="{82FEE61C-6B13-4B29-9D3E-CFD46999DD9B}" type="sibTrans" cxnId="{D73C5237-608D-42C7-BB7B-432607DE5725}">
      <dgm:prSet/>
      <dgm:spPr/>
      <dgm:t>
        <a:bodyPr/>
        <a:lstStyle/>
        <a:p>
          <a:endParaRPr lang="en-US"/>
        </a:p>
      </dgm:t>
    </dgm:pt>
    <dgm:pt modelId="{88959941-CFC7-48C2-BE2E-858FC3A391BB}">
      <dgm:prSet phldrT="[Text]"/>
      <dgm:spPr/>
      <dgm:t>
        <a:bodyPr/>
        <a:lstStyle/>
        <a:p>
          <a:r>
            <a:rPr lang="en-US" dirty="0"/>
            <a:t>Data</a:t>
          </a:r>
        </a:p>
      </dgm:t>
    </dgm:pt>
    <dgm:pt modelId="{12D0C311-0096-479A-A4AE-13D984EC31CE}" type="parTrans" cxnId="{27FDD6B5-74E9-4050-A73F-C94103C13FDB}">
      <dgm:prSet/>
      <dgm:spPr/>
      <dgm:t>
        <a:bodyPr/>
        <a:lstStyle/>
        <a:p>
          <a:endParaRPr lang="en-US"/>
        </a:p>
      </dgm:t>
    </dgm:pt>
    <dgm:pt modelId="{74E9CC47-8ADA-4230-9FEA-9A9BC81923F3}" type="sibTrans" cxnId="{27FDD6B5-74E9-4050-A73F-C94103C13FDB}">
      <dgm:prSet/>
      <dgm:spPr/>
      <dgm:t>
        <a:bodyPr/>
        <a:lstStyle/>
        <a:p>
          <a:endParaRPr lang="en-US"/>
        </a:p>
      </dgm:t>
    </dgm:pt>
    <dgm:pt modelId="{D8FE50B5-973D-4E7E-8995-074B9EADD00A}">
      <dgm:prSet phldrT="[Text]"/>
      <dgm:spPr/>
      <dgm:t>
        <a:bodyPr/>
        <a:lstStyle/>
        <a:p>
          <a:r>
            <a:rPr lang="en-US" dirty="0"/>
            <a:t>People</a:t>
          </a:r>
        </a:p>
      </dgm:t>
    </dgm:pt>
    <dgm:pt modelId="{C91EDB78-6067-41D0-A31B-38283A7B9B18}" type="parTrans" cxnId="{55D2098A-B3AF-47BC-A864-B42AE96B6F96}">
      <dgm:prSet/>
      <dgm:spPr/>
      <dgm:t>
        <a:bodyPr/>
        <a:lstStyle/>
        <a:p>
          <a:endParaRPr lang="en-US"/>
        </a:p>
      </dgm:t>
    </dgm:pt>
    <dgm:pt modelId="{48D92F1E-9A18-4C8E-9296-4E457C6DC66A}" type="sibTrans" cxnId="{55D2098A-B3AF-47BC-A864-B42AE96B6F96}">
      <dgm:prSet/>
      <dgm:spPr/>
      <dgm:t>
        <a:bodyPr/>
        <a:lstStyle/>
        <a:p>
          <a:endParaRPr lang="en-US"/>
        </a:p>
      </dgm:t>
    </dgm:pt>
    <dgm:pt modelId="{5AD721A4-F36E-49E7-97DB-213544B58396}">
      <dgm:prSet phldrT="[Text]"/>
      <dgm:spPr/>
      <dgm:t>
        <a:bodyPr/>
        <a:lstStyle/>
        <a:p>
          <a:r>
            <a:rPr lang="en-US" dirty="0"/>
            <a:t>Procedures</a:t>
          </a:r>
        </a:p>
      </dgm:t>
    </dgm:pt>
    <dgm:pt modelId="{496EDD7D-C747-4908-82F6-C2F592DDE2F2}" type="parTrans" cxnId="{EF5AAE51-E265-434E-B3FD-103570B29213}">
      <dgm:prSet/>
      <dgm:spPr/>
      <dgm:t>
        <a:bodyPr/>
        <a:lstStyle/>
        <a:p>
          <a:endParaRPr lang="en-US"/>
        </a:p>
      </dgm:t>
    </dgm:pt>
    <dgm:pt modelId="{6B804E15-6BFA-4E0B-80EA-C72CD90A9275}" type="sibTrans" cxnId="{EF5AAE51-E265-434E-B3FD-103570B29213}">
      <dgm:prSet/>
      <dgm:spPr/>
      <dgm:t>
        <a:bodyPr/>
        <a:lstStyle/>
        <a:p>
          <a:endParaRPr lang="en-US"/>
        </a:p>
      </dgm:t>
    </dgm:pt>
    <dgm:pt modelId="{2A94956B-B9A2-4ECE-B440-AEB6249BA254}" type="pres">
      <dgm:prSet presAssocID="{BD3B8AF8-B9EC-4234-96CF-D92111914C28}" presName="diagram" presStyleCnt="0">
        <dgm:presLayoutVars>
          <dgm:dir/>
          <dgm:resizeHandles val="exact"/>
        </dgm:presLayoutVars>
      </dgm:prSet>
      <dgm:spPr/>
    </dgm:pt>
    <dgm:pt modelId="{EA2F0D80-E6CF-48B1-81D0-FBA6BD265C40}" type="pres">
      <dgm:prSet presAssocID="{B5F29D81-C277-4B52-A94E-AECB5E12FF58}" presName="node" presStyleLbl="node1" presStyleIdx="0" presStyleCnt="5">
        <dgm:presLayoutVars>
          <dgm:bulletEnabled val="1"/>
        </dgm:presLayoutVars>
      </dgm:prSet>
      <dgm:spPr/>
    </dgm:pt>
    <dgm:pt modelId="{F90F225B-68F3-4F56-86C0-20B44986C09A}" type="pres">
      <dgm:prSet presAssocID="{E492BBB4-4873-45CB-AAB1-FA8BED2D5E39}" presName="sibTrans" presStyleCnt="0"/>
      <dgm:spPr/>
    </dgm:pt>
    <dgm:pt modelId="{9CF01EC4-C063-4D43-92A1-2AC3C8270EA1}" type="pres">
      <dgm:prSet presAssocID="{003B9D17-453A-4C5D-8595-6757A744E4F3}" presName="node" presStyleLbl="node1" presStyleIdx="1" presStyleCnt="5">
        <dgm:presLayoutVars>
          <dgm:bulletEnabled val="1"/>
        </dgm:presLayoutVars>
      </dgm:prSet>
      <dgm:spPr/>
    </dgm:pt>
    <dgm:pt modelId="{CB4BFEE3-20C1-4A64-8C0A-048A831FDF53}" type="pres">
      <dgm:prSet presAssocID="{82FEE61C-6B13-4B29-9D3E-CFD46999DD9B}" presName="sibTrans" presStyleCnt="0"/>
      <dgm:spPr/>
    </dgm:pt>
    <dgm:pt modelId="{35812BDD-6AB1-4041-A485-2B5A39B0C23E}" type="pres">
      <dgm:prSet presAssocID="{88959941-CFC7-48C2-BE2E-858FC3A391BB}" presName="node" presStyleLbl="node1" presStyleIdx="2" presStyleCnt="5">
        <dgm:presLayoutVars>
          <dgm:bulletEnabled val="1"/>
        </dgm:presLayoutVars>
      </dgm:prSet>
      <dgm:spPr/>
    </dgm:pt>
    <dgm:pt modelId="{527FDC2C-A3CC-4933-A462-9CFB0D50595D}" type="pres">
      <dgm:prSet presAssocID="{74E9CC47-8ADA-4230-9FEA-9A9BC81923F3}" presName="sibTrans" presStyleCnt="0"/>
      <dgm:spPr/>
    </dgm:pt>
    <dgm:pt modelId="{7FE4CA1D-FAFB-4D2D-B302-E03058E30201}" type="pres">
      <dgm:prSet presAssocID="{D8FE50B5-973D-4E7E-8995-074B9EADD00A}" presName="node" presStyleLbl="node1" presStyleIdx="3" presStyleCnt="5">
        <dgm:presLayoutVars>
          <dgm:bulletEnabled val="1"/>
        </dgm:presLayoutVars>
      </dgm:prSet>
      <dgm:spPr/>
    </dgm:pt>
    <dgm:pt modelId="{6C1FC0DE-7E36-4443-8013-1A03F7FE3C43}" type="pres">
      <dgm:prSet presAssocID="{48D92F1E-9A18-4C8E-9296-4E457C6DC66A}" presName="sibTrans" presStyleCnt="0"/>
      <dgm:spPr/>
    </dgm:pt>
    <dgm:pt modelId="{DE72FCE5-1BED-4DF6-BE62-7186356E0CFF}" type="pres">
      <dgm:prSet presAssocID="{5AD721A4-F36E-49E7-97DB-213544B58396}" presName="node" presStyleLbl="node1" presStyleIdx="4" presStyleCnt="5">
        <dgm:presLayoutVars>
          <dgm:bulletEnabled val="1"/>
        </dgm:presLayoutVars>
      </dgm:prSet>
      <dgm:spPr/>
    </dgm:pt>
  </dgm:ptLst>
  <dgm:cxnLst>
    <dgm:cxn modelId="{6B3D4228-3582-4FCE-A17C-A8C2C00E0487}" srcId="{BD3B8AF8-B9EC-4234-96CF-D92111914C28}" destId="{B5F29D81-C277-4B52-A94E-AECB5E12FF58}" srcOrd="0" destOrd="0" parTransId="{057B0E3A-2F8D-47A1-A60F-447909BFBD2B}" sibTransId="{E492BBB4-4873-45CB-AAB1-FA8BED2D5E39}"/>
    <dgm:cxn modelId="{E2A00F33-9362-4E61-8736-B88885C69369}" type="presOf" srcId="{5AD721A4-F36E-49E7-97DB-213544B58396}" destId="{DE72FCE5-1BED-4DF6-BE62-7186356E0CFF}" srcOrd="0" destOrd="0" presId="urn:microsoft.com/office/officeart/2005/8/layout/default#3"/>
    <dgm:cxn modelId="{D73C5237-608D-42C7-BB7B-432607DE5725}" srcId="{BD3B8AF8-B9EC-4234-96CF-D92111914C28}" destId="{003B9D17-453A-4C5D-8595-6757A744E4F3}" srcOrd="1" destOrd="0" parTransId="{162D7910-D472-43EB-9A43-499454819F2B}" sibTransId="{82FEE61C-6B13-4B29-9D3E-CFD46999DD9B}"/>
    <dgm:cxn modelId="{EF5AAE51-E265-434E-B3FD-103570B29213}" srcId="{BD3B8AF8-B9EC-4234-96CF-D92111914C28}" destId="{5AD721A4-F36E-49E7-97DB-213544B58396}" srcOrd="4" destOrd="0" parTransId="{496EDD7D-C747-4908-82F6-C2F592DDE2F2}" sibTransId="{6B804E15-6BFA-4E0B-80EA-C72CD90A9275}"/>
    <dgm:cxn modelId="{55D2098A-B3AF-47BC-A864-B42AE96B6F96}" srcId="{BD3B8AF8-B9EC-4234-96CF-D92111914C28}" destId="{D8FE50B5-973D-4E7E-8995-074B9EADD00A}" srcOrd="3" destOrd="0" parTransId="{C91EDB78-6067-41D0-A31B-38283A7B9B18}" sibTransId="{48D92F1E-9A18-4C8E-9296-4E457C6DC66A}"/>
    <dgm:cxn modelId="{CA0D2896-806D-4B65-A452-7895C2012281}" type="presOf" srcId="{003B9D17-453A-4C5D-8595-6757A744E4F3}" destId="{9CF01EC4-C063-4D43-92A1-2AC3C8270EA1}" srcOrd="0" destOrd="0" presId="urn:microsoft.com/office/officeart/2005/8/layout/default#3"/>
    <dgm:cxn modelId="{27FDD6B5-74E9-4050-A73F-C94103C13FDB}" srcId="{BD3B8AF8-B9EC-4234-96CF-D92111914C28}" destId="{88959941-CFC7-48C2-BE2E-858FC3A391BB}" srcOrd="2" destOrd="0" parTransId="{12D0C311-0096-479A-A4AE-13D984EC31CE}" sibTransId="{74E9CC47-8ADA-4230-9FEA-9A9BC81923F3}"/>
    <dgm:cxn modelId="{55C9B4EC-235B-4765-BFE7-5812E6B4E59A}" type="presOf" srcId="{BD3B8AF8-B9EC-4234-96CF-D92111914C28}" destId="{2A94956B-B9A2-4ECE-B440-AEB6249BA254}" srcOrd="0" destOrd="0" presId="urn:microsoft.com/office/officeart/2005/8/layout/default#3"/>
    <dgm:cxn modelId="{5825E2F3-8681-448F-8C31-C4C893CA6AB4}" type="presOf" srcId="{D8FE50B5-973D-4E7E-8995-074B9EADD00A}" destId="{7FE4CA1D-FAFB-4D2D-B302-E03058E30201}" srcOrd="0" destOrd="0" presId="urn:microsoft.com/office/officeart/2005/8/layout/default#3"/>
    <dgm:cxn modelId="{4BB53EF9-1C0F-4079-A597-EFBAD2378EB1}" type="presOf" srcId="{88959941-CFC7-48C2-BE2E-858FC3A391BB}" destId="{35812BDD-6AB1-4041-A485-2B5A39B0C23E}" srcOrd="0" destOrd="0" presId="urn:microsoft.com/office/officeart/2005/8/layout/default#3"/>
    <dgm:cxn modelId="{7C948BFD-0948-4687-8FCF-E4F782B2AA69}" type="presOf" srcId="{B5F29D81-C277-4B52-A94E-AECB5E12FF58}" destId="{EA2F0D80-E6CF-48B1-81D0-FBA6BD265C40}" srcOrd="0" destOrd="0" presId="urn:microsoft.com/office/officeart/2005/8/layout/default#3"/>
    <dgm:cxn modelId="{93325230-4863-4EE4-B4FB-C601E18EEBA8}" type="presParOf" srcId="{2A94956B-B9A2-4ECE-B440-AEB6249BA254}" destId="{EA2F0D80-E6CF-48B1-81D0-FBA6BD265C40}" srcOrd="0" destOrd="0" presId="urn:microsoft.com/office/officeart/2005/8/layout/default#3"/>
    <dgm:cxn modelId="{9ED69C3D-D5BD-42F7-A462-B5AFBB35403E}" type="presParOf" srcId="{2A94956B-B9A2-4ECE-B440-AEB6249BA254}" destId="{F90F225B-68F3-4F56-86C0-20B44986C09A}" srcOrd="1" destOrd="0" presId="urn:microsoft.com/office/officeart/2005/8/layout/default#3"/>
    <dgm:cxn modelId="{7C8FB449-07D6-4CDC-8C51-56F53CF48F99}" type="presParOf" srcId="{2A94956B-B9A2-4ECE-B440-AEB6249BA254}" destId="{9CF01EC4-C063-4D43-92A1-2AC3C8270EA1}" srcOrd="2" destOrd="0" presId="urn:microsoft.com/office/officeart/2005/8/layout/default#3"/>
    <dgm:cxn modelId="{29E3EC10-B79D-4BBC-9DDC-FC115CA0AAD1}" type="presParOf" srcId="{2A94956B-B9A2-4ECE-B440-AEB6249BA254}" destId="{CB4BFEE3-20C1-4A64-8C0A-048A831FDF53}" srcOrd="3" destOrd="0" presId="urn:microsoft.com/office/officeart/2005/8/layout/default#3"/>
    <dgm:cxn modelId="{64BA7345-7B9E-476F-A50D-18DF52FAFAE3}" type="presParOf" srcId="{2A94956B-B9A2-4ECE-B440-AEB6249BA254}" destId="{35812BDD-6AB1-4041-A485-2B5A39B0C23E}" srcOrd="4" destOrd="0" presId="urn:microsoft.com/office/officeart/2005/8/layout/default#3"/>
    <dgm:cxn modelId="{2C73B7ED-A6A3-47C2-A2E5-F30FCC18509F}" type="presParOf" srcId="{2A94956B-B9A2-4ECE-B440-AEB6249BA254}" destId="{527FDC2C-A3CC-4933-A462-9CFB0D50595D}" srcOrd="5" destOrd="0" presId="urn:microsoft.com/office/officeart/2005/8/layout/default#3"/>
    <dgm:cxn modelId="{D650726B-3E0A-4A6F-86E4-ED339A8AA5E2}" type="presParOf" srcId="{2A94956B-B9A2-4ECE-B440-AEB6249BA254}" destId="{7FE4CA1D-FAFB-4D2D-B302-E03058E30201}" srcOrd="6" destOrd="0" presId="urn:microsoft.com/office/officeart/2005/8/layout/default#3"/>
    <dgm:cxn modelId="{5D56E175-F604-4FD6-A304-6DCBED3DA215}" type="presParOf" srcId="{2A94956B-B9A2-4ECE-B440-AEB6249BA254}" destId="{6C1FC0DE-7E36-4443-8013-1A03F7FE3C43}" srcOrd="7" destOrd="0" presId="urn:microsoft.com/office/officeart/2005/8/layout/default#3"/>
    <dgm:cxn modelId="{79AABD19-3000-44AC-9640-68B694D54937}" type="presParOf" srcId="{2A94956B-B9A2-4ECE-B440-AEB6249BA254}" destId="{DE72FCE5-1BED-4DF6-BE62-7186356E0CFF}" srcOrd="8" destOrd="0" presId="urn:microsoft.com/office/officeart/2005/8/layout/default#3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DA4E649-D572-4979-8F69-E830E52B420C}">
      <dsp:nvSpPr>
        <dsp:cNvPr id="0" name=""/>
        <dsp:cNvSpPr/>
      </dsp:nvSpPr>
      <dsp:spPr>
        <a:xfrm>
          <a:off x="4738" y="217057"/>
          <a:ext cx="1635082" cy="1126572"/>
        </a:xfrm>
        <a:prstGeom prst="roundRect">
          <a:avLst/>
        </a:prstGeom>
        <a:blipFill rotWithShape="0">
          <a:blip xmlns:r="http://schemas.openxmlformats.org/officeDocument/2006/relationships" r:embed="rId1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61BC33D1-27D0-48FD-9C27-C9590BA1F30D}">
      <dsp:nvSpPr>
        <dsp:cNvPr id="0" name=""/>
        <dsp:cNvSpPr/>
      </dsp:nvSpPr>
      <dsp:spPr>
        <a:xfrm>
          <a:off x="4738" y="1343630"/>
          <a:ext cx="1635082" cy="6066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99568" rIns="99568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/>
            <a:t>Communicate</a:t>
          </a:r>
        </a:p>
      </dsp:txBody>
      <dsp:txXfrm>
        <a:off x="4738" y="1343630"/>
        <a:ext cx="1635082" cy="606615"/>
      </dsp:txXfrm>
    </dsp:sp>
    <dsp:sp modelId="{71BD5804-B2F2-47D8-BF05-D5E9572329C9}">
      <dsp:nvSpPr>
        <dsp:cNvPr id="0" name=""/>
        <dsp:cNvSpPr/>
      </dsp:nvSpPr>
      <dsp:spPr>
        <a:xfrm>
          <a:off x="1803398" y="217057"/>
          <a:ext cx="1635082" cy="1126572"/>
        </a:xfrm>
        <a:prstGeom prst="roundRect">
          <a:avLst/>
        </a:prstGeom>
        <a:blipFill rotWithShape="0">
          <a:blip xmlns:r="http://schemas.openxmlformats.org/officeDocument/2006/relationships"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2993550F-CC8E-403E-B2A1-C274BB229D8C}">
      <dsp:nvSpPr>
        <dsp:cNvPr id="0" name=""/>
        <dsp:cNvSpPr/>
      </dsp:nvSpPr>
      <dsp:spPr>
        <a:xfrm>
          <a:off x="1803398" y="1343630"/>
          <a:ext cx="1635082" cy="6066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99568" rIns="99568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/>
            <a:t>Research and Access Information</a:t>
          </a:r>
        </a:p>
      </dsp:txBody>
      <dsp:txXfrm>
        <a:off x="1803398" y="1343630"/>
        <a:ext cx="1635082" cy="606615"/>
      </dsp:txXfrm>
    </dsp:sp>
    <dsp:sp modelId="{E614B7F4-17FE-47B5-B723-A9DE0598DBF5}">
      <dsp:nvSpPr>
        <dsp:cNvPr id="0" name=""/>
        <dsp:cNvSpPr/>
      </dsp:nvSpPr>
      <dsp:spPr>
        <a:xfrm>
          <a:off x="3602058" y="217057"/>
          <a:ext cx="1635082" cy="1126572"/>
        </a:xfrm>
        <a:prstGeom prst="roundRect">
          <a:avLst/>
        </a:prstGeom>
        <a:blipFill rotWithShape="0">
          <a:blip xmlns:r="http://schemas.openxmlformats.org/officeDocument/2006/relationships"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B75AA44D-C5E1-494A-BBBD-D834D0D19EAB}">
      <dsp:nvSpPr>
        <dsp:cNvPr id="0" name=""/>
        <dsp:cNvSpPr/>
      </dsp:nvSpPr>
      <dsp:spPr>
        <a:xfrm>
          <a:off x="3602058" y="1343630"/>
          <a:ext cx="1635082" cy="6066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99568" rIns="99568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/>
            <a:t>Shop</a:t>
          </a:r>
        </a:p>
      </dsp:txBody>
      <dsp:txXfrm>
        <a:off x="3602058" y="1343630"/>
        <a:ext cx="1635082" cy="606615"/>
      </dsp:txXfrm>
    </dsp:sp>
    <dsp:sp modelId="{48099BB8-5E5C-47D8-8C02-59925711D23B}">
      <dsp:nvSpPr>
        <dsp:cNvPr id="0" name=""/>
        <dsp:cNvSpPr/>
      </dsp:nvSpPr>
      <dsp:spPr>
        <a:xfrm>
          <a:off x="5400718" y="217057"/>
          <a:ext cx="1635082" cy="1126572"/>
        </a:xfrm>
        <a:prstGeom prst="roundRect">
          <a:avLst/>
        </a:prstGeom>
        <a:blipFill rotWithShape="0">
          <a:blip xmlns:r="http://schemas.openxmlformats.org/officeDocument/2006/relationships"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70581634-D159-4BA9-8BC4-BD6E728FBB0E}">
      <dsp:nvSpPr>
        <dsp:cNvPr id="0" name=""/>
        <dsp:cNvSpPr/>
      </dsp:nvSpPr>
      <dsp:spPr>
        <a:xfrm>
          <a:off x="5400718" y="1343630"/>
          <a:ext cx="1635082" cy="6066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99568" rIns="99568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/>
            <a:t>Bank and Invest</a:t>
          </a:r>
        </a:p>
      </dsp:txBody>
      <dsp:txXfrm>
        <a:off x="5400718" y="1343630"/>
        <a:ext cx="1635082" cy="606615"/>
      </dsp:txXfrm>
    </dsp:sp>
    <dsp:sp modelId="{BA0F0D01-D7B3-4AD3-BDEE-B30DB5F56DB1}">
      <dsp:nvSpPr>
        <dsp:cNvPr id="0" name=""/>
        <dsp:cNvSpPr/>
      </dsp:nvSpPr>
      <dsp:spPr>
        <a:xfrm>
          <a:off x="7199378" y="217057"/>
          <a:ext cx="1635082" cy="1126572"/>
        </a:xfrm>
        <a:prstGeom prst="roundRect">
          <a:avLst/>
        </a:prstGeom>
        <a:blipFill rotWithShape="0">
          <a:blip xmlns:r="http://schemas.openxmlformats.org/officeDocument/2006/relationships"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FC4D63DB-FFE6-45DF-AD26-2A0C8B6478BC}">
      <dsp:nvSpPr>
        <dsp:cNvPr id="0" name=""/>
        <dsp:cNvSpPr/>
      </dsp:nvSpPr>
      <dsp:spPr>
        <a:xfrm>
          <a:off x="7199378" y="1343630"/>
          <a:ext cx="1635082" cy="6066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99568" rIns="99568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/>
            <a:t>Online Trading</a:t>
          </a:r>
        </a:p>
      </dsp:txBody>
      <dsp:txXfrm>
        <a:off x="7199378" y="1343630"/>
        <a:ext cx="1635082" cy="606615"/>
      </dsp:txXfrm>
    </dsp:sp>
    <dsp:sp modelId="{CA53EDF1-BA78-4B10-B3B5-53EA57B0736F}">
      <dsp:nvSpPr>
        <dsp:cNvPr id="0" name=""/>
        <dsp:cNvSpPr/>
      </dsp:nvSpPr>
      <dsp:spPr>
        <a:xfrm>
          <a:off x="904068" y="2113754"/>
          <a:ext cx="1635082" cy="1126572"/>
        </a:xfrm>
        <a:prstGeom prst="roundRect">
          <a:avLst/>
        </a:prstGeom>
        <a:blipFill rotWithShape="0">
          <a:blip xmlns:r="http://schemas.openxmlformats.org/officeDocument/2006/relationships"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69C12981-5895-4C70-8331-3C9615126E39}">
      <dsp:nvSpPr>
        <dsp:cNvPr id="0" name=""/>
        <dsp:cNvSpPr/>
      </dsp:nvSpPr>
      <dsp:spPr>
        <a:xfrm>
          <a:off x="904068" y="3240326"/>
          <a:ext cx="1635082" cy="6066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99568" rIns="99568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/>
            <a:t>Entertainment</a:t>
          </a:r>
        </a:p>
      </dsp:txBody>
      <dsp:txXfrm>
        <a:off x="904068" y="3240326"/>
        <a:ext cx="1635082" cy="606615"/>
      </dsp:txXfrm>
    </dsp:sp>
    <dsp:sp modelId="{50C7EB7E-0B00-42E1-8E16-D22AB8B4A3A0}">
      <dsp:nvSpPr>
        <dsp:cNvPr id="0" name=""/>
        <dsp:cNvSpPr/>
      </dsp:nvSpPr>
      <dsp:spPr>
        <a:xfrm>
          <a:off x="2702728" y="2113754"/>
          <a:ext cx="1635082" cy="1126572"/>
        </a:xfrm>
        <a:prstGeom prst="roundRect">
          <a:avLst/>
        </a:prstGeom>
        <a:blipFill rotWithShape="0">
          <a:blip xmlns:r="http://schemas.openxmlformats.org/officeDocument/2006/relationships"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94C0FE31-FBCF-46D1-B921-F2E8921C9602}">
      <dsp:nvSpPr>
        <dsp:cNvPr id="0" name=""/>
        <dsp:cNvSpPr/>
      </dsp:nvSpPr>
      <dsp:spPr>
        <a:xfrm>
          <a:off x="2702728" y="3240326"/>
          <a:ext cx="1635082" cy="6066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99568" rIns="99568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/>
            <a:t>Download Videos</a:t>
          </a:r>
        </a:p>
      </dsp:txBody>
      <dsp:txXfrm>
        <a:off x="2702728" y="3240326"/>
        <a:ext cx="1635082" cy="606615"/>
      </dsp:txXfrm>
    </dsp:sp>
    <dsp:sp modelId="{B860E52A-51EA-4087-A995-B878681A38EF}">
      <dsp:nvSpPr>
        <dsp:cNvPr id="0" name=""/>
        <dsp:cNvSpPr/>
      </dsp:nvSpPr>
      <dsp:spPr>
        <a:xfrm>
          <a:off x="4501388" y="2113754"/>
          <a:ext cx="1635082" cy="1126572"/>
        </a:xfrm>
        <a:prstGeom prst="roundRect">
          <a:avLst/>
        </a:prstGeom>
        <a:blipFill rotWithShape="0">
          <a:blip xmlns:r="http://schemas.openxmlformats.org/officeDocument/2006/relationships"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59546009-9ABC-4C1E-9CD1-F59A2D249441}">
      <dsp:nvSpPr>
        <dsp:cNvPr id="0" name=""/>
        <dsp:cNvSpPr/>
      </dsp:nvSpPr>
      <dsp:spPr>
        <a:xfrm>
          <a:off x="4501388" y="3240326"/>
          <a:ext cx="1635082" cy="6066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99568" rIns="99568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/>
            <a:t>Share Information</a:t>
          </a:r>
        </a:p>
      </dsp:txBody>
      <dsp:txXfrm>
        <a:off x="4501388" y="3240326"/>
        <a:ext cx="1635082" cy="606615"/>
      </dsp:txXfrm>
    </dsp:sp>
    <dsp:sp modelId="{77A3A8C4-36C8-4EF5-A5C9-EAA61FA10EFD}">
      <dsp:nvSpPr>
        <dsp:cNvPr id="0" name=""/>
        <dsp:cNvSpPr/>
      </dsp:nvSpPr>
      <dsp:spPr>
        <a:xfrm>
          <a:off x="6300048" y="2113754"/>
          <a:ext cx="1635082" cy="1126572"/>
        </a:xfrm>
        <a:prstGeom prst="roundRect">
          <a:avLst/>
        </a:prstGeom>
        <a:blipFill rotWithShape="0">
          <a:blip xmlns:r="http://schemas.openxmlformats.org/officeDocument/2006/relationships" r:embed="rId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430BBB14-1086-4D17-91FA-B439A0CF7B35}">
      <dsp:nvSpPr>
        <dsp:cNvPr id="0" name=""/>
        <dsp:cNvSpPr/>
      </dsp:nvSpPr>
      <dsp:spPr>
        <a:xfrm>
          <a:off x="6300048" y="3240326"/>
          <a:ext cx="1635082" cy="6066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99568" rIns="99568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/>
            <a:t>Web Application</a:t>
          </a:r>
        </a:p>
      </dsp:txBody>
      <dsp:txXfrm>
        <a:off x="6300048" y="3240326"/>
        <a:ext cx="1635082" cy="60661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A2F0D80-E6CF-48B1-81D0-FBA6BD265C40}">
      <dsp:nvSpPr>
        <dsp:cNvPr id="0" name=""/>
        <dsp:cNvSpPr/>
      </dsp:nvSpPr>
      <dsp:spPr>
        <a:xfrm>
          <a:off x="0" y="300037"/>
          <a:ext cx="2762250" cy="1657349"/>
        </a:xfrm>
        <a:prstGeom prst="rect">
          <a:avLst/>
        </a:prstGeom>
        <a:gradFill rotWithShape="0">
          <a:gsLst>
            <a:gs pos="0">
              <a:schemeClr val="accent4">
                <a:shade val="5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4">
                <a:shade val="5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4">
                <a:shade val="5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60020" tIns="160020" rIns="160020" bIns="160020" numCol="1" spcCol="1270" anchor="ctr" anchorCtr="0">
          <a:noAutofit/>
        </a:bodyPr>
        <a:lstStyle/>
        <a:p>
          <a:pPr marL="0" lvl="0" indent="0" algn="ctr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kern="1200" dirty="0"/>
            <a:t>Hardware</a:t>
          </a:r>
        </a:p>
      </dsp:txBody>
      <dsp:txXfrm>
        <a:off x="0" y="300037"/>
        <a:ext cx="2762250" cy="1657349"/>
      </dsp:txXfrm>
    </dsp:sp>
    <dsp:sp modelId="{9CF01EC4-C063-4D43-92A1-2AC3C8270EA1}">
      <dsp:nvSpPr>
        <dsp:cNvPr id="0" name=""/>
        <dsp:cNvSpPr/>
      </dsp:nvSpPr>
      <dsp:spPr>
        <a:xfrm>
          <a:off x="3038474" y="300037"/>
          <a:ext cx="2762250" cy="1657349"/>
        </a:xfrm>
        <a:prstGeom prst="rect">
          <a:avLst/>
        </a:prstGeom>
        <a:gradFill rotWithShape="0">
          <a:gsLst>
            <a:gs pos="0">
              <a:schemeClr val="accent4">
                <a:shade val="50000"/>
                <a:hueOff val="-83774"/>
                <a:satOff val="-2535"/>
                <a:lumOff val="16645"/>
                <a:alphaOff val="0"/>
                <a:shade val="51000"/>
                <a:satMod val="130000"/>
              </a:schemeClr>
            </a:gs>
            <a:gs pos="80000">
              <a:schemeClr val="accent4">
                <a:shade val="50000"/>
                <a:hueOff val="-83774"/>
                <a:satOff val="-2535"/>
                <a:lumOff val="16645"/>
                <a:alphaOff val="0"/>
                <a:shade val="93000"/>
                <a:satMod val="130000"/>
              </a:schemeClr>
            </a:gs>
            <a:gs pos="100000">
              <a:schemeClr val="accent4">
                <a:shade val="50000"/>
                <a:hueOff val="-83774"/>
                <a:satOff val="-2535"/>
                <a:lumOff val="16645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60020" tIns="160020" rIns="160020" bIns="160020" numCol="1" spcCol="1270" anchor="ctr" anchorCtr="0">
          <a:noAutofit/>
        </a:bodyPr>
        <a:lstStyle/>
        <a:p>
          <a:pPr marL="0" lvl="0" indent="0" algn="ctr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kern="1200" dirty="0"/>
            <a:t>Software</a:t>
          </a:r>
        </a:p>
      </dsp:txBody>
      <dsp:txXfrm>
        <a:off x="3038474" y="300037"/>
        <a:ext cx="2762250" cy="1657349"/>
      </dsp:txXfrm>
    </dsp:sp>
    <dsp:sp modelId="{35812BDD-6AB1-4041-A485-2B5A39B0C23E}">
      <dsp:nvSpPr>
        <dsp:cNvPr id="0" name=""/>
        <dsp:cNvSpPr/>
      </dsp:nvSpPr>
      <dsp:spPr>
        <a:xfrm>
          <a:off x="6076950" y="300037"/>
          <a:ext cx="2762250" cy="1657349"/>
        </a:xfrm>
        <a:prstGeom prst="rect">
          <a:avLst/>
        </a:prstGeom>
        <a:gradFill rotWithShape="0">
          <a:gsLst>
            <a:gs pos="0">
              <a:schemeClr val="accent4">
                <a:shade val="50000"/>
                <a:hueOff val="-167547"/>
                <a:satOff val="-5070"/>
                <a:lumOff val="33290"/>
                <a:alphaOff val="0"/>
                <a:shade val="51000"/>
                <a:satMod val="130000"/>
              </a:schemeClr>
            </a:gs>
            <a:gs pos="80000">
              <a:schemeClr val="accent4">
                <a:shade val="50000"/>
                <a:hueOff val="-167547"/>
                <a:satOff val="-5070"/>
                <a:lumOff val="33290"/>
                <a:alphaOff val="0"/>
                <a:shade val="93000"/>
                <a:satMod val="130000"/>
              </a:schemeClr>
            </a:gs>
            <a:gs pos="100000">
              <a:schemeClr val="accent4">
                <a:shade val="50000"/>
                <a:hueOff val="-167547"/>
                <a:satOff val="-5070"/>
                <a:lumOff val="3329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60020" tIns="160020" rIns="160020" bIns="160020" numCol="1" spcCol="1270" anchor="ctr" anchorCtr="0">
          <a:noAutofit/>
        </a:bodyPr>
        <a:lstStyle/>
        <a:p>
          <a:pPr marL="0" lvl="0" indent="0" algn="ctr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kern="1200" dirty="0"/>
            <a:t>Data</a:t>
          </a:r>
        </a:p>
      </dsp:txBody>
      <dsp:txXfrm>
        <a:off x="6076950" y="300037"/>
        <a:ext cx="2762250" cy="1657349"/>
      </dsp:txXfrm>
    </dsp:sp>
    <dsp:sp modelId="{7FE4CA1D-FAFB-4D2D-B302-E03058E30201}">
      <dsp:nvSpPr>
        <dsp:cNvPr id="0" name=""/>
        <dsp:cNvSpPr/>
      </dsp:nvSpPr>
      <dsp:spPr>
        <a:xfrm>
          <a:off x="1519237" y="2233612"/>
          <a:ext cx="2762250" cy="1657349"/>
        </a:xfrm>
        <a:prstGeom prst="rect">
          <a:avLst/>
        </a:prstGeom>
        <a:gradFill rotWithShape="0">
          <a:gsLst>
            <a:gs pos="0">
              <a:schemeClr val="accent4">
                <a:shade val="50000"/>
                <a:hueOff val="-167547"/>
                <a:satOff val="-5070"/>
                <a:lumOff val="33290"/>
                <a:alphaOff val="0"/>
                <a:shade val="51000"/>
                <a:satMod val="130000"/>
              </a:schemeClr>
            </a:gs>
            <a:gs pos="80000">
              <a:schemeClr val="accent4">
                <a:shade val="50000"/>
                <a:hueOff val="-167547"/>
                <a:satOff val="-5070"/>
                <a:lumOff val="33290"/>
                <a:alphaOff val="0"/>
                <a:shade val="93000"/>
                <a:satMod val="130000"/>
              </a:schemeClr>
            </a:gs>
            <a:gs pos="100000">
              <a:schemeClr val="accent4">
                <a:shade val="50000"/>
                <a:hueOff val="-167547"/>
                <a:satOff val="-5070"/>
                <a:lumOff val="3329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60020" tIns="160020" rIns="160020" bIns="160020" numCol="1" spcCol="1270" anchor="ctr" anchorCtr="0">
          <a:noAutofit/>
        </a:bodyPr>
        <a:lstStyle/>
        <a:p>
          <a:pPr marL="0" lvl="0" indent="0" algn="ctr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kern="1200" dirty="0"/>
            <a:t>People</a:t>
          </a:r>
        </a:p>
      </dsp:txBody>
      <dsp:txXfrm>
        <a:off x="1519237" y="2233612"/>
        <a:ext cx="2762250" cy="1657349"/>
      </dsp:txXfrm>
    </dsp:sp>
    <dsp:sp modelId="{DE72FCE5-1BED-4DF6-BE62-7186356E0CFF}">
      <dsp:nvSpPr>
        <dsp:cNvPr id="0" name=""/>
        <dsp:cNvSpPr/>
      </dsp:nvSpPr>
      <dsp:spPr>
        <a:xfrm>
          <a:off x="4557712" y="2233612"/>
          <a:ext cx="2762250" cy="1657349"/>
        </a:xfrm>
        <a:prstGeom prst="rect">
          <a:avLst/>
        </a:prstGeom>
        <a:gradFill rotWithShape="0">
          <a:gsLst>
            <a:gs pos="0">
              <a:schemeClr val="accent4">
                <a:shade val="50000"/>
                <a:hueOff val="-83774"/>
                <a:satOff val="-2535"/>
                <a:lumOff val="16645"/>
                <a:alphaOff val="0"/>
                <a:shade val="51000"/>
                <a:satMod val="130000"/>
              </a:schemeClr>
            </a:gs>
            <a:gs pos="80000">
              <a:schemeClr val="accent4">
                <a:shade val="50000"/>
                <a:hueOff val="-83774"/>
                <a:satOff val="-2535"/>
                <a:lumOff val="16645"/>
                <a:alphaOff val="0"/>
                <a:shade val="93000"/>
                <a:satMod val="130000"/>
              </a:schemeClr>
            </a:gs>
            <a:gs pos="100000">
              <a:schemeClr val="accent4">
                <a:shade val="50000"/>
                <a:hueOff val="-83774"/>
                <a:satOff val="-2535"/>
                <a:lumOff val="16645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60020" tIns="160020" rIns="160020" bIns="160020" numCol="1" spcCol="1270" anchor="ctr" anchorCtr="0">
          <a:noAutofit/>
        </a:bodyPr>
        <a:lstStyle/>
        <a:p>
          <a:pPr marL="0" lvl="0" indent="0" algn="ctr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kern="1200" dirty="0"/>
            <a:t>Procedures</a:t>
          </a:r>
        </a:p>
      </dsp:txBody>
      <dsp:txXfrm>
        <a:off x="4557712" y="2233612"/>
        <a:ext cx="2762250" cy="165734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List1#1">
  <dgm:title val=""/>
  <dgm:desc val=""/>
  <dgm:catLst>
    <dgm:cat type="list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 useDef="1">
    <dgm:dataModel>
      <dgm:ptLst/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3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w" for="ch" ptType="sibTrans" refType="w" refFor="ch" refForName="compNode" op="equ" fact="0.1"/>
      <dgm:constr type="sp" refType="w" refFor="ch" refForName="compNode" op="equ" fact="0.1"/>
      <dgm:constr type="primFontSz" for="des" ptType="node" op="equ" val="65"/>
    </dgm:constrLst>
    <dgm:ruleLst/>
    <dgm:forEach name="Name4" axis="ch" ptType="node">
      <dgm:layoutNode name="compNode">
        <dgm:alg type="composite">
          <dgm:param type="ar" val="0.943"/>
        </dgm:alg>
        <dgm:shape xmlns:r="http://schemas.openxmlformats.org/officeDocument/2006/relationships" r:blip="">
          <dgm:adjLst/>
        </dgm:shape>
        <dgm:presOf axis="self"/>
        <dgm:constrLst>
          <dgm:constr type="h" refType="w" fact="1.06"/>
          <dgm:constr type="h" for="ch" forName="pictRect" refType="h" fact="0.65"/>
          <dgm:constr type="w" for="ch" forName="pictRect" refType="w"/>
          <dgm:constr type="l" for="ch" forName="pictRect"/>
          <dgm:constr type="t" for="ch" forName="pictRect"/>
          <dgm:constr type="w" for="ch" forName="textRect" refType="w"/>
          <dgm:constr type="h" for="ch" forName="textRect" refType="h" fact="0.35"/>
          <dgm:constr type="l" for="ch" forName="textRect"/>
          <dgm:constr type="t" for="ch" forName="textRect" refType="b" refFor="ch" refForName="pictRect"/>
        </dgm:constrLst>
        <dgm:ruleLst/>
        <dgm:layoutNode name="pictRect">
          <dgm:alg type="sp"/>
          <dgm:shape xmlns:r="http://schemas.openxmlformats.org/officeDocument/2006/relationships" type="roundRect" r:blip="" blipPhldr="1">
            <dgm:adjLst/>
          </dgm:shape>
          <dgm:presOf/>
          <dgm:constrLst/>
          <dgm:ruleLst/>
        </dgm:layoutNode>
        <dgm:layoutNode name="textRect" styleLbl="revTx">
          <dgm:varLst>
            <dgm:bulletEnabled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bMarg"/>
          </dgm:constrLst>
          <dgm:ruleLst>
            <dgm:rule type="primFontSz" val="5" fact="NaN" max="NaN"/>
          </dgm:ruleLst>
        </dgm:layoutNode>
      </dgm:layoutNode>
      <dgm:forEach name="Name5" axis="followSib" ptType="sibTrans" cnt="1">
        <dgm:layoutNode name="sibTrans">
          <dgm:alg type="sp"/>
          <dgm:shape xmlns:r="http://schemas.openxmlformats.org/officeDocument/2006/relationships" type="rect" r:blip="" hideGeom="1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#3">
  <dgm:title val=""/>
  <dgm:desc val=""/>
  <dgm:catLst>
    <dgm:cat type="list" pri="1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91ACEF-6E31-49EA-9B4B-336BC171E6AE}" type="datetimeFigureOut">
              <a:rPr lang="en-US" smtClean="0"/>
              <a:pPr/>
              <a:t>5/23/2018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C881F64-38B6-442F-BAD6-2D03BCFD5B1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39949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D78FC6-CE17-4259-A63C-DDFC12E048FC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26195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Process</a:t>
            </a:r>
            <a:r>
              <a:rPr lang="en-US" baseline="0" dirty="0"/>
              <a:t> is not linear – iterative at any point. E.g. can go back to users at any time to seek feedback</a:t>
            </a:r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ED0C42-33FC-40B5-B40B-96B7B33FF4A7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48738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SG" dirty="0"/>
              <a:t>Minus MC hours, Grace period (10Min in </a:t>
            </a:r>
            <a:r>
              <a:rPr lang="en-SG" dirty="0" err="1"/>
              <a:t>timeable</a:t>
            </a:r>
            <a:r>
              <a:rPr lang="en-SG" dirty="0"/>
              <a:t>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557223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320710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474742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940714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Conclusion to course,</a:t>
            </a:r>
            <a:r>
              <a:rPr lang="en-US" baseline="0" dirty="0"/>
              <a:t> lecture, et al.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D78FC6-CE17-4259-A63C-DDFC12E048FC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27989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8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9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0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 txBox="1">
            <a:spLocks/>
          </p:cNvSpPr>
          <p:nvPr userDrawn="1"/>
        </p:nvSpPr>
        <p:spPr>
          <a:xfrm>
            <a:off x="1219200" y="5486400"/>
            <a:ext cx="3581400" cy="685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l">
              <a:defRPr sz="4800">
                <a:latin typeface="Arial Black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j-ea"/>
                <a:cs typeface="+mj-cs"/>
              </a:rPr>
              <a:t>Your Interactive Guide to the Digital World</a:t>
            </a:r>
          </a:p>
        </p:txBody>
      </p:sp>
      <p:sp>
        <p:nvSpPr>
          <p:cNvPr id="10" name="Rectangle 9"/>
          <p:cNvSpPr/>
          <p:nvPr userDrawn="1"/>
        </p:nvSpPr>
        <p:spPr>
          <a:xfrm>
            <a:off x="0" y="4267200"/>
            <a:ext cx="487680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dirty="0">
                <a:latin typeface="Arial Black" pitchFamily="34" charset="0"/>
              </a:rPr>
              <a:t>Discovering </a:t>
            </a:r>
            <a:br>
              <a:rPr lang="en-US" sz="3200" dirty="0">
                <a:latin typeface="Arial Black" pitchFamily="34" charset="0"/>
              </a:rPr>
            </a:br>
            <a:r>
              <a:rPr lang="en-US" sz="3200" dirty="0">
                <a:latin typeface="Arial Black" pitchFamily="34" charset="0"/>
              </a:rPr>
              <a:t>	Computers</a:t>
            </a:r>
          </a:p>
        </p:txBody>
      </p:sp>
      <p:pic>
        <p:nvPicPr>
          <p:cNvPr id="1028" name="Picture 4"/>
          <p:cNvPicPr>
            <a:picLocks noChangeAspect="1" noChangeArrowheads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186606" y="3276600"/>
            <a:ext cx="3957394" cy="3581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custDataLst>
      <p:tags r:id="rId1"/>
    </p:custDataLst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600200"/>
            <a:ext cx="8839200" cy="464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</p:spPr>
        <p:txBody>
          <a:bodyPr/>
          <a:lstStyle/>
          <a:p>
            <a:fld id="{E1920792-1FFE-4123-96E7-9B6DC9FF0B0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152400" y="6400800"/>
            <a:ext cx="1676400" cy="457200"/>
          </a:xfrm>
        </p:spPr>
        <p:txBody>
          <a:bodyPr>
            <a:normAutofit/>
          </a:bodyPr>
          <a:lstStyle>
            <a:lvl1pPr>
              <a:buNone/>
              <a:defRPr sz="1200"/>
            </a:lvl1pPr>
          </a:lstStyle>
          <a:p>
            <a:pPr lvl="0"/>
            <a:r>
              <a:rPr lang="en-US" dirty="0"/>
              <a:t>Page</a:t>
            </a:r>
          </a:p>
          <a:p>
            <a:pPr lvl="0"/>
            <a:r>
              <a:rPr lang="en-US" dirty="0"/>
              <a:t>2017 S1 </a:t>
            </a:r>
          </a:p>
        </p:txBody>
      </p:sp>
    </p:spTree>
    <p:custDataLst>
      <p:tags r:id="rId1"/>
    </p:custDataLst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</p:spPr>
        <p:txBody>
          <a:bodyPr/>
          <a:lstStyle/>
          <a:p>
            <a:fld id="{E1920792-1FFE-4123-96E7-9B6DC9FF0B0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</p:spPr>
        <p:txBody>
          <a:bodyPr/>
          <a:lstStyle/>
          <a:p>
            <a:fld id="{E1920792-1FFE-4123-96E7-9B6DC9FF0B0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152400" y="6400800"/>
            <a:ext cx="1676400" cy="304800"/>
          </a:xfrm>
        </p:spPr>
        <p:txBody>
          <a:bodyPr>
            <a:normAutofit/>
          </a:bodyPr>
          <a:lstStyle>
            <a:lvl1pPr>
              <a:buNone/>
              <a:defRPr sz="1200"/>
            </a:lvl1pPr>
          </a:lstStyle>
          <a:p>
            <a:pPr lvl="0"/>
            <a:r>
              <a:rPr lang="en-US" dirty="0"/>
              <a:t>Page </a:t>
            </a:r>
          </a:p>
        </p:txBody>
      </p:sp>
    </p:spTree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</p:spPr>
        <p:txBody>
          <a:bodyPr/>
          <a:lstStyle/>
          <a:p>
            <a:fld id="{E1920792-1FFE-4123-96E7-9B6DC9FF0B0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152400" y="6400800"/>
            <a:ext cx="1676400" cy="304800"/>
          </a:xfrm>
        </p:spPr>
        <p:txBody>
          <a:bodyPr>
            <a:normAutofit/>
          </a:bodyPr>
          <a:lstStyle>
            <a:lvl1pPr>
              <a:buNone/>
              <a:defRPr sz="1200"/>
            </a:lvl1pPr>
          </a:lstStyle>
          <a:p>
            <a:pPr lvl="0"/>
            <a:r>
              <a:rPr lang="en-US" dirty="0"/>
              <a:t>Page </a:t>
            </a:r>
          </a:p>
        </p:txBody>
      </p:sp>
    </p:spTree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</p:spPr>
        <p:txBody>
          <a:bodyPr/>
          <a:lstStyle/>
          <a:p>
            <a:fld id="{E1920792-1FFE-4123-96E7-9B6DC9FF0B06}" type="slidenum">
              <a:rPr lang="en-US" smtClean="0"/>
              <a:pPr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</p:spPr>
        <p:txBody>
          <a:bodyPr/>
          <a:lstStyle/>
          <a:p>
            <a:fld id="{E1920792-1FFE-4123-96E7-9B6DC9FF0B06}" type="slidenum">
              <a:rPr lang="en-US" smtClean="0"/>
              <a:pPr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</p:spPr>
        <p:txBody>
          <a:bodyPr/>
          <a:lstStyle/>
          <a:p>
            <a:fld id="{E1920792-1FFE-4123-96E7-9B6DC9FF0B0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</p:spPr>
        <p:txBody>
          <a:bodyPr/>
          <a:lstStyle/>
          <a:p>
            <a:fld id="{E1920792-1FFE-4123-96E7-9B6DC9FF0B0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Discovering Computers 2012: Chapter 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</p:spPr>
        <p:txBody>
          <a:bodyPr/>
          <a:lstStyle/>
          <a:p>
            <a:fld id="{E1920792-1FFE-4123-96E7-9B6DC9FF0B0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Discovering Computers 2012: Chapter 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</p:spPr>
        <p:txBody>
          <a:bodyPr/>
          <a:lstStyle/>
          <a:p>
            <a:fld id="{E1920792-1FFE-4123-96E7-9B6DC9FF0B0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/>
          <a:lstStyle/>
          <a:p>
            <a:fld id="{B7129108-AC8D-4212-9283-60D9E99BF07A}" type="datetime8">
              <a:rPr lang="en-US" smtClean="0"/>
              <a:pPr/>
              <a:t>5/23/2018 9:40 PM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5978" y="6370637"/>
            <a:ext cx="4724400" cy="365125"/>
          </a:xfrm>
        </p:spPr>
        <p:txBody>
          <a:bodyPr/>
          <a:lstStyle/>
          <a:p>
            <a:r>
              <a:rPr lang="en-US" dirty="0"/>
              <a:t>2017 S1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1AD93096-5B34-4342-9326-69289CEAE4C2}" type="slidenum">
              <a:rPr lang="en-US" smtClean="0"/>
              <a:pPr/>
              <a:t>‹#›</a:t>
            </a:fld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495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94405075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1_Title Slide">
    <p:bg>
      <p:bgPr>
        <a:blipFill dpi="0" rotWithShape="1">
          <a:blip r:embed="rId3" cstate="email">
            <a:lum bright="42000" contrast="-68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 b="1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white">
          <a:xfrm>
            <a:off x="0" y="5971032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-9144" y="6053328"/>
            <a:ext cx="2249424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2359152" y="6044184"/>
            <a:ext cx="6784848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362200" y="4038600"/>
            <a:ext cx="6477000" cy="1828800"/>
          </a:xfrm>
        </p:spPr>
        <p:txBody>
          <a:bodyPr anchor="b"/>
          <a:lstStyle>
            <a:lvl1pPr>
              <a:defRPr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362200" y="6050037"/>
            <a:ext cx="6705600" cy="685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6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76200" y="6068699"/>
            <a:ext cx="2057400" cy="685800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2000">
                <a:solidFill>
                  <a:srgbClr val="FFFFFF"/>
                </a:solidFill>
              </a:defRPr>
            </a:lvl1pPr>
          </a:lstStyle>
          <a:p>
            <a:pPr algn="ctr"/>
            <a:fld id="{743653DA-8BF4-4869-96FE-9BCF43372D46}" type="datetime8">
              <a:rPr lang="en-US" smtClean="0"/>
              <a:pPr algn="ctr"/>
              <a:t>5/23/2018 9:40 PM</a:t>
            </a:fld>
            <a:endParaRPr lang="en-US" sz="2000" dirty="0">
              <a:solidFill>
                <a:srgbClr val="FFFFFF"/>
              </a:solidFill>
            </a:endParaRPr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085393" y="236538"/>
            <a:ext cx="5867400" cy="365125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8001000" y="228600"/>
            <a:ext cx="8382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2AC53DF-4216-466D-99A7-94400E6C2A25}" type="slidenum">
              <a:rPr lang="en-US" smtClean="0"/>
              <a:pPr/>
              <a:t>‹#›</a:t>
            </a:fld>
            <a:endParaRPr lang="en-US" dirty="0">
              <a:solidFill>
                <a:schemeClr val="tx2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6320649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Box 3"/>
          <p:cNvSpPr txBox="1"/>
          <p:nvPr userDrawn="1"/>
        </p:nvSpPr>
        <p:spPr>
          <a:xfrm>
            <a:off x="152400" y="6507481"/>
            <a:ext cx="1905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/>
              <a:t>2017 S1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23371388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9163905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ags" Target="../tags/tag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4">
                <a:lumMod val="20000"/>
                <a:lumOff val="80000"/>
              </a:schemeClr>
            </a:gs>
            <a:gs pos="64999">
              <a:srgbClr val="F0EBD5"/>
            </a:gs>
            <a:gs pos="100000">
              <a:srgbClr val="D1C39F"/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2400" y="152400"/>
            <a:ext cx="88392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400" y="1600200"/>
            <a:ext cx="8839200" cy="4648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81200" y="6370637"/>
            <a:ext cx="4724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Discovering Computers 2015 S1: Chapter 1</a:t>
            </a:r>
          </a:p>
        </p:txBody>
      </p:sp>
      <p:sp>
        <p:nvSpPr>
          <p:cNvPr id="9" name="Rectangle 8"/>
          <p:cNvSpPr/>
          <p:nvPr userDrawn="1"/>
        </p:nvSpPr>
        <p:spPr>
          <a:xfrm>
            <a:off x="0" y="1219200"/>
            <a:ext cx="9144000" cy="457200"/>
          </a:xfrm>
          <a:prstGeom prst="rect">
            <a:avLst/>
          </a:prstGeom>
          <a:gradFill flip="none" rotWithShape="1">
            <a:gsLst>
              <a:gs pos="0">
                <a:srgbClr val="DB7531"/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>
            <a:noFill/>
          </a:ln>
          <a:effectLst>
            <a:softEdge rad="127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 userDrawn="1"/>
        </p:nvSpPr>
        <p:spPr>
          <a:xfrm>
            <a:off x="8534400" y="6248400"/>
            <a:ext cx="609600" cy="609600"/>
          </a:xfrm>
          <a:prstGeom prst="rect">
            <a:avLst/>
          </a:prstGeom>
          <a:solidFill>
            <a:srgbClr val="DB7531"/>
          </a:solidFill>
          <a:ln>
            <a:noFill/>
          </a:ln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>
                <a:solidFill>
                  <a:srgbClr val="EEEBCA"/>
                </a:solidFill>
              </a:defRPr>
            </a:lvl1pPr>
          </a:lstStyle>
          <a:p>
            <a:fld id="{E1920792-1FFE-4123-96E7-9B6DC9FF0B06}" type="slidenum">
              <a:rPr lang="en-US" smtClean="0"/>
              <a:pPr/>
              <a:t>‹#›</a:t>
            </a:fld>
            <a:endParaRPr 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2" r:id="rId13"/>
    <p:sldLayoutId id="2147483663" r:id="rId14"/>
    <p:sldLayoutId id="2147483664" r:id="rId15"/>
  </p:sldLayoutIdLst>
  <p:transition>
    <p:fade/>
  </p:transition>
  <p:hf hdr="0" dt="0"/>
  <p:txStyles>
    <p:titleStyle>
      <a:lvl1pPr algn="l" defTabSz="914400" rtl="0" eaLnBrk="1" latinLnBrk="0" hangingPunct="1">
        <a:spcBef>
          <a:spcPct val="0"/>
        </a:spcBef>
        <a:buNone/>
        <a:defRPr sz="4000" b="1" kern="1200">
          <a:solidFill>
            <a:schemeClr val="accent4">
              <a:lumMod val="75000"/>
            </a:schemeClr>
          </a:solidFill>
          <a:latin typeface="+mj-lt"/>
          <a:ea typeface="+mj-ea"/>
          <a:cs typeface="Arial" pitchFamily="34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Clr>
          <a:schemeClr val="accent4">
            <a:lumMod val="75000"/>
          </a:schemeClr>
        </a:buClr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Clr>
          <a:schemeClr val="accent4">
            <a:lumMod val="75000"/>
          </a:schemeClr>
        </a:buClr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Clr>
          <a:schemeClr val="accent4">
            <a:lumMod val="75000"/>
          </a:schemeClr>
        </a:buClr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Clr>
          <a:schemeClr val="accent4">
            <a:lumMod val="75000"/>
          </a:schemeClr>
        </a:buClr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Clr>
          <a:schemeClr val="accent4">
            <a:lumMod val="75000"/>
          </a:schemeClr>
        </a:buClr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mailto:tan_ai_lian@nyp.edu.sg" TargetMode="Externa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mp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traitstimes.com/politics/imagining-the-future" TargetMode="Externa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8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notesSlide" Target="../notesSlides/notesSlide2.xml"/><Relationship Id="rId7" Type="http://schemas.openxmlformats.org/officeDocument/2006/relationships/image" Target="../media/image8.jpe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9.xml"/><Relationship Id="rId6" Type="http://schemas.openxmlformats.org/officeDocument/2006/relationships/image" Target="../media/image7.png"/><Relationship Id="rId5" Type="http://schemas.openxmlformats.org/officeDocument/2006/relationships/image" Target="../media/image6.gif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://www.nyp.edu.sg/" TargetMode="Externa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://img.sgag.sg/posts/2015/01/613_large_Screen_Shot_2015-01-21_at_10.23.36_pm.jpg?1425922696" TargetMode="Externa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3.xml"/><Relationship Id="rId4" Type="http://schemas.openxmlformats.org/officeDocument/2006/relationships/image" Target="../media/image10.gif"/></Relationships>
</file>

<file path=ppt/slides/_rels/slide1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notesSlide" Target="../notesSlides/notesSlide5.xml"/><Relationship Id="rId7" Type="http://schemas.openxmlformats.org/officeDocument/2006/relationships/diagramColors" Target="../diagrams/colors1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4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0.jpeg"/><Relationship Id="rId7" Type="http://schemas.openxmlformats.org/officeDocument/2006/relationships/image" Target="../media/image24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5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jpeg"/><Relationship Id="rId9" Type="http://schemas.openxmlformats.org/officeDocument/2006/relationships/image" Target="../media/image26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13" Type="http://schemas.openxmlformats.org/officeDocument/2006/relationships/image" Target="../media/image36.png"/><Relationship Id="rId3" Type="http://schemas.openxmlformats.org/officeDocument/2006/relationships/image" Target="../media/image27.gif"/><Relationship Id="rId7" Type="http://schemas.openxmlformats.org/officeDocument/2006/relationships/image" Target="../media/image30.png"/><Relationship Id="rId12" Type="http://schemas.openxmlformats.org/officeDocument/2006/relationships/image" Target="../media/image35.jpe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6.xml"/><Relationship Id="rId6" Type="http://schemas.openxmlformats.org/officeDocument/2006/relationships/image" Target="../media/image29.png"/><Relationship Id="rId11" Type="http://schemas.openxmlformats.org/officeDocument/2006/relationships/image" Target="../media/image34.png"/><Relationship Id="rId5" Type="http://schemas.microsoft.com/office/2007/relationships/hdphoto" Target="../media/hdphoto1.wdp"/><Relationship Id="rId10" Type="http://schemas.openxmlformats.org/officeDocument/2006/relationships/image" Target="../media/image33.png"/><Relationship Id="rId4" Type="http://schemas.openxmlformats.org/officeDocument/2006/relationships/image" Target="../media/image28.png"/><Relationship Id="rId9" Type="http://schemas.openxmlformats.org/officeDocument/2006/relationships/image" Target="../media/image32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27.xml"/></Relationships>
</file>

<file path=ppt/slides/_rels/slide18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notesSlide" Target="../notesSlides/notesSlide6.xml"/><Relationship Id="rId7" Type="http://schemas.openxmlformats.org/officeDocument/2006/relationships/diagramColors" Target="../diagrams/colors2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8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9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/>
          </p:cNvSpPr>
          <p:nvPr>
            <p:ph type="ctrTitle"/>
          </p:nvPr>
        </p:nvSpPr>
        <p:spPr>
          <a:xfrm>
            <a:off x="1981200" y="2971800"/>
            <a:ext cx="6927304" cy="2819400"/>
          </a:xfrm>
        </p:spPr>
        <p:txBody>
          <a:bodyPr>
            <a:noAutofit/>
          </a:bodyPr>
          <a:lstStyle/>
          <a:p>
            <a:r>
              <a:rPr lang="en-US" sz="8000" dirty="0">
                <a:solidFill>
                  <a:schemeClr val="accent1">
                    <a:lumMod val="75000"/>
                  </a:schemeClr>
                </a:solidFill>
              </a:rPr>
              <a:t>ITP171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br>
              <a:rPr lang="en-US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IT Fundamentals and Project</a:t>
            </a:r>
            <a:br>
              <a:rPr lang="en-US" sz="3600" dirty="0">
                <a:solidFill>
                  <a:schemeClr val="accent1">
                    <a:lumMod val="75000"/>
                  </a:schemeClr>
                </a:solidFill>
              </a:rPr>
            </a:b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Rectang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2018 S1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040488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0" y="1600200"/>
            <a:ext cx="8839200" cy="4648200"/>
          </a:xfrm>
        </p:spPr>
        <p:txBody>
          <a:bodyPr/>
          <a:lstStyle/>
          <a:p>
            <a:r>
              <a:rPr lang="en-GB" dirty="0"/>
              <a:t>Ms Tan </a:t>
            </a:r>
            <a:r>
              <a:rPr lang="en-GB" dirty="0" err="1"/>
              <a:t>AiLian</a:t>
            </a:r>
            <a:r>
              <a:rPr lang="en-GB" dirty="0"/>
              <a:t> </a:t>
            </a:r>
          </a:p>
          <a:p>
            <a:r>
              <a:rPr lang="en-GB" dirty="0"/>
              <a:t>Email: </a:t>
            </a:r>
            <a:r>
              <a:rPr lang="en-GB" dirty="0">
                <a:hlinkClick r:id="rId3"/>
              </a:rPr>
              <a:t>tan_ai_lian@nyp.edu.sg</a:t>
            </a:r>
            <a:r>
              <a:rPr lang="en-GB" dirty="0"/>
              <a:t> </a:t>
            </a:r>
          </a:p>
          <a:p>
            <a:r>
              <a:rPr lang="en-GB" dirty="0"/>
              <a:t>Office number: 6550 0616</a:t>
            </a:r>
          </a:p>
          <a:p>
            <a:r>
              <a:rPr lang="en-GB" dirty="0"/>
              <a:t>Location: L.624</a:t>
            </a:r>
            <a:endParaRPr lang="en-SG" dirty="0"/>
          </a:p>
        </p:txBody>
      </p:sp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0" y="152400"/>
            <a:ext cx="8839200" cy="1143000"/>
          </a:xfrm>
        </p:spPr>
        <p:txBody>
          <a:bodyPr/>
          <a:lstStyle/>
          <a:p>
            <a:r>
              <a:rPr lang="en-GB" dirty="0"/>
              <a:t>Your Module Leader</a:t>
            </a:r>
            <a:endParaRPr lang="en-SG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257636025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0" y="152400"/>
            <a:ext cx="8839200" cy="1143000"/>
          </a:xfrm>
        </p:spPr>
        <p:txBody>
          <a:bodyPr/>
          <a:lstStyle/>
          <a:p>
            <a:r>
              <a:rPr lang="en-GB" dirty="0"/>
              <a:t>About ITP171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0" y="1600200"/>
            <a:ext cx="8839200" cy="4648200"/>
          </a:xfrm>
        </p:spPr>
        <p:txBody>
          <a:bodyPr/>
          <a:lstStyle/>
          <a:p>
            <a:r>
              <a:rPr lang="en-SG" b="1" dirty="0"/>
              <a:t>MODULE LEARNING OUTCOMES</a:t>
            </a:r>
            <a:endParaRPr lang="en-SG" dirty="0"/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>
          <a:xfrm>
            <a:off x="309563" y="2300288"/>
            <a:ext cx="8224837" cy="4252912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chemeClr val="accent4">
                  <a:lumMod val="75000"/>
                </a:schemeClr>
              </a:buClr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chemeClr val="accent4">
                  <a:lumMod val="75000"/>
                </a:schemeClr>
              </a:buClr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chemeClr val="accent4">
                  <a:lumMod val="75000"/>
                </a:schemeClr>
              </a:buClr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chemeClr val="accent4">
                  <a:lumMod val="75000"/>
                </a:schemeClr>
              </a:buClr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chemeClr val="accent4">
                  <a:lumMod val="75000"/>
                </a:schemeClr>
              </a:buClr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SG" dirty="0"/>
              <a:t>Explain the various concepts of IT hardware, software  and different technologies used in IT infrastructure</a:t>
            </a:r>
          </a:p>
          <a:p>
            <a:pPr lvl="0"/>
            <a:r>
              <a:rPr lang="en-SG" dirty="0"/>
              <a:t>Demonstrate how to apply basic web design concepts and tools to create a business website. </a:t>
            </a:r>
          </a:p>
          <a:p>
            <a:pPr lvl="0"/>
            <a:r>
              <a:rPr lang="en-SG" dirty="0"/>
              <a:t>Develop a good understanding of the design thinking approach and apply relevant design methods/tools at various stages to create solutions that are innovative and human-centric.</a:t>
            </a:r>
          </a:p>
          <a:p>
            <a:pPr lvl="0"/>
            <a:r>
              <a:rPr lang="en-SG" dirty="0"/>
              <a:t>Plan and execute a project as a team and deliver the solutions  according to requirements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333127908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0" y="152400"/>
            <a:ext cx="8839200" cy="1143000"/>
          </a:xfrm>
        </p:spPr>
        <p:txBody>
          <a:bodyPr>
            <a:normAutofit/>
          </a:bodyPr>
          <a:lstStyle/>
          <a:p>
            <a:r>
              <a:rPr lang="en-US" dirty="0"/>
              <a:t>ITP171 Module Topics</a:t>
            </a:r>
            <a:endParaRPr lang="en-SG" dirty="0"/>
          </a:p>
        </p:txBody>
      </p:sp>
      <p:sp>
        <p:nvSpPr>
          <p:cNvPr id="7" name="Rectangle 33"/>
          <p:cNvSpPr txBox="1">
            <a:spLocks noChangeArrowheads="1"/>
          </p:cNvSpPr>
          <p:nvPr/>
        </p:nvSpPr>
        <p:spPr>
          <a:xfrm>
            <a:off x="312738" y="381000"/>
            <a:ext cx="8145462" cy="838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b="1" kern="1200">
                <a:solidFill>
                  <a:schemeClr val="accent4">
                    <a:lumMod val="75000"/>
                  </a:schemeClr>
                </a:solidFill>
                <a:latin typeface="+mj-lt"/>
                <a:ea typeface="+mj-ea"/>
                <a:cs typeface="Arial" pitchFamily="34" charset="0"/>
              </a:defRPr>
            </a:lvl1pPr>
          </a:lstStyle>
          <a:p>
            <a:endParaRPr lang="en-US" dirty="0"/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8001391"/>
              </p:ext>
            </p:extLst>
          </p:nvPr>
        </p:nvGraphicFramePr>
        <p:xfrm>
          <a:off x="228600" y="1658932"/>
          <a:ext cx="7848872" cy="42259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488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71930">
                <a:tc>
                  <a:txBody>
                    <a:bodyPr/>
                    <a:lstStyle/>
                    <a:p>
                      <a:r>
                        <a:rPr lang="en-GB" sz="2400" dirty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Topics</a:t>
                      </a:r>
                      <a:endParaRPr lang="en-SG" sz="2400" dirty="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4176">
                <a:tc>
                  <a:txBody>
                    <a:bodyPr/>
                    <a:lstStyle/>
                    <a:p>
                      <a:pPr marL="0" indent="0" eaLnBrk="1" hangingPunct="1">
                        <a:lnSpc>
                          <a:spcPct val="90000"/>
                        </a:lnSpc>
                        <a:buClr>
                          <a:schemeClr val="tx1"/>
                        </a:buClr>
                        <a:buFont typeface="+mj-lt"/>
                        <a:buNone/>
                      </a:pPr>
                      <a:r>
                        <a:rPr lang="en-SG" sz="2400" dirty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Introduction</a:t>
                      </a:r>
                      <a:r>
                        <a:rPr lang="en-SG" sz="2400" baseline="0" dirty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 to hardware, software and Internet</a:t>
                      </a:r>
                      <a:endParaRPr lang="en-SG" sz="2400" dirty="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4176">
                <a:tc>
                  <a:txBody>
                    <a:bodyPr/>
                    <a:lstStyle/>
                    <a:p>
                      <a:pPr marL="0" indent="0" eaLnBrk="1" hangingPunct="1">
                        <a:lnSpc>
                          <a:spcPct val="90000"/>
                        </a:lnSpc>
                        <a:buClr>
                          <a:schemeClr val="tx1"/>
                        </a:buClr>
                        <a:buFont typeface="+mj-lt"/>
                        <a:buNone/>
                      </a:pPr>
                      <a:r>
                        <a:rPr lang="en-GB" sz="2400" dirty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Introduction</a:t>
                      </a:r>
                      <a:r>
                        <a:rPr lang="en-GB" sz="2400" baseline="0" dirty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 to HTML, CSS, Dreamweaver, Photoshop</a:t>
                      </a:r>
                      <a:endParaRPr lang="en-SG" sz="2400" dirty="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4176">
                <a:tc>
                  <a:txBody>
                    <a:bodyPr/>
                    <a:lstStyle/>
                    <a:p>
                      <a:pPr marL="0" indent="0" eaLnBrk="1" hangingPunct="1">
                        <a:lnSpc>
                          <a:spcPct val="90000"/>
                        </a:lnSpc>
                        <a:buClr>
                          <a:schemeClr val="tx1"/>
                        </a:buClr>
                        <a:buFont typeface="+mj-lt"/>
                        <a:buNone/>
                      </a:pPr>
                      <a:r>
                        <a:rPr lang="en-GB" sz="2400" dirty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Information Security</a:t>
                      </a:r>
                      <a:endParaRPr lang="en-SG" sz="2400" dirty="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3852">
                <a:tc>
                  <a:txBody>
                    <a:bodyPr/>
                    <a:lstStyle/>
                    <a:p>
                      <a:pPr marL="0" indent="0" eaLnBrk="1" hangingPunct="1">
                        <a:lnSpc>
                          <a:spcPct val="90000"/>
                        </a:lnSpc>
                        <a:buClr>
                          <a:schemeClr val="tx1"/>
                        </a:buClr>
                        <a:buFont typeface="+mj-lt"/>
                        <a:buNone/>
                      </a:pPr>
                      <a:r>
                        <a:rPr lang="en-SG" sz="2400" dirty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Enterprise IT – Server, Storage,</a:t>
                      </a:r>
                      <a:r>
                        <a:rPr lang="en-SG" sz="2400" baseline="0" dirty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 BCM, Information Systems Architecture</a:t>
                      </a:r>
                      <a:endParaRPr lang="en-SG" sz="2400" dirty="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3852">
                <a:tc>
                  <a:txBody>
                    <a:bodyPr/>
                    <a:lstStyle/>
                    <a:p>
                      <a:pPr marL="0" indent="0" eaLnBrk="1" hangingPunct="1">
                        <a:lnSpc>
                          <a:spcPct val="90000"/>
                        </a:lnSpc>
                        <a:buClr>
                          <a:schemeClr val="tx1"/>
                        </a:buClr>
                        <a:buFont typeface="+mj-lt"/>
                        <a:buNone/>
                      </a:pPr>
                      <a:r>
                        <a:rPr lang="en-SG" sz="2400" dirty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IT</a:t>
                      </a:r>
                      <a:r>
                        <a:rPr lang="en-SG" sz="2400" baseline="0" dirty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 Hot Topics – </a:t>
                      </a:r>
                      <a:r>
                        <a:rPr lang="en-SG" sz="2400" baseline="0" dirty="0" err="1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IoT</a:t>
                      </a:r>
                      <a:r>
                        <a:rPr lang="en-SG" sz="2400" baseline="0" dirty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, Big Data, Cloud</a:t>
                      </a:r>
                      <a:endParaRPr lang="en-SG" sz="2400" dirty="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3852">
                <a:tc>
                  <a:txBody>
                    <a:bodyPr/>
                    <a:lstStyle/>
                    <a:p>
                      <a:pPr marL="0" indent="0" eaLnBrk="1" hangingPunct="1">
                        <a:lnSpc>
                          <a:spcPct val="90000"/>
                        </a:lnSpc>
                        <a:buClr>
                          <a:schemeClr val="tx1"/>
                        </a:buClr>
                        <a:buFont typeface="+mj-lt"/>
                        <a:buNone/>
                      </a:pPr>
                      <a:r>
                        <a:rPr lang="en-GB" sz="2400" dirty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Design Thinking</a:t>
                      </a:r>
                      <a:r>
                        <a:rPr lang="en-GB" sz="2400" baseline="0" dirty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 Skills</a:t>
                      </a:r>
                      <a:endParaRPr lang="en-SG" sz="2400" dirty="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73966">
                <a:tc>
                  <a:txBody>
                    <a:bodyPr/>
                    <a:lstStyle/>
                    <a:p>
                      <a:pPr marL="0" indent="0">
                        <a:lnSpc>
                          <a:spcPct val="90000"/>
                        </a:lnSpc>
                        <a:buClr>
                          <a:schemeClr val="tx1"/>
                        </a:buClr>
                        <a:buFont typeface="+mj-lt"/>
                        <a:buNone/>
                      </a:pPr>
                      <a:r>
                        <a:rPr lang="en-GB" sz="2400" dirty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Business Proposal</a:t>
                      </a:r>
                      <a:r>
                        <a:rPr lang="en-GB" sz="2400" baseline="0" dirty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 Development</a:t>
                      </a:r>
                      <a:endParaRPr lang="en-SG" sz="2400" dirty="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3396534497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228600" y="685800"/>
            <a:ext cx="7254615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800" dirty="0"/>
              <a:t>ITP171 Mode of Assessment</a:t>
            </a:r>
            <a:endParaRPr lang="en-SG" sz="4800" dirty="0"/>
          </a:p>
        </p:txBody>
      </p:sp>
      <p:pic>
        <p:nvPicPr>
          <p:cNvPr id="5" name="Picture 4" descr="Screen Clippi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1676400"/>
            <a:ext cx="8812627" cy="3362941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28599" y="5073977"/>
            <a:ext cx="6879832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800" dirty="0"/>
              <a:t>Total Assessment %: 100 %</a:t>
            </a:r>
            <a:endParaRPr lang="en-SG" sz="48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951400024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0" y="152400"/>
            <a:ext cx="8839200" cy="1143000"/>
          </a:xfrm>
        </p:spPr>
        <p:txBody>
          <a:bodyPr/>
          <a:lstStyle/>
          <a:p>
            <a:r>
              <a:rPr lang="en-GB" dirty="0"/>
              <a:t>Why is this module important?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0" y="1600200"/>
            <a:ext cx="8839200" cy="4953000"/>
          </a:xfrm>
        </p:spPr>
        <p:txBody>
          <a:bodyPr>
            <a:normAutofit/>
          </a:bodyPr>
          <a:lstStyle/>
          <a:p>
            <a:r>
              <a:rPr lang="en-GB" dirty="0"/>
              <a:t>Study module -40% </a:t>
            </a:r>
          </a:p>
          <a:p>
            <a:r>
              <a:rPr lang="en-GB" dirty="0"/>
              <a:t>Project work – 60% </a:t>
            </a:r>
          </a:p>
          <a:p>
            <a:pPr lvl="1"/>
            <a:r>
              <a:rPr lang="en-GB" dirty="0"/>
              <a:t>(artefacts / product/ concepts)</a:t>
            </a:r>
          </a:p>
          <a:p>
            <a:r>
              <a:rPr lang="en-GB" dirty="0"/>
              <a:t>High credit points module (</a:t>
            </a:r>
            <a:r>
              <a:rPr lang="en-GB" b="1" dirty="0">
                <a:solidFill>
                  <a:srgbClr val="FF0000"/>
                </a:solidFill>
              </a:rPr>
              <a:t>8 credit points</a:t>
            </a:r>
            <a:r>
              <a:rPr lang="en-GB" dirty="0"/>
              <a:t>)</a:t>
            </a:r>
          </a:p>
          <a:p>
            <a:pPr lvl="1"/>
            <a:r>
              <a:rPr lang="en-GB" dirty="0"/>
              <a:t>high impact on GPA score</a:t>
            </a:r>
          </a:p>
          <a:p>
            <a:r>
              <a:rPr lang="en-GB" dirty="0"/>
              <a:t>High GPA (full point 4.0)</a:t>
            </a:r>
          </a:p>
          <a:p>
            <a:pPr lvl="1"/>
            <a:r>
              <a:rPr lang="en-GB" dirty="0"/>
              <a:t>High chance to pursuit a degree, apply for scholarship or get a good pay job</a:t>
            </a:r>
          </a:p>
          <a:p>
            <a:pPr lvl="1"/>
            <a:endParaRPr lang="en-GB" dirty="0"/>
          </a:p>
          <a:p>
            <a:pPr lvl="1"/>
            <a:endParaRPr lang="en-GB" dirty="0"/>
          </a:p>
          <a:p>
            <a:endParaRPr lang="en-SG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80017700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Theme</a:t>
            </a:r>
            <a:endParaRPr lang="en-SG" dirty="0"/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323528" y="1700808"/>
            <a:ext cx="8496944" cy="4464496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SG" dirty="0"/>
              <a:t>Option 1: </a:t>
            </a:r>
            <a:endParaRPr lang="en-SG" sz="2000" dirty="0"/>
          </a:p>
          <a:p>
            <a:pPr marL="0" indent="0">
              <a:buNone/>
            </a:pPr>
            <a:r>
              <a:rPr lang="en-SG" b="1" i="1" dirty="0"/>
              <a:t>How might we use IT to create a Better Singapore ?</a:t>
            </a:r>
          </a:p>
          <a:p>
            <a:pPr marL="0" indent="0">
              <a:buNone/>
            </a:pPr>
            <a:r>
              <a:rPr lang="en-SG" b="1" i="1" dirty="0"/>
              <a:t>(In term of Health care, Transport, Education or Lifestyle)</a:t>
            </a:r>
            <a:endParaRPr lang="en-SG" sz="2000" dirty="0"/>
          </a:p>
          <a:p>
            <a:pPr marL="0" indent="0">
              <a:buNone/>
            </a:pPr>
            <a:r>
              <a:rPr lang="en-SG" sz="2000" dirty="0">
                <a:hlinkClick r:id="rId3"/>
              </a:rPr>
              <a:t>http://www.straitstimes.com/politics/imagining-the-future</a:t>
            </a:r>
            <a:endParaRPr lang="en-SG" sz="2000" dirty="0"/>
          </a:p>
          <a:p>
            <a:pPr marL="0" indent="0">
              <a:buNone/>
            </a:pPr>
            <a:endParaRPr lang="en-SG" sz="2000" dirty="0"/>
          </a:p>
          <a:p>
            <a:pPr marL="0" indent="0">
              <a:buNone/>
            </a:pPr>
            <a:r>
              <a:rPr lang="en-SG" dirty="0"/>
              <a:t>Option 2:</a:t>
            </a:r>
            <a:endParaRPr lang="en-SG" sz="2000" dirty="0"/>
          </a:p>
          <a:p>
            <a:pPr marL="0" indent="0">
              <a:buNone/>
            </a:pPr>
            <a:r>
              <a:rPr lang="en-SG" b="1" i="1" dirty="0"/>
              <a:t>Free theme that related to IOT, </a:t>
            </a:r>
            <a:r>
              <a:rPr lang="en-SG" b="1" i="1" dirty="0" err="1"/>
              <a:t>Infocomm</a:t>
            </a:r>
            <a:r>
              <a:rPr lang="en-SG" b="1" i="1" dirty="0"/>
              <a:t> and Security</a:t>
            </a:r>
            <a:endParaRPr lang="en-SG" sz="20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4265901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Project Theme</a:t>
            </a: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524000"/>
            <a:ext cx="8229600" cy="4344460"/>
          </a:xfr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4994522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gular Pentagon 26"/>
          <p:cNvSpPr/>
          <p:nvPr/>
        </p:nvSpPr>
        <p:spPr>
          <a:xfrm rot="10800000">
            <a:off x="790612" y="3094152"/>
            <a:ext cx="1564661" cy="1257865"/>
          </a:xfrm>
          <a:prstGeom prst="pentagon">
            <a:avLst/>
          </a:prstGeom>
          <a:solidFill>
            <a:srgbClr val="00B050"/>
          </a:solidFill>
          <a:scene3d>
            <a:camera prst="orthographicFront">
              <a:rot lat="30000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0" y="152400"/>
            <a:ext cx="8839200" cy="1143000"/>
          </a:xfrm>
        </p:spPr>
        <p:txBody>
          <a:bodyPr/>
          <a:lstStyle/>
          <a:p>
            <a:r>
              <a:rPr lang="en-US" dirty="0"/>
              <a:t>How we do Design Thinking?</a:t>
            </a:r>
            <a:endParaRPr lang="en-SG" dirty="0"/>
          </a:p>
        </p:txBody>
      </p:sp>
      <p:pic>
        <p:nvPicPr>
          <p:cNvPr id="13" name="Content Placeholder 12"/>
          <p:cNvPicPr>
            <a:picLocks noGrp="1" noChangeAspect="1"/>
          </p:cNvPicPr>
          <p:nvPr>
            <p:ph idx="4294967295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4347" y="3229506"/>
            <a:ext cx="609600" cy="914400"/>
          </a:xfrm>
        </p:spPr>
      </p:pic>
      <p:grpSp>
        <p:nvGrpSpPr>
          <p:cNvPr id="4" name="Group 3"/>
          <p:cNvGrpSpPr/>
          <p:nvPr/>
        </p:nvGrpSpPr>
        <p:grpSpPr>
          <a:xfrm>
            <a:off x="2200399" y="2600574"/>
            <a:ext cx="1564661" cy="1257865"/>
            <a:chOff x="2200399" y="1989600"/>
            <a:chExt cx="1564661" cy="1257865"/>
          </a:xfrm>
        </p:grpSpPr>
        <p:sp>
          <p:nvSpPr>
            <p:cNvPr id="15" name="Regular Pentagon 14"/>
            <p:cNvSpPr/>
            <p:nvPr/>
          </p:nvSpPr>
          <p:spPr>
            <a:xfrm>
              <a:off x="2200399" y="1989600"/>
              <a:ext cx="1564661" cy="1257865"/>
            </a:xfrm>
            <a:prstGeom prst="pentagon">
              <a:avLst/>
            </a:prstGeom>
            <a:solidFill>
              <a:srgbClr val="0070C0"/>
            </a:solidFill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pic>
          <p:nvPicPr>
            <p:cNvPr id="8" name="Picture 7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63629" y="2254125"/>
              <a:ext cx="838200" cy="838200"/>
            </a:xfrm>
            <a:prstGeom prst="rect">
              <a:avLst/>
            </a:prstGeom>
            <a:noFill/>
          </p:spPr>
        </p:pic>
      </p:grpSp>
      <p:grpSp>
        <p:nvGrpSpPr>
          <p:cNvPr id="5" name="Group 4"/>
          <p:cNvGrpSpPr/>
          <p:nvPr/>
        </p:nvGrpSpPr>
        <p:grpSpPr>
          <a:xfrm>
            <a:off x="3573679" y="3094152"/>
            <a:ext cx="1564661" cy="1257865"/>
            <a:chOff x="3573679" y="2483178"/>
            <a:chExt cx="1564661" cy="1257865"/>
          </a:xfrm>
        </p:grpSpPr>
        <p:sp>
          <p:nvSpPr>
            <p:cNvPr id="28" name="Regular Pentagon 27"/>
            <p:cNvSpPr/>
            <p:nvPr/>
          </p:nvSpPr>
          <p:spPr>
            <a:xfrm rot="10800000">
              <a:off x="3573679" y="2483178"/>
              <a:ext cx="1564661" cy="1257865"/>
            </a:xfrm>
            <a:prstGeom prst="pentagon">
              <a:avLst/>
            </a:prstGeom>
            <a:solidFill>
              <a:srgbClr val="0070C0"/>
            </a:solidFill>
            <a:scene3d>
              <a:camera prst="orthographicFront">
                <a:rot lat="30000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pic>
          <p:nvPicPr>
            <p:cNvPr id="18" name="Picture 17"/>
            <p:cNvPicPr>
              <a:picLocks noChangeAspect="1"/>
            </p:cNvPicPr>
            <p:nvPr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1773" t="50000" b="12911"/>
            <a:stretch/>
          </p:blipFill>
          <p:spPr>
            <a:xfrm rot="2091182">
              <a:off x="4045702" y="2592115"/>
              <a:ext cx="620614" cy="815438"/>
            </a:xfrm>
            <a:prstGeom prst="rect">
              <a:avLst/>
            </a:prstGeom>
          </p:spPr>
        </p:pic>
      </p:grpSp>
      <p:sp>
        <p:nvSpPr>
          <p:cNvPr id="23" name="TextBox 22"/>
          <p:cNvSpPr txBox="1"/>
          <p:nvPr/>
        </p:nvSpPr>
        <p:spPr>
          <a:xfrm>
            <a:off x="2433742" y="1769577"/>
            <a:ext cx="109797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Human Centered Research</a:t>
            </a:r>
            <a:endParaRPr lang="en-SG" sz="1600" b="1" dirty="0"/>
          </a:p>
        </p:txBody>
      </p:sp>
      <p:sp>
        <p:nvSpPr>
          <p:cNvPr id="24" name="TextBox 23"/>
          <p:cNvSpPr txBox="1"/>
          <p:nvPr/>
        </p:nvSpPr>
        <p:spPr>
          <a:xfrm>
            <a:off x="1066800" y="4474305"/>
            <a:ext cx="13669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Define challenge</a:t>
            </a:r>
            <a:endParaRPr lang="en-SG" sz="1600" b="1" dirty="0"/>
          </a:p>
        </p:txBody>
      </p:sp>
      <p:sp>
        <p:nvSpPr>
          <p:cNvPr id="25" name="TextBox 24"/>
          <p:cNvSpPr txBox="1"/>
          <p:nvPr/>
        </p:nvSpPr>
        <p:spPr>
          <a:xfrm>
            <a:off x="3786831" y="4385311"/>
            <a:ext cx="10979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Creative Ideation</a:t>
            </a:r>
            <a:endParaRPr lang="en-SG" sz="1600" b="1" dirty="0"/>
          </a:p>
        </p:txBody>
      </p:sp>
      <p:sp>
        <p:nvSpPr>
          <p:cNvPr id="26" name="TextBox 25"/>
          <p:cNvSpPr txBox="1"/>
          <p:nvPr/>
        </p:nvSpPr>
        <p:spPr>
          <a:xfrm>
            <a:off x="5334000" y="1995899"/>
            <a:ext cx="1295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Iterative Prototype</a:t>
            </a:r>
            <a:endParaRPr lang="en-SG" sz="1600" b="1" dirty="0"/>
          </a:p>
        </p:txBody>
      </p:sp>
      <p:grpSp>
        <p:nvGrpSpPr>
          <p:cNvPr id="6" name="Group 5"/>
          <p:cNvGrpSpPr/>
          <p:nvPr/>
        </p:nvGrpSpPr>
        <p:grpSpPr>
          <a:xfrm>
            <a:off x="5008869" y="2621509"/>
            <a:ext cx="1564661" cy="1257865"/>
            <a:chOff x="5008869" y="2010535"/>
            <a:chExt cx="1564661" cy="1257865"/>
          </a:xfrm>
        </p:grpSpPr>
        <p:sp>
          <p:nvSpPr>
            <p:cNvPr id="19" name="Regular Pentagon 18"/>
            <p:cNvSpPr/>
            <p:nvPr/>
          </p:nvSpPr>
          <p:spPr>
            <a:xfrm>
              <a:off x="5008869" y="2010535"/>
              <a:ext cx="1564661" cy="1257865"/>
            </a:xfrm>
            <a:prstGeom prst="pentagon">
              <a:avLst/>
            </a:prstGeom>
            <a:solidFill>
              <a:srgbClr val="0070C0"/>
            </a:solidFill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pic>
          <p:nvPicPr>
            <p:cNvPr id="1028" name="Picture 4"/>
            <p:cNvPicPr>
              <a:picLocks noChangeAspect="1" noChangeArrowheads="1"/>
            </p:cNvPicPr>
            <p:nvPr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648" t="12210" r="7742" b="13924"/>
            <a:stretch/>
          </p:blipFill>
          <p:spPr bwMode="auto">
            <a:xfrm>
              <a:off x="5370231" y="2408368"/>
              <a:ext cx="841935" cy="7070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33" name="TextBox 32"/>
          <p:cNvSpPr txBox="1"/>
          <p:nvPr/>
        </p:nvSpPr>
        <p:spPr>
          <a:xfrm>
            <a:off x="6781800" y="4474305"/>
            <a:ext cx="109797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Evaluate</a:t>
            </a:r>
            <a:endParaRPr lang="en-SG" sz="1600" b="1" dirty="0"/>
          </a:p>
        </p:txBody>
      </p:sp>
      <p:grpSp>
        <p:nvGrpSpPr>
          <p:cNvPr id="7" name="Group 6"/>
          <p:cNvGrpSpPr/>
          <p:nvPr/>
        </p:nvGrpSpPr>
        <p:grpSpPr>
          <a:xfrm>
            <a:off x="6431973" y="3171097"/>
            <a:ext cx="1564661" cy="1257865"/>
            <a:chOff x="6431973" y="2560123"/>
            <a:chExt cx="1564661" cy="1257865"/>
          </a:xfrm>
        </p:grpSpPr>
        <p:sp>
          <p:nvSpPr>
            <p:cNvPr id="32" name="Regular Pentagon 31"/>
            <p:cNvSpPr/>
            <p:nvPr/>
          </p:nvSpPr>
          <p:spPr>
            <a:xfrm rot="10800000">
              <a:off x="6431973" y="2560123"/>
              <a:ext cx="1564661" cy="1257865"/>
            </a:xfrm>
            <a:prstGeom prst="pentagon">
              <a:avLst/>
            </a:prstGeom>
            <a:solidFill>
              <a:srgbClr val="0070C0"/>
            </a:solidFill>
            <a:scene3d>
              <a:camera prst="orthographicFront">
                <a:rot lat="30000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pic>
          <p:nvPicPr>
            <p:cNvPr id="1031" name="Picture 7" descr="https://openclipart.org/image/300px/svg_to_png/5490/mcol_magnifying_glass.png"/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949786" y="2780481"/>
              <a:ext cx="762000" cy="6477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0" name="TextBox 19"/>
          <p:cNvSpPr txBox="1"/>
          <p:nvPr/>
        </p:nvSpPr>
        <p:spPr>
          <a:xfrm>
            <a:off x="7879773" y="6078379"/>
            <a:ext cx="109797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/>
              <a:t>Source : NUS, ISS</a:t>
            </a:r>
            <a:endParaRPr lang="en-SG" sz="1000" b="1" dirty="0"/>
          </a:p>
        </p:txBody>
      </p:sp>
      <p:sp>
        <p:nvSpPr>
          <p:cNvPr id="29" name="5-Point Star 28"/>
          <p:cNvSpPr/>
          <p:nvPr/>
        </p:nvSpPr>
        <p:spPr>
          <a:xfrm>
            <a:off x="7566990" y="723900"/>
            <a:ext cx="1219200" cy="1219200"/>
          </a:xfrm>
          <a:prstGeom prst="star5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025725277"/>
      </p:ext>
    </p:extLst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0" y="152400"/>
            <a:ext cx="8839200" cy="1143000"/>
          </a:xfrm>
        </p:spPr>
        <p:txBody>
          <a:bodyPr/>
          <a:lstStyle/>
          <a:p>
            <a:r>
              <a:rPr lang="en-GB" dirty="0"/>
              <a:t>Your attendance and rules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0" y="990600"/>
            <a:ext cx="8839200" cy="5943600"/>
          </a:xfrm>
        </p:spPr>
        <p:txBody>
          <a:bodyPr>
            <a:noAutofit/>
          </a:bodyPr>
          <a:lstStyle/>
          <a:p>
            <a:r>
              <a:rPr lang="en-GB" dirty="0"/>
              <a:t>Attendance for all Lecture (1hr) / Lab (5hrs) /Tutorial (2hrs) sessions are compulsory</a:t>
            </a:r>
          </a:p>
          <a:p>
            <a:r>
              <a:rPr lang="en-GB" dirty="0"/>
              <a:t>If student failed to achieve </a:t>
            </a:r>
            <a:r>
              <a:rPr lang="en-GB" dirty="0">
                <a:solidFill>
                  <a:srgbClr val="FF0000"/>
                </a:solidFill>
              </a:rPr>
              <a:t>75% attendance</a:t>
            </a:r>
            <a:r>
              <a:rPr lang="en-GB" dirty="0"/>
              <a:t>, student may face </a:t>
            </a:r>
            <a:r>
              <a:rPr lang="en-GB" dirty="0">
                <a:solidFill>
                  <a:srgbClr val="FF0000"/>
                </a:solidFill>
              </a:rPr>
              <a:t>grade capped (Max D)</a:t>
            </a:r>
            <a:r>
              <a:rPr lang="en-GB" dirty="0"/>
              <a:t>.</a:t>
            </a:r>
          </a:p>
          <a:p>
            <a:r>
              <a:rPr lang="en-GB" dirty="0"/>
              <a:t>If you were to be on MC, clock your MC in SIT school admin and attendance system</a:t>
            </a:r>
          </a:p>
          <a:p>
            <a:r>
              <a:rPr lang="en-GB" dirty="0"/>
              <a:t>Be on time, students who were to be late may be marked as absent for entire lab session</a:t>
            </a:r>
          </a:p>
          <a:p>
            <a:r>
              <a:rPr lang="en-GB" dirty="0"/>
              <a:t>Strictly follow the time printed on your timetable</a:t>
            </a:r>
          </a:p>
          <a:p>
            <a:r>
              <a:rPr lang="en-GB" dirty="0" err="1"/>
              <a:t>E.g</a:t>
            </a:r>
            <a:r>
              <a:rPr lang="en-GB" dirty="0"/>
              <a:t> class starts at 1010AM, you come at 1020, you are late for 10Min</a:t>
            </a:r>
            <a:endParaRPr lang="en-SG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56320410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0" y="152400"/>
            <a:ext cx="8839200" cy="1143000"/>
          </a:xfrm>
        </p:spPr>
        <p:txBody>
          <a:bodyPr/>
          <a:lstStyle/>
          <a:p>
            <a:r>
              <a:rPr lang="en-GB" dirty="0"/>
              <a:t>Other information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0" y="1600200"/>
            <a:ext cx="8839200" cy="4648200"/>
          </a:xfrm>
        </p:spPr>
        <p:txBody>
          <a:bodyPr/>
          <a:lstStyle/>
          <a:p>
            <a:pPr marL="0" indent="0">
              <a:buNone/>
            </a:pPr>
            <a:r>
              <a:rPr lang="en-GB" dirty="0">
                <a:hlinkClick r:id="rId3"/>
              </a:rPr>
              <a:t>http://www.nyp.edu.sg</a:t>
            </a:r>
            <a:endParaRPr lang="en-GB" dirty="0"/>
          </a:p>
          <a:p>
            <a:pPr>
              <a:buFontTx/>
              <a:buChar char="-"/>
            </a:pPr>
            <a:r>
              <a:rPr lang="en-GB" dirty="0"/>
              <a:t>HOME &gt; Current Students</a:t>
            </a:r>
          </a:p>
          <a:p>
            <a:pPr>
              <a:buFontTx/>
              <a:buChar char="-"/>
            </a:pPr>
            <a:r>
              <a:rPr lang="en-GB" dirty="0"/>
              <a:t>Academic Matters</a:t>
            </a:r>
          </a:p>
          <a:p>
            <a:pPr lvl="1">
              <a:buFontTx/>
              <a:buChar char="-"/>
            </a:pPr>
            <a:r>
              <a:rPr lang="en-GB" dirty="0"/>
              <a:t>Download Student Handbook</a:t>
            </a:r>
          </a:p>
          <a:p>
            <a:pPr lvl="1">
              <a:buFontTx/>
              <a:buChar char="-"/>
            </a:pPr>
            <a:r>
              <a:rPr lang="en-GB" dirty="0"/>
              <a:t>Find out about ATTENDANCE policy</a:t>
            </a:r>
          </a:p>
          <a:p>
            <a:pPr>
              <a:buFontTx/>
              <a:buChar char="-"/>
            </a:pPr>
            <a:endParaRPr lang="en-SG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347772016"/>
      </p:ext>
    </p:extLst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D93096-5B34-4342-9326-69289CEAE4C2}" type="slidenum">
              <a:rPr lang="en-US" smtClean="0"/>
              <a:pPr/>
              <a:t>12</a:t>
            </a:fld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0" y="228600"/>
            <a:ext cx="3806825" cy="990600"/>
          </a:xfrm>
        </p:spPr>
        <p:txBody>
          <a:bodyPr>
            <a:normAutofit fontScale="90000"/>
          </a:bodyPr>
          <a:lstStyle/>
          <a:p>
            <a:r>
              <a:rPr lang="en-GB" dirty="0"/>
              <a:t>Think about this?</a:t>
            </a:r>
            <a:endParaRPr lang="en-SG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4294967295"/>
          </p:nvPr>
        </p:nvSpPr>
        <p:spPr>
          <a:xfrm>
            <a:off x="990600" y="1600200"/>
            <a:ext cx="8153400" cy="4495800"/>
          </a:xfrm>
        </p:spPr>
        <p:txBody>
          <a:bodyPr/>
          <a:lstStyle/>
          <a:p>
            <a:r>
              <a:rPr lang="en-SG" dirty="0"/>
              <a:t>Is study important in Singapore?</a:t>
            </a:r>
          </a:p>
          <a:p>
            <a:r>
              <a:rPr lang="en-SG" dirty="0">
                <a:hlinkClick r:id="rId3"/>
              </a:rPr>
              <a:t>http://img.sgag.sg/posts/2015/01/613_large_Screen_Shot_2015-01-21_at_10.23.36_pm.jpg?1425922696</a:t>
            </a:r>
            <a:endParaRPr lang="en-SG" dirty="0"/>
          </a:p>
          <a:p>
            <a:endParaRPr lang="en-SG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24297634"/>
      </p:ext>
    </p:extLst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0" y="152400"/>
            <a:ext cx="8839200" cy="1143000"/>
          </a:xfrm>
        </p:spPr>
        <p:txBody>
          <a:bodyPr/>
          <a:lstStyle/>
          <a:p>
            <a:r>
              <a:rPr lang="en-US" dirty="0"/>
              <a:t>Introduction - A World of Computers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0" y="1600200"/>
            <a:ext cx="8839200" cy="4648200"/>
          </a:xfrm>
        </p:spPr>
        <p:txBody>
          <a:bodyPr/>
          <a:lstStyle/>
          <a:p>
            <a:r>
              <a:rPr lang="en-US" dirty="0"/>
              <a:t>Computers are everywhere</a:t>
            </a:r>
          </a:p>
        </p:txBody>
      </p:sp>
      <p:pic>
        <p:nvPicPr>
          <p:cNvPr id="9" name="Picture 8" descr="Fig1-01.gif"/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4799" y="2362200"/>
            <a:ext cx="8481391" cy="3429000"/>
          </a:xfrm>
          <a:prstGeom prst="rect">
            <a:avLst/>
          </a:prstGeom>
        </p:spPr>
      </p:pic>
      <p:sp>
        <p:nvSpPr>
          <p:cNvPr id="6" name="5-Point Star 5"/>
          <p:cNvSpPr/>
          <p:nvPr/>
        </p:nvSpPr>
        <p:spPr>
          <a:xfrm>
            <a:off x="7566990" y="723900"/>
            <a:ext cx="1219200" cy="1219200"/>
          </a:xfrm>
          <a:prstGeom prst="star5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06468079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0" y="152400"/>
            <a:ext cx="8839200" cy="1143000"/>
          </a:xfrm>
        </p:spPr>
        <p:txBody>
          <a:bodyPr/>
          <a:lstStyle/>
          <a:p>
            <a:r>
              <a:rPr lang="en-US" dirty="0"/>
              <a:t>Networks and the Internet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0" y="1600200"/>
            <a:ext cx="8839200" cy="4648200"/>
          </a:xfrm>
        </p:spPr>
        <p:txBody>
          <a:bodyPr/>
          <a:lstStyle/>
          <a:p>
            <a:r>
              <a:rPr lang="en-US" dirty="0"/>
              <a:t>People use the Internet for a variety of reasons:</a:t>
            </a:r>
          </a:p>
        </p:txBody>
      </p:sp>
      <p:graphicFrame>
        <p:nvGraphicFramePr>
          <p:cNvPr id="7" name="Diagram 6"/>
          <p:cNvGraphicFramePr/>
          <p:nvPr/>
        </p:nvGraphicFramePr>
        <p:xfrm>
          <a:off x="152400" y="2209800"/>
          <a:ext cx="8839200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3657600" y="2286000"/>
            <a:ext cx="1828800" cy="15240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5-Point Star 7"/>
          <p:cNvSpPr/>
          <p:nvPr/>
        </p:nvSpPr>
        <p:spPr>
          <a:xfrm>
            <a:off x="7315200" y="228600"/>
            <a:ext cx="1219200" cy="1219200"/>
          </a:xfrm>
          <a:prstGeom prst="star5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1860407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7DA4E649-D572-4979-8F69-E830E52B420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000"/>
                                        <p:tgtEl>
                                          <p:spTgt spid="7">
                                            <p:graphicEl>
                                              <a:dgm id="{7DA4E649-D572-4979-8F69-E830E52B420C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65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61BC33D1-27D0-48FD-9C27-C9590BA1F30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7">
                                            <p:graphicEl>
                                              <a:dgm id="{61BC33D1-27D0-48FD-9C27-C9590BA1F30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71BD5804-B2F2-47D8-BF05-D5E9572329C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0"/>
                                        <p:tgtEl>
                                          <p:spTgt spid="7">
                                            <p:graphicEl>
                                              <a:dgm id="{71BD5804-B2F2-47D8-BF05-D5E9572329C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45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2993550F-CC8E-403E-B2A1-C274BB229D8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000"/>
                                        <p:tgtEl>
                                          <p:spTgt spid="7">
                                            <p:graphicEl>
                                              <a:dgm id="{2993550F-CC8E-403E-B2A1-C274BB229D8C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85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E614B7F4-17FE-47B5-B723-A9DE0598DBF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7">
                                            <p:graphicEl>
                                              <a:dgm id="{E614B7F4-17FE-47B5-B723-A9DE0598DBF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25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B75AA44D-C5E1-494A-BBBD-D834D0D19EA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000"/>
                                        <p:tgtEl>
                                          <p:spTgt spid="7">
                                            <p:graphicEl>
                                              <a:dgm id="{B75AA44D-C5E1-494A-BBBD-D834D0D19EA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650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48099BB8-5E5C-47D8-8C02-59925711D23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2000"/>
                                        <p:tgtEl>
                                          <p:spTgt spid="7">
                                            <p:graphicEl>
                                              <a:dgm id="{48099BB8-5E5C-47D8-8C02-59925711D23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3050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70581634-D159-4BA9-8BC4-BD6E728FBB0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2000"/>
                                        <p:tgtEl>
                                          <p:spTgt spid="7">
                                            <p:graphicEl>
                                              <a:dgm id="{70581634-D159-4BA9-8BC4-BD6E728FBB0E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34500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BA0F0D01-D7B3-4AD3-BDEE-B30DB5F56DB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2000"/>
                                        <p:tgtEl>
                                          <p:spTgt spid="7">
                                            <p:graphicEl>
                                              <a:dgm id="{BA0F0D01-D7B3-4AD3-BDEE-B30DB5F56DB1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3850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FC4D63DB-FFE6-45DF-AD26-2A0C8B6478B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0"/>
                                        <p:tgtEl>
                                          <p:spTgt spid="7">
                                            <p:graphicEl>
                                              <a:dgm id="{FC4D63DB-FFE6-45DF-AD26-2A0C8B6478BC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42500"/>
                            </p:stCondLst>
                            <p:childTnLst>
                              <p:par>
                                <p:cTn id="49" presetID="10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CA53EDF1-BA78-4B10-B3B5-53EA57B0736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2000"/>
                                        <p:tgtEl>
                                          <p:spTgt spid="7">
                                            <p:graphicEl>
                                              <a:dgm id="{CA53EDF1-BA78-4B10-B3B5-53EA57B0736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46500"/>
                            </p:stCondLst>
                            <p:childTnLst>
                              <p:par>
                                <p:cTn id="53" presetID="10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69C12981-5895-4C70-8331-3C9615126E3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2000"/>
                                        <p:tgtEl>
                                          <p:spTgt spid="7">
                                            <p:graphicEl>
                                              <a:dgm id="{69C12981-5895-4C70-8331-3C9615126E3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0500"/>
                            </p:stCondLst>
                            <p:childTnLst>
                              <p:par>
                                <p:cTn id="57" presetID="10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50C7EB7E-0B00-42E1-8E16-D22AB8B4A3A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2000"/>
                                        <p:tgtEl>
                                          <p:spTgt spid="7">
                                            <p:graphicEl>
                                              <a:dgm id="{50C7EB7E-0B00-42E1-8E16-D22AB8B4A3A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4500"/>
                            </p:stCondLst>
                            <p:childTnLst>
                              <p:par>
                                <p:cTn id="61" presetID="10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94C0FE31-FBCF-46D1-B921-F2E8921C960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2000"/>
                                        <p:tgtEl>
                                          <p:spTgt spid="7">
                                            <p:graphicEl>
                                              <a:dgm id="{94C0FE31-FBCF-46D1-B921-F2E8921C960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5850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B860E52A-51EA-4087-A995-B878681A38E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2000"/>
                                        <p:tgtEl>
                                          <p:spTgt spid="7">
                                            <p:graphicEl>
                                              <a:dgm id="{B860E52A-51EA-4087-A995-B878681A38E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62500"/>
                            </p:stCondLst>
                            <p:childTnLst>
                              <p:par>
                                <p:cTn id="69" presetID="10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59546009-9ABC-4C1E-9CD1-F59A2D24944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2000"/>
                                        <p:tgtEl>
                                          <p:spTgt spid="7">
                                            <p:graphicEl>
                                              <a:dgm id="{59546009-9ABC-4C1E-9CD1-F59A2D249441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66500"/>
                            </p:stCondLst>
                            <p:childTnLst>
                              <p:par>
                                <p:cTn id="73" presetID="10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77A3A8C4-36C8-4EF5-A5C9-EAA61FA10EF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2000"/>
                                        <p:tgtEl>
                                          <p:spTgt spid="7">
                                            <p:graphicEl>
                                              <a:dgm id="{77A3A8C4-36C8-4EF5-A5C9-EAA61FA10EF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70500"/>
                            </p:stCondLst>
                            <p:childTnLst>
                              <p:par>
                                <p:cTn id="77" presetID="10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430BBB14-1086-4D17-91FA-B439A0CF7B3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2000"/>
                                        <p:tgtEl>
                                          <p:spTgt spid="7">
                                            <p:graphicEl>
                                              <a:dgm id="{430BBB14-1086-4D17-91FA-B439A0CF7B3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Graphic spid="7" grpId="0">
        <p:bldSub>
          <a:bldDgm bld="one"/>
        </p:bldSub>
      </p:bldGraphic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0" y="152400"/>
            <a:ext cx="8839200" cy="1143000"/>
          </a:xfrm>
        </p:spPr>
        <p:txBody>
          <a:bodyPr>
            <a:normAutofit fontScale="90000"/>
          </a:bodyPr>
          <a:lstStyle/>
          <a:p>
            <a:r>
              <a:rPr lang="en-GB" dirty="0"/>
              <a:t>What Happens When You Shop @ Amazon</a:t>
            </a:r>
            <a:endParaRPr lang="en-US" dirty="0"/>
          </a:p>
        </p:txBody>
      </p:sp>
      <p:sp>
        <p:nvSpPr>
          <p:cNvPr id="9" name="Rectangular Callout 8"/>
          <p:cNvSpPr/>
          <p:nvPr/>
        </p:nvSpPr>
        <p:spPr>
          <a:xfrm>
            <a:off x="1849405" y="1524000"/>
            <a:ext cx="914400" cy="729996"/>
          </a:xfrm>
          <a:prstGeom prst="wedgeRectCallout">
            <a:avLst>
              <a:gd name="adj1" fmla="val -54599"/>
              <a:gd name="adj2" fmla="val 76068"/>
            </a:avLst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dirty="0" err="1"/>
              <a:t>Wha</a:t>
            </a:r>
            <a:r>
              <a:rPr lang="en-GB" sz="1100" dirty="0"/>
              <a:t>.. So cheap.. </a:t>
            </a:r>
            <a:r>
              <a:rPr lang="en-GB" sz="1100" dirty="0" err="1"/>
              <a:t>Ddie</a:t>
            </a:r>
            <a:r>
              <a:rPr lang="en-GB" sz="1100" dirty="0"/>
              <a:t> die must buy</a:t>
            </a:r>
          </a:p>
          <a:p>
            <a:pPr algn="ctr"/>
            <a:endParaRPr lang="en-US" sz="1100" dirty="0"/>
          </a:p>
        </p:txBody>
      </p:sp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57122" y="1791866"/>
            <a:ext cx="1590304" cy="9335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Rectangle 9"/>
          <p:cNvSpPr/>
          <p:nvPr/>
        </p:nvSpPr>
        <p:spPr>
          <a:xfrm>
            <a:off x="4419600" y="2192023"/>
            <a:ext cx="1066800" cy="533400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dirty="0"/>
              <a:t>Bye </a:t>
            </a:r>
            <a:r>
              <a:rPr lang="en-GB" sz="1100" dirty="0" err="1"/>
              <a:t>bye</a:t>
            </a:r>
            <a:r>
              <a:rPr lang="en-GB" sz="1100" dirty="0"/>
              <a:t> </a:t>
            </a:r>
            <a:r>
              <a:rPr lang="en-GB" sz="1100" dirty="0" err="1"/>
              <a:t>bye</a:t>
            </a:r>
            <a:r>
              <a:rPr lang="en-GB" sz="1100" dirty="0"/>
              <a:t>…</a:t>
            </a:r>
            <a:endParaRPr lang="en-US" sz="1100" dirty="0"/>
          </a:p>
        </p:txBody>
      </p:sp>
      <p:pic>
        <p:nvPicPr>
          <p:cNvPr id="2063" name="Picture 15" descr="Royalty Free RF Clip Art Illustration Of A Cartoon Friendly Woman Imputing An Order by Ron Leishman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562600" y="1563373"/>
            <a:ext cx="1428750" cy="1428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6" name="Picture 18"/>
          <p:cNvPicPr>
            <a:picLocks noChangeAspect="1" noChangeArrowheads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590800" y="3352800"/>
            <a:ext cx="2605088" cy="25102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67" name="Picture 19"/>
          <p:cNvPicPr>
            <a:picLocks noChangeAspect="1" noChangeArrowheads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953000" y="5175293"/>
            <a:ext cx="902848" cy="942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68" name="Picture 20"/>
          <p:cNvPicPr>
            <a:picLocks noChangeAspect="1" noChangeArrowheads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469481" y="2725423"/>
            <a:ext cx="847725" cy="7912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69" name="Picture 21"/>
          <p:cNvPicPr>
            <a:picLocks noChangeAspect="1" noChangeArrowheads="1"/>
          </p:cNvPicPr>
          <p:nvPr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304547" y="5257800"/>
            <a:ext cx="692178" cy="8676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72" name="Picture 24"/>
          <p:cNvPicPr>
            <a:picLocks noChangeAspect="1" noChangeArrowheads="1"/>
          </p:cNvPicPr>
          <p:nvPr/>
        </p:nvPicPr>
        <p:blipFill>
          <a:blip r:embed="rId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696200" y="3786691"/>
            <a:ext cx="1152525" cy="1152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20" name="Straight Arrow Connector 19"/>
          <p:cNvCxnSpPr/>
          <p:nvPr/>
        </p:nvCxnSpPr>
        <p:spPr>
          <a:xfrm>
            <a:off x="2996725" y="2057400"/>
            <a:ext cx="2378444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Elbow Connector 21"/>
          <p:cNvCxnSpPr>
            <a:stCxn id="2063" idx="3"/>
            <a:endCxn id="2072" idx="0"/>
          </p:cNvCxnSpPr>
          <p:nvPr/>
        </p:nvCxnSpPr>
        <p:spPr>
          <a:xfrm>
            <a:off x="6991350" y="2277748"/>
            <a:ext cx="1281113" cy="1508943"/>
          </a:xfrm>
          <a:prstGeom prst="bentConnector2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>
            <a:stCxn id="2072" idx="1"/>
          </p:cNvCxnSpPr>
          <p:nvPr/>
        </p:nvCxnSpPr>
        <p:spPr>
          <a:xfrm flipH="1" flipV="1">
            <a:off x="5195888" y="4362953"/>
            <a:ext cx="2500312" cy="1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384944298"/>
      </p:ext>
    </p:extLst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0" y="152400"/>
            <a:ext cx="8839200" cy="1143000"/>
          </a:xfrm>
        </p:spPr>
        <p:txBody>
          <a:bodyPr/>
          <a:lstStyle/>
          <a:p>
            <a:r>
              <a:rPr lang="en-GB" dirty="0"/>
              <a:t>When It Arrives @ Amazon</a:t>
            </a:r>
            <a:endParaRPr lang="en-US" dirty="0"/>
          </a:p>
        </p:txBody>
      </p:sp>
      <p:pic>
        <p:nvPicPr>
          <p:cNvPr id="21" name="Content Placeholder 7" descr="Fig1-28.gif"/>
          <p:cNvPicPr>
            <a:picLocks noGrp="1" noChangeAspect="1"/>
          </p:cNvPicPr>
          <p:nvPr>
            <p:ph idx="4294967295"/>
          </p:nvPr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240588" y="5257800"/>
            <a:ext cx="1903412" cy="1371600"/>
          </a:xfrm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4" cstate="email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PlasticWrap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056055" y="1320423"/>
            <a:ext cx="1371601" cy="1104266"/>
          </a:xfrm>
          <a:prstGeom prst="rect">
            <a:avLst/>
          </a:prstGeom>
          <a:noFill/>
          <a:ln>
            <a:noFill/>
          </a:ln>
          <a:effectLst>
            <a:glow rad="127000">
              <a:schemeClr val="accent1">
                <a:alpha val="0"/>
              </a:schemeClr>
            </a:glow>
            <a:outerShdw blurRad="50800" dist="50800" dir="5400000" algn="ctr" rotWithShape="0">
              <a:srgbClr val="000000">
                <a:alpha val="0"/>
              </a:srgbClr>
            </a:outerShdw>
            <a:reflection stA="0" endPos="65000" dist="50800" dir="5400000" sy="-100000" algn="bl" rotWithShape="0"/>
          </a:effectLst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426530" y="2871068"/>
            <a:ext cx="1348840" cy="9810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8" name="Straight Arrow Connector 7"/>
          <p:cNvCxnSpPr/>
          <p:nvPr/>
        </p:nvCxnSpPr>
        <p:spPr>
          <a:xfrm flipV="1">
            <a:off x="6272521" y="2133600"/>
            <a:ext cx="783534" cy="51403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>
            <a:stCxn id="20" idx="3"/>
          </p:cNvCxnSpPr>
          <p:nvPr/>
        </p:nvCxnSpPr>
        <p:spPr>
          <a:xfrm>
            <a:off x="6272521" y="3361605"/>
            <a:ext cx="1156978" cy="16804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77" name="Picture 5"/>
          <p:cNvPicPr>
            <a:picLocks noChangeAspect="1" noChangeArrowheads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501113" y="4240249"/>
            <a:ext cx="1199674" cy="83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12" name="Straight Arrow Connector 11"/>
          <p:cNvCxnSpPr>
            <a:endCxn id="3077" idx="1"/>
          </p:cNvCxnSpPr>
          <p:nvPr/>
        </p:nvCxnSpPr>
        <p:spPr>
          <a:xfrm>
            <a:off x="6272521" y="4080767"/>
            <a:ext cx="1228592" cy="57858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78" name="Picture 6"/>
          <p:cNvPicPr>
            <a:picLocks noChangeAspect="1" noChangeArrowheads="1"/>
          </p:cNvPicPr>
          <p:nvPr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57200" y="3236190"/>
            <a:ext cx="920337" cy="9203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15" name="Straight Arrow Connector 14"/>
          <p:cNvCxnSpPr>
            <a:stCxn id="3078" idx="3"/>
          </p:cNvCxnSpPr>
          <p:nvPr/>
        </p:nvCxnSpPr>
        <p:spPr>
          <a:xfrm>
            <a:off x="1377537" y="3696359"/>
            <a:ext cx="756063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79" name="Picture 7"/>
          <p:cNvPicPr>
            <a:picLocks noChangeAspect="1" noChangeArrowheads="1"/>
          </p:cNvPicPr>
          <p:nvPr/>
        </p:nvPicPr>
        <p:blipFill>
          <a:blip r:embed="rId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89856" y="5257800"/>
            <a:ext cx="2000250" cy="10761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17" name="Elbow Connector 16"/>
          <p:cNvCxnSpPr>
            <a:stCxn id="20" idx="2"/>
          </p:cNvCxnSpPr>
          <p:nvPr/>
        </p:nvCxnSpPr>
        <p:spPr>
          <a:xfrm rot="5400000">
            <a:off x="3029206" y="4507711"/>
            <a:ext cx="749056" cy="1827254"/>
          </a:xfrm>
          <a:prstGeom prst="bentConnector2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80" name="Picture 8"/>
          <p:cNvPicPr>
            <a:picLocks noChangeAspect="1" noChangeArrowheads="1"/>
          </p:cNvPicPr>
          <p:nvPr/>
        </p:nvPicPr>
        <p:blipFill>
          <a:blip r:embed="rId1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590800" y="1872556"/>
            <a:ext cx="3412672" cy="21565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81" name="Picture 9"/>
          <p:cNvPicPr>
            <a:picLocks noChangeAspect="1" noChangeArrowheads="1"/>
          </p:cNvPicPr>
          <p:nvPr/>
        </p:nvPicPr>
        <p:blipFill>
          <a:blip r:embed="rId11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590800" y="4064420"/>
            <a:ext cx="1219200" cy="842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82" name="Picture 10"/>
          <p:cNvPicPr>
            <a:picLocks noChangeAspect="1" noChangeArrowheads="1"/>
          </p:cNvPicPr>
          <p:nvPr/>
        </p:nvPicPr>
        <p:blipFill>
          <a:blip r:embed="rId1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980937" y="4029074"/>
            <a:ext cx="1047433" cy="8783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83" name="Picture 11"/>
          <p:cNvPicPr>
            <a:picLocks noChangeAspect="1" noChangeArrowheads="1"/>
          </p:cNvPicPr>
          <p:nvPr/>
        </p:nvPicPr>
        <p:blipFill>
          <a:blip r:embed="rId1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845626" y="4054142"/>
            <a:ext cx="1044711" cy="842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" name="Rectangle 19"/>
          <p:cNvSpPr/>
          <p:nvPr/>
        </p:nvSpPr>
        <p:spPr>
          <a:xfrm>
            <a:off x="2362200" y="1676400"/>
            <a:ext cx="3910321" cy="337041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Arrow Connector 10"/>
          <p:cNvCxnSpPr>
            <a:endCxn id="21" idx="1"/>
          </p:cNvCxnSpPr>
          <p:nvPr/>
        </p:nvCxnSpPr>
        <p:spPr>
          <a:xfrm>
            <a:off x="4980937" y="5046810"/>
            <a:ext cx="542452" cy="89679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5030989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0" y="152400"/>
            <a:ext cx="8839200" cy="1143000"/>
          </a:xfrm>
        </p:spPr>
        <p:txBody>
          <a:bodyPr/>
          <a:lstStyle/>
          <a:p>
            <a:r>
              <a:rPr lang="en-GB" dirty="0"/>
              <a:t>What Did You Assume/Trust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4294967295"/>
          </p:nvPr>
        </p:nvSpPr>
        <p:spPr>
          <a:xfrm>
            <a:off x="0" y="1600200"/>
            <a:ext cx="4038600" cy="4525963"/>
          </a:xfrm>
        </p:spPr>
        <p:txBody>
          <a:bodyPr>
            <a:normAutofit fontScale="92500" lnSpcReduction="20000"/>
          </a:bodyPr>
          <a:lstStyle/>
          <a:p>
            <a:r>
              <a:rPr lang="en-GB" dirty="0"/>
              <a:t>Really directed to Amazon.com ?</a:t>
            </a:r>
          </a:p>
          <a:p>
            <a:r>
              <a:rPr lang="en-GB" dirty="0"/>
              <a:t>When you submit, orders will be processed and fulfilled?</a:t>
            </a:r>
          </a:p>
          <a:p>
            <a:r>
              <a:rPr lang="en-GB" dirty="0"/>
              <a:t>That the Internet is always up and running?</a:t>
            </a:r>
          </a:p>
          <a:p>
            <a:r>
              <a:rPr lang="en-GB" dirty="0"/>
              <a:t>Treat IT like electricity and water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half" idx="4294967295"/>
          </p:nvPr>
        </p:nvSpPr>
        <p:spPr>
          <a:xfrm>
            <a:off x="5105400" y="1600200"/>
            <a:ext cx="4038600" cy="4525963"/>
          </a:xfrm>
        </p:spPr>
        <p:txBody>
          <a:bodyPr>
            <a:normAutofit lnSpcReduction="10000"/>
          </a:bodyPr>
          <a:lstStyle/>
          <a:p>
            <a:r>
              <a:rPr lang="en-GB" dirty="0"/>
              <a:t>Security</a:t>
            </a:r>
          </a:p>
          <a:p>
            <a:endParaRPr lang="en-GB" dirty="0"/>
          </a:p>
          <a:p>
            <a:r>
              <a:rPr lang="en-GB" dirty="0"/>
              <a:t>Servers/Software</a:t>
            </a:r>
          </a:p>
          <a:p>
            <a:endParaRPr lang="en-GB" dirty="0"/>
          </a:p>
          <a:p>
            <a:endParaRPr lang="en-GB" dirty="0"/>
          </a:p>
          <a:p>
            <a:r>
              <a:rPr lang="en-GB" dirty="0"/>
              <a:t>Green Computing</a:t>
            </a:r>
          </a:p>
          <a:p>
            <a:endParaRPr lang="en-GB" dirty="0"/>
          </a:p>
          <a:p>
            <a:r>
              <a:rPr lang="en-GB" dirty="0"/>
              <a:t>Cloud</a:t>
            </a:r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349658828"/>
      </p:ext>
    </p:extLst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0" y="152400"/>
            <a:ext cx="8839200" cy="1143000"/>
          </a:xfrm>
        </p:spPr>
        <p:txBody>
          <a:bodyPr/>
          <a:lstStyle/>
          <a:p>
            <a:r>
              <a:rPr lang="en-US" dirty="0"/>
              <a:t>Pillars of IT</a:t>
            </a:r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4294967295"/>
          </p:nvPr>
        </p:nvGraphicFramePr>
        <p:xfrm>
          <a:off x="0" y="1600200"/>
          <a:ext cx="8839200" cy="4191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3" name="5-Point Star 2"/>
          <p:cNvSpPr/>
          <p:nvPr/>
        </p:nvSpPr>
        <p:spPr>
          <a:xfrm>
            <a:off x="7315200" y="228600"/>
            <a:ext cx="1219200" cy="1219200"/>
          </a:xfrm>
          <a:prstGeom prst="star5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8996633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EA2F0D80-E6CF-48B1-81D0-FBA6BD265C4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7">
                                            <p:graphicEl>
                                              <a:dgm id="{EA2F0D80-E6CF-48B1-81D0-FBA6BD265C4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9CF01EC4-C063-4D43-92A1-2AC3C8270EA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000"/>
                                        <p:tgtEl>
                                          <p:spTgt spid="7">
                                            <p:graphicEl>
                                              <a:dgm id="{9CF01EC4-C063-4D43-92A1-2AC3C8270EA1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8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35812BDD-6AB1-4041-A485-2B5A39B0C23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7">
                                            <p:graphicEl>
                                              <a:dgm id="{35812BDD-6AB1-4041-A485-2B5A39B0C23E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20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7FE4CA1D-FAFB-4D2D-B302-E03058E3020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0"/>
                                        <p:tgtEl>
                                          <p:spTgt spid="7">
                                            <p:graphicEl>
                                              <a:dgm id="{7FE4CA1D-FAFB-4D2D-B302-E03058E30201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6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DE72FCE5-1BED-4DF6-BE62-7186356E0CF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000"/>
                                        <p:tgtEl>
                                          <p:spTgt spid="7">
                                            <p:graphicEl>
                                              <a:dgm id="{DE72FCE5-1BED-4DF6-BE62-7186356E0CF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7" grpId="0">
        <p:bldSub>
          <a:bldDgm bld="one"/>
        </p:bldSub>
      </p:bldGraphic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0" y="381000"/>
            <a:ext cx="8153400" cy="990600"/>
          </a:xfrm>
        </p:spPr>
        <p:txBody>
          <a:bodyPr/>
          <a:lstStyle/>
          <a:p>
            <a:r>
              <a:rPr lang="en-SG" dirty="0"/>
              <a:t>Your Journey….</a:t>
            </a:r>
          </a:p>
        </p:txBody>
      </p:sp>
      <p:pic>
        <p:nvPicPr>
          <p:cNvPr id="6148" name="Picture 4" descr="http://3.bp.blogspot.com/-YYDGDarDmM4/T0oSajNsRQI/AAAAAAAAA8Q/Fdl5EE-ykYI/s1600/types+Websites.png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83568" y="2060848"/>
            <a:ext cx="7056784" cy="3845624"/>
          </a:xfrm>
          <a:prstGeom prst="rect">
            <a:avLst/>
          </a:prstGeom>
          <a:noFill/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267972864"/>
      </p:ext>
    </p:extLst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/>
          </p:cNvSpPr>
          <p:nvPr>
            <p:ph type="title" idx="4294967295"/>
          </p:nvPr>
        </p:nvSpPr>
        <p:spPr>
          <a:xfrm>
            <a:off x="228600" y="228600"/>
            <a:ext cx="8153400" cy="990600"/>
          </a:xfrm>
        </p:spPr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Rectangle 2"/>
          <p:cNvSpPr>
            <a:spLocks noGrp="1"/>
          </p:cNvSpPr>
          <p:nvPr>
            <p:ph sz="quarter" idx="4294967295"/>
          </p:nvPr>
        </p:nvSpPr>
        <p:spPr>
          <a:xfrm>
            <a:off x="228600" y="1600200"/>
            <a:ext cx="8153400" cy="4495800"/>
          </a:xfrm>
        </p:spPr>
        <p:txBody>
          <a:bodyPr/>
          <a:lstStyle/>
          <a:p>
            <a:pPr>
              <a:buFont typeface="Wingdings" pitchFamily="2" charset="2"/>
              <a:buChar char="Ø"/>
            </a:pPr>
            <a:r>
              <a:rPr lang="en-US" dirty="0"/>
              <a:t>The request and delivery of information involves many ‘people’ that need to work together</a:t>
            </a:r>
          </a:p>
          <a:p>
            <a:pPr>
              <a:buFont typeface="Wingdings" pitchFamily="2" charset="2"/>
              <a:buChar char="Ø"/>
            </a:pPr>
            <a:r>
              <a:rPr lang="en-US" dirty="0"/>
              <a:t>Through this course, we will meet each of this different technologies that will have influence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842920114"/>
      </p:ext>
    </p:extLst>
  </p:cSld>
  <p:clrMapOvr>
    <a:masterClrMapping/>
  </p:clrMapOvr>
  <p:transition>
    <p:fad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PROJECT_OPEN" val="0"/>
  <p:tag name="ARTICULATE_SLIDE_COUNT" val="2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2229</TotalTime>
  <Words>698</Words>
  <Application>Microsoft Office PowerPoint</Application>
  <PresentationFormat>On-screen Show (4:3)</PresentationFormat>
  <Paragraphs>129</Paragraphs>
  <Slides>20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Arial</vt:lpstr>
      <vt:lpstr>Arial Black</vt:lpstr>
      <vt:lpstr>Calibri</vt:lpstr>
      <vt:lpstr>Wingdings</vt:lpstr>
      <vt:lpstr>Office Theme</vt:lpstr>
      <vt:lpstr>ITP171  IT Fundamentals and Project </vt:lpstr>
      <vt:lpstr>Your Module Leader</vt:lpstr>
      <vt:lpstr>About ITP171</vt:lpstr>
      <vt:lpstr>ITP171 Module Topics</vt:lpstr>
      <vt:lpstr>PowerPoint Presentation</vt:lpstr>
      <vt:lpstr>Why is this module important?</vt:lpstr>
      <vt:lpstr>Project Theme</vt:lpstr>
      <vt:lpstr>Project Theme</vt:lpstr>
      <vt:lpstr>How we do Design Thinking?</vt:lpstr>
      <vt:lpstr>Your attendance and rules</vt:lpstr>
      <vt:lpstr>Other information</vt:lpstr>
      <vt:lpstr>Think about this?</vt:lpstr>
      <vt:lpstr>Introduction - A World of Computers</vt:lpstr>
      <vt:lpstr>Networks and the Internet</vt:lpstr>
      <vt:lpstr>What Happens When You Shop @ Amazon</vt:lpstr>
      <vt:lpstr>When It Arrives @ Amazon</vt:lpstr>
      <vt:lpstr>What Did You Assume/Trust</vt:lpstr>
      <vt:lpstr>Pillars of IT</vt:lpstr>
      <vt:lpstr>Your Journey….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steven</dc:creator>
  <cp:lastModifiedBy>BRYAN ANG WEI ZE</cp:lastModifiedBy>
  <cp:revision>133</cp:revision>
  <dcterms:created xsi:type="dcterms:W3CDTF">2008-12-18T17:11:12Z</dcterms:created>
  <dcterms:modified xsi:type="dcterms:W3CDTF">2018-05-23T13:41:55Z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45EAE368-DDF3-41D2-AAB9-372D64AC8551</vt:lpwstr>
  </property>
  <property fmtid="{D5CDD505-2E9C-101B-9397-08002B2CF9AE}" pid="3" name="ArticulatePath">
    <vt:lpwstr>Week1-Lecture-Overview</vt:lpwstr>
  </property>
</Properties>
</file>