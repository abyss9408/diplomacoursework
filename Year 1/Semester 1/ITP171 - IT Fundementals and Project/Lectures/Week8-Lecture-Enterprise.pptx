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3.xml" ContentType="application/vnd.openxmlformats-officedocument.presentationml.notesSlide+xml"/>
  <Override PartName="/ppt/tags/tag20.xml" ContentType="application/vnd.openxmlformats-officedocument.presentationml.tags+xml"/>
  <Override PartName="/ppt/notesSlides/notesSlide14.xml" ContentType="application/vnd.openxmlformats-officedocument.presentationml.notesSlide+xml"/>
  <Override PartName="/ppt/tags/tag21.xml" ContentType="application/vnd.openxmlformats-officedocument.presentationml.tags+xml"/>
  <Override PartName="/ppt/notesSlides/notesSlide15.xml" ContentType="application/vnd.openxmlformats-officedocument.presentationml.notesSlide+xml"/>
  <Override PartName="/ppt/tags/tag22.xml" ContentType="application/vnd.openxmlformats-officedocument.presentationml.tags+xml"/>
  <Override PartName="/ppt/notesSlides/notesSlide16.xml" ContentType="application/vnd.openxmlformats-officedocument.presentationml.notesSlide+xml"/>
  <Override PartName="/ppt/tags/tag23.xml" ContentType="application/vnd.openxmlformats-officedocument.presentationml.tags+xml"/>
  <Override PartName="/ppt/notesSlides/notesSlide17.xml" ContentType="application/vnd.openxmlformats-officedocument.presentationml.notesSlide+xml"/>
  <Override PartName="/ppt/tags/tag24.xml" ContentType="application/vnd.openxmlformats-officedocument.presentationml.tags+xml"/>
  <Override PartName="/ppt/notesSlides/notesSlide18.xml" ContentType="application/vnd.openxmlformats-officedocument.presentationml.notesSlide+xml"/>
  <Override PartName="/ppt/tags/tag25.xml" ContentType="application/vnd.openxmlformats-officedocument.presentationml.tags+xml"/>
  <Override PartName="/ppt/notesSlides/notesSlide19.xml" ContentType="application/vnd.openxmlformats-officedocument.presentationml.notesSlide+xml"/>
  <Override PartName="/ppt/tags/tag26.xml" ContentType="application/vnd.openxmlformats-officedocument.presentationml.tags+xml"/>
  <Override PartName="/ppt/notesSlides/notesSlide20.xml" ContentType="application/vnd.openxmlformats-officedocument.presentationml.notesSlide+xml"/>
  <Override PartName="/ppt/tags/tag27.xml" ContentType="application/vnd.openxmlformats-officedocument.presentationml.tags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28.xml" ContentType="application/vnd.openxmlformats-officedocument.presentationml.tags+xml"/>
  <Override PartName="/ppt/notesSlides/notesSlide2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29.xml" ContentType="application/vnd.openxmlformats-officedocument.presentationml.tags+xml"/>
  <Override PartName="/ppt/notesSlides/notesSlide23.xml" ContentType="application/vnd.openxmlformats-officedocument.presentationml.notesSlide+xml"/>
  <Override PartName="/ppt/tags/tag30.xml" ContentType="application/vnd.openxmlformats-officedocument.presentationml.tags+xml"/>
  <Override PartName="/ppt/notesSlides/notesSlide24.xml" ContentType="application/vnd.openxmlformats-officedocument.presentationml.notesSlide+xml"/>
  <Override PartName="/ppt/tags/tag31.xml" ContentType="application/vnd.openxmlformats-officedocument.presentationml.tags+xml"/>
  <Override PartName="/ppt/notesSlides/notesSlide25.xml" ContentType="application/vnd.openxmlformats-officedocument.presentationml.notesSlide+xml"/>
  <Override PartName="/ppt/tags/tag32.xml" ContentType="application/vnd.openxmlformats-officedocument.presentationml.tags+xml"/>
  <Override PartName="/ppt/notesSlides/notesSlide26.xml" ContentType="application/vnd.openxmlformats-officedocument.presentationml.notesSlide+xml"/>
  <Override PartName="/ppt/tags/tag33.xml" ContentType="application/vnd.openxmlformats-officedocument.presentationml.tags+xml"/>
  <Override PartName="/ppt/notesSlides/notesSlide27.xml" ContentType="application/vnd.openxmlformats-officedocument.presentationml.notesSlide+xml"/>
  <Override PartName="/ppt/tags/tag34.xml" ContentType="application/vnd.openxmlformats-officedocument.presentationml.tags+xml"/>
  <Override PartName="/ppt/notesSlides/notesSlide28.xml" ContentType="application/vnd.openxmlformats-officedocument.presentationml.notesSlide+xml"/>
  <Override PartName="/ppt/tags/tag35.xml" ContentType="application/vnd.openxmlformats-officedocument.presentationml.tags+xml"/>
  <Override PartName="/ppt/notesSlides/notesSlide2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36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4" r:id="rId2"/>
  </p:sldMasterIdLst>
  <p:notesMasterIdLst>
    <p:notesMasterId r:id="rId38"/>
  </p:notesMasterIdLst>
  <p:sldIdLst>
    <p:sldId id="256" r:id="rId3"/>
    <p:sldId id="273" r:id="rId4"/>
    <p:sldId id="274" r:id="rId5"/>
    <p:sldId id="354" r:id="rId6"/>
    <p:sldId id="306" r:id="rId7"/>
    <p:sldId id="313" r:id="rId8"/>
    <p:sldId id="315" r:id="rId9"/>
    <p:sldId id="316" r:id="rId10"/>
    <p:sldId id="317" r:id="rId11"/>
    <p:sldId id="319" r:id="rId12"/>
    <p:sldId id="345" r:id="rId13"/>
    <p:sldId id="346" r:id="rId14"/>
    <p:sldId id="347" r:id="rId15"/>
    <p:sldId id="348" r:id="rId16"/>
    <p:sldId id="349" r:id="rId17"/>
    <p:sldId id="350" r:id="rId18"/>
    <p:sldId id="355" r:id="rId19"/>
    <p:sldId id="351" r:id="rId20"/>
    <p:sldId id="352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8" r:id="rId29"/>
    <p:sldId id="337" r:id="rId30"/>
    <p:sldId id="339" r:id="rId31"/>
    <p:sldId id="340" r:id="rId32"/>
    <p:sldId id="341" r:id="rId33"/>
    <p:sldId id="342" r:id="rId34"/>
    <p:sldId id="343" r:id="rId35"/>
    <p:sldId id="344" r:id="rId36"/>
    <p:sldId id="353" r:id="rId37"/>
  </p:sldIdLst>
  <p:sldSz cx="9144000" cy="6858000" type="screen4x3"/>
  <p:notesSz cx="6858000" cy="9144000"/>
  <p:custDataLst>
    <p:tags r:id="rId39"/>
  </p:custDataLst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3" autoAdjust="0"/>
    <p:restoredTop sz="94660"/>
  </p:normalViewPr>
  <p:slideViewPr>
    <p:cSldViewPr>
      <p:cViewPr varScale="1">
        <p:scale>
          <a:sx n="47" d="100"/>
          <a:sy n="47" d="100"/>
        </p:scale>
        <p:origin x="13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gs" Target="tags/tag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55B6E6-02FD-4163-8508-5E6711349A76}" type="doc">
      <dgm:prSet loTypeId="urn:microsoft.com/office/officeart/2005/8/layout/default#185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92F8B32-8D63-4FA4-8296-625F8389E2A2}">
      <dgm:prSet phldrT="[Text]"/>
      <dgm:spPr/>
      <dgm:t>
        <a:bodyPr/>
        <a:lstStyle/>
        <a:p>
          <a:r>
            <a:rPr lang="en-US" dirty="0"/>
            <a:t>Retail</a:t>
          </a:r>
        </a:p>
      </dgm:t>
    </dgm:pt>
    <dgm:pt modelId="{33756FC3-5027-40D4-810D-1EC4B46D5F5D}" type="parTrans" cxnId="{052B439F-4A75-4053-B181-4EDC9C75975F}">
      <dgm:prSet/>
      <dgm:spPr/>
      <dgm:t>
        <a:bodyPr/>
        <a:lstStyle/>
        <a:p>
          <a:endParaRPr lang="en-US"/>
        </a:p>
      </dgm:t>
    </dgm:pt>
    <dgm:pt modelId="{242259DE-8A14-4405-AC5D-076C5DF0B25E}" type="sibTrans" cxnId="{052B439F-4A75-4053-B181-4EDC9C75975F}">
      <dgm:prSet/>
      <dgm:spPr/>
      <dgm:t>
        <a:bodyPr/>
        <a:lstStyle/>
        <a:p>
          <a:endParaRPr lang="en-US"/>
        </a:p>
      </dgm:t>
    </dgm:pt>
    <dgm:pt modelId="{4CB4E176-53E3-44D5-8D06-E067DA01DAC2}">
      <dgm:prSet phldrT="[Text]"/>
      <dgm:spPr/>
      <dgm:t>
        <a:bodyPr/>
        <a:lstStyle/>
        <a:p>
          <a:r>
            <a:rPr lang="en-US" dirty="0"/>
            <a:t>Manufacturing</a:t>
          </a:r>
        </a:p>
      </dgm:t>
    </dgm:pt>
    <dgm:pt modelId="{F5F14AB5-0D0B-4293-9860-C2BFBADE365D}" type="parTrans" cxnId="{1D01C20B-BD25-4975-A13C-732B1115182C}">
      <dgm:prSet/>
      <dgm:spPr/>
      <dgm:t>
        <a:bodyPr/>
        <a:lstStyle/>
        <a:p>
          <a:endParaRPr lang="en-US"/>
        </a:p>
      </dgm:t>
    </dgm:pt>
    <dgm:pt modelId="{0EADDD87-85DA-4913-97B6-4F0C5B775FF5}" type="sibTrans" cxnId="{1D01C20B-BD25-4975-A13C-732B1115182C}">
      <dgm:prSet/>
      <dgm:spPr/>
      <dgm:t>
        <a:bodyPr/>
        <a:lstStyle/>
        <a:p>
          <a:endParaRPr lang="en-US"/>
        </a:p>
      </dgm:t>
    </dgm:pt>
    <dgm:pt modelId="{96542732-A7A2-48D2-BB86-4C45741B5B87}">
      <dgm:prSet phldrT="[Text]"/>
      <dgm:spPr/>
      <dgm:t>
        <a:bodyPr/>
        <a:lstStyle/>
        <a:p>
          <a:r>
            <a:rPr lang="en-US" dirty="0"/>
            <a:t>Service</a:t>
          </a:r>
        </a:p>
      </dgm:t>
    </dgm:pt>
    <dgm:pt modelId="{B22C6002-9A50-4C2E-AE29-77CEB53A2EC0}" type="parTrans" cxnId="{9F4F9E7C-A46F-4568-8489-7E4595D35FD6}">
      <dgm:prSet/>
      <dgm:spPr/>
      <dgm:t>
        <a:bodyPr/>
        <a:lstStyle/>
        <a:p>
          <a:endParaRPr lang="en-US"/>
        </a:p>
      </dgm:t>
    </dgm:pt>
    <dgm:pt modelId="{0C01D180-4494-4F35-BC21-C33F4720CDB3}" type="sibTrans" cxnId="{9F4F9E7C-A46F-4568-8489-7E4595D35FD6}">
      <dgm:prSet/>
      <dgm:spPr/>
      <dgm:t>
        <a:bodyPr/>
        <a:lstStyle/>
        <a:p>
          <a:endParaRPr lang="en-US"/>
        </a:p>
      </dgm:t>
    </dgm:pt>
    <dgm:pt modelId="{E0573A47-A1C0-47B8-909E-2ED852870FE0}">
      <dgm:prSet phldrT="[Text]"/>
      <dgm:spPr/>
      <dgm:t>
        <a:bodyPr/>
        <a:lstStyle/>
        <a:p>
          <a:r>
            <a:rPr lang="en-US" dirty="0"/>
            <a:t>Wholesale</a:t>
          </a:r>
        </a:p>
      </dgm:t>
    </dgm:pt>
    <dgm:pt modelId="{85818C61-D6DD-406E-84D4-D55189BC6289}" type="parTrans" cxnId="{ACE09214-95B4-45BD-B8B6-BD1ACEE16007}">
      <dgm:prSet/>
      <dgm:spPr/>
      <dgm:t>
        <a:bodyPr/>
        <a:lstStyle/>
        <a:p>
          <a:endParaRPr lang="en-US"/>
        </a:p>
      </dgm:t>
    </dgm:pt>
    <dgm:pt modelId="{597B65C4-56CE-49FC-9034-E41669C57E64}" type="sibTrans" cxnId="{ACE09214-95B4-45BD-B8B6-BD1ACEE16007}">
      <dgm:prSet/>
      <dgm:spPr/>
      <dgm:t>
        <a:bodyPr/>
        <a:lstStyle/>
        <a:p>
          <a:endParaRPr lang="en-US"/>
        </a:p>
      </dgm:t>
    </dgm:pt>
    <dgm:pt modelId="{0ACC5044-34D6-40BF-827F-7A611D910789}">
      <dgm:prSet phldrT="[Text]"/>
      <dgm:spPr/>
      <dgm:t>
        <a:bodyPr/>
        <a:lstStyle/>
        <a:p>
          <a:r>
            <a:rPr lang="en-US" dirty="0"/>
            <a:t>Government</a:t>
          </a:r>
        </a:p>
      </dgm:t>
    </dgm:pt>
    <dgm:pt modelId="{034E2629-B4D0-4667-BDAA-C2313A7CFF6A}" type="parTrans" cxnId="{EC820E19-7C8A-4E5B-849D-484EB4F67CA1}">
      <dgm:prSet/>
      <dgm:spPr/>
      <dgm:t>
        <a:bodyPr/>
        <a:lstStyle/>
        <a:p>
          <a:endParaRPr lang="en-US"/>
        </a:p>
      </dgm:t>
    </dgm:pt>
    <dgm:pt modelId="{1739CA60-0580-44EF-9AD5-C04730E0990D}" type="sibTrans" cxnId="{EC820E19-7C8A-4E5B-849D-484EB4F67CA1}">
      <dgm:prSet/>
      <dgm:spPr/>
      <dgm:t>
        <a:bodyPr/>
        <a:lstStyle/>
        <a:p>
          <a:endParaRPr lang="en-US"/>
        </a:p>
      </dgm:t>
    </dgm:pt>
    <dgm:pt modelId="{5F428E3B-F983-4D04-9A26-740081E693E5}">
      <dgm:prSet phldrT="[Text]"/>
      <dgm:spPr/>
      <dgm:t>
        <a:bodyPr/>
        <a:lstStyle/>
        <a:p>
          <a:r>
            <a:rPr lang="en-US" dirty="0"/>
            <a:t>Educational</a:t>
          </a:r>
        </a:p>
      </dgm:t>
    </dgm:pt>
    <dgm:pt modelId="{473F4FC1-A81F-4ED8-9C24-768C85DC1397}" type="parTrans" cxnId="{CACD97BC-C68C-4D08-99E1-88703B63FF63}">
      <dgm:prSet/>
      <dgm:spPr/>
      <dgm:t>
        <a:bodyPr/>
        <a:lstStyle/>
        <a:p>
          <a:endParaRPr lang="en-US"/>
        </a:p>
      </dgm:t>
    </dgm:pt>
    <dgm:pt modelId="{74C74E4F-F523-4B63-843C-77013D02C776}" type="sibTrans" cxnId="{CACD97BC-C68C-4D08-99E1-88703B63FF63}">
      <dgm:prSet/>
      <dgm:spPr/>
      <dgm:t>
        <a:bodyPr/>
        <a:lstStyle/>
        <a:p>
          <a:endParaRPr lang="en-US"/>
        </a:p>
      </dgm:t>
    </dgm:pt>
    <dgm:pt modelId="{8B8C0CB6-D609-4AE7-8FDC-F686FA113E58}">
      <dgm:prSet phldrT="[Text]"/>
      <dgm:spPr/>
      <dgm:t>
        <a:bodyPr/>
        <a:lstStyle/>
        <a:p>
          <a:r>
            <a:rPr lang="en-US" dirty="0"/>
            <a:t>Transportation</a:t>
          </a:r>
        </a:p>
      </dgm:t>
    </dgm:pt>
    <dgm:pt modelId="{B5CED482-A634-4938-B184-AB6D56989733}" type="parTrans" cxnId="{0E5F46A2-4B54-45CA-8218-C01E8E381D52}">
      <dgm:prSet/>
      <dgm:spPr/>
      <dgm:t>
        <a:bodyPr/>
        <a:lstStyle/>
        <a:p>
          <a:endParaRPr lang="en-US"/>
        </a:p>
      </dgm:t>
    </dgm:pt>
    <dgm:pt modelId="{8C08E8A0-F6CC-432F-B13F-AB87CF48A318}" type="sibTrans" cxnId="{0E5F46A2-4B54-45CA-8218-C01E8E381D52}">
      <dgm:prSet/>
      <dgm:spPr/>
      <dgm:t>
        <a:bodyPr/>
        <a:lstStyle/>
        <a:p>
          <a:endParaRPr lang="en-US"/>
        </a:p>
      </dgm:t>
    </dgm:pt>
    <dgm:pt modelId="{041431A0-C06E-403E-AFD1-63097EB996F9}" type="pres">
      <dgm:prSet presAssocID="{C855B6E6-02FD-4163-8508-5E6711349A76}" presName="diagram" presStyleCnt="0">
        <dgm:presLayoutVars>
          <dgm:dir/>
          <dgm:resizeHandles val="exact"/>
        </dgm:presLayoutVars>
      </dgm:prSet>
      <dgm:spPr/>
    </dgm:pt>
    <dgm:pt modelId="{6F45FDFC-8E8C-44E9-BF1C-B5507327B1F0}" type="pres">
      <dgm:prSet presAssocID="{792F8B32-8D63-4FA4-8296-625F8389E2A2}" presName="node" presStyleLbl="node1" presStyleIdx="0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D4BC8138-CB11-4A91-9572-D5CFE8BEB413}" type="pres">
      <dgm:prSet presAssocID="{242259DE-8A14-4405-AC5D-076C5DF0B25E}" presName="sibTrans" presStyleCnt="0"/>
      <dgm:spPr/>
    </dgm:pt>
    <dgm:pt modelId="{47AFCF80-CDEC-4FB4-9FAE-2615F009AE87}" type="pres">
      <dgm:prSet presAssocID="{4CB4E176-53E3-44D5-8D06-E067DA01DAC2}" presName="node" presStyleLbl="node1" presStyleIdx="1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28848F21-3B58-4FE3-B775-B27B00A347BA}" type="pres">
      <dgm:prSet presAssocID="{0EADDD87-85DA-4913-97B6-4F0C5B775FF5}" presName="sibTrans" presStyleCnt="0"/>
      <dgm:spPr/>
    </dgm:pt>
    <dgm:pt modelId="{11A54B22-5C40-467E-9A1A-40107B9273CA}" type="pres">
      <dgm:prSet presAssocID="{96542732-A7A2-48D2-BB86-4C45741B5B87}" presName="node" presStyleLbl="node1" presStyleIdx="2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1BE8B149-D160-4123-B14B-A9EB7CCB5C55}" type="pres">
      <dgm:prSet presAssocID="{0C01D180-4494-4F35-BC21-C33F4720CDB3}" presName="sibTrans" presStyleCnt="0"/>
      <dgm:spPr/>
    </dgm:pt>
    <dgm:pt modelId="{BC8B05C8-C33E-40CD-AB18-D116AC9538F7}" type="pres">
      <dgm:prSet presAssocID="{E0573A47-A1C0-47B8-909E-2ED852870FE0}" presName="node" presStyleLbl="node1" presStyleIdx="3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EFEE7BC2-90D3-4FE1-9860-B2F1465854DD}" type="pres">
      <dgm:prSet presAssocID="{597B65C4-56CE-49FC-9034-E41669C57E64}" presName="sibTrans" presStyleCnt="0"/>
      <dgm:spPr/>
    </dgm:pt>
    <dgm:pt modelId="{6D358396-C385-4A16-B901-CCC05DA0A7B4}" type="pres">
      <dgm:prSet presAssocID="{0ACC5044-34D6-40BF-827F-7A611D910789}" presName="node" presStyleLbl="node1" presStyleIdx="4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D7F76443-3AC1-44FB-9780-F3B56F46A1E3}" type="pres">
      <dgm:prSet presAssocID="{1739CA60-0580-44EF-9AD5-C04730E0990D}" presName="sibTrans" presStyleCnt="0"/>
      <dgm:spPr/>
    </dgm:pt>
    <dgm:pt modelId="{4734DC9B-CBDB-45A7-9B8E-D2C700959DD3}" type="pres">
      <dgm:prSet presAssocID="{5F428E3B-F983-4D04-9A26-740081E693E5}" presName="node" presStyleLbl="node1" presStyleIdx="5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0A575BD6-DC70-429D-BA9E-CDEE01276760}" type="pres">
      <dgm:prSet presAssocID="{74C74E4F-F523-4B63-843C-77013D02C776}" presName="sibTrans" presStyleCnt="0"/>
      <dgm:spPr/>
    </dgm:pt>
    <dgm:pt modelId="{729674C8-FC1C-4591-A978-16E087E54000}" type="pres">
      <dgm:prSet presAssocID="{8B8C0CB6-D609-4AE7-8FDC-F686FA113E58}" presName="node" presStyleLbl="node1" presStyleIdx="6" presStyleCnt="7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1D01C20B-BD25-4975-A13C-732B1115182C}" srcId="{C855B6E6-02FD-4163-8508-5E6711349A76}" destId="{4CB4E176-53E3-44D5-8D06-E067DA01DAC2}" srcOrd="1" destOrd="0" parTransId="{F5F14AB5-0D0B-4293-9860-C2BFBADE365D}" sibTransId="{0EADDD87-85DA-4913-97B6-4F0C5B775FF5}"/>
    <dgm:cxn modelId="{ACE09214-95B4-45BD-B8B6-BD1ACEE16007}" srcId="{C855B6E6-02FD-4163-8508-5E6711349A76}" destId="{E0573A47-A1C0-47B8-909E-2ED852870FE0}" srcOrd="3" destOrd="0" parTransId="{85818C61-D6DD-406E-84D4-D55189BC6289}" sibTransId="{597B65C4-56CE-49FC-9034-E41669C57E64}"/>
    <dgm:cxn modelId="{FE439918-21E2-4FE9-8D7D-D3FEF5694FEF}" type="presOf" srcId="{0ACC5044-34D6-40BF-827F-7A611D910789}" destId="{6D358396-C385-4A16-B901-CCC05DA0A7B4}" srcOrd="0" destOrd="0" presId="urn:microsoft.com/office/officeart/2005/8/layout/default#185"/>
    <dgm:cxn modelId="{EC820E19-7C8A-4E5B-849D-484EB4F67CA1}" srcId="{C855B6E6-02FD-4163-8508-5E6711349A76}" destId="{0ACC5044-34D6-40BF-827F-7A611D910789}" srcOrd="4" destOrd="0" parTransId="{034E2629-B4D0-4667-BDAA-C2313A7CFF6A}" sibTransId="{1739CA60-0580-44EF-9AD5-C04730E0990D}"/>
    <dgm:cxn modelId="{D2C34135-7524-4163-B843-6EC0FC893284}" type="presOf" srcId="{792F8B32-8D63-4FA4-8296-625F8389E2A2}" destId="{6F45FDFC-8E8C-44E9-BF1C-B5507327B1F0}" srcOrd="0" destOrd="0" presId="urn:microsoft.com/office/officeart/2005/8/layout/default#185"/>
    <dgm:cxn modelId="{0F701240-6E81-469A-8B1B-BA126E6B129C}" type="presOf" srcId="{96542732-A7A2-48D2-BB86-4C45741B5B87}" destId="{11A54B22-5C40-467E-9A1A-40107B9273CA}" srcOrd="0" destOrd="0" presId="urn:microsoft.com/office/officeart/2005/8/layout/default#185"/>
    <dgm:cxn modelId="{9F4F9E7C-A46F-4568-8489-7E4595D35FD6}" srcId="{C855B6E6-02FD-4163-8508-5E6711349A76}" destId="{96542732-A7A2-48D2-BB86-4C45741B5B87}" srcOrd="2" destOrd="0" parTransId="{B22C6002-9A50-4C2E-AE29-77CEB53A2EC0}" sibTransId="{0C01D180-4494-4F35-BC21-C33F4720CDB3}"/>
    <dgm:cxn modelId="{61558899-1D17-433F-AF6E-5D86CE9F1073}" type="presOf" srcId="{5F428E3B-F983-4D04-9A26-740081E693E5}" destId="{4734DC9B-CBDB-45A7-9B8E-D2C700959DD3}" srcOrd="0" destOrd="0" presId="urn:microsoft.com/office/officeart/2005/8/layout/default#185"/>
    <dgm:cxn modelId="{052B439F-4A75-4053-B181-4EDC9C75975F}" srcId="{C855B6E6-02FD-4163-8508-5E6711349A76}" destId="{792F8B32-8D63-4FA4-8296-625F8389E2A2}" srcOrd="0" destOrd="0" parTransId="{33756FC3-5027-40D4-810D-1EC4B46D5F5D}" sibTransId="{242259DE-8A14-4405-AC5D-076C5DF0B25E}"/>
    <dgm:cxn modelId="{0E5F46A2-4B54-45CA-8218-C01E8E381D52}" srcId="{C855B6E6-02FD-4163-8508-5E6711349A76}" destId="{8B8C0CB6-D609-4AE7-8FDC-F686FA113E58}" srcOrd="6" destOrd="0" parTransId="{B5CED482-A634-4938-B184-AB6D56989733}" sibTransId="{8C08E8A0-F6CC-432F-B13F-AB87CF48A318}"/>
    <dgm:cxn modelId="{F2B8F1A2-2C31-404E-BB2C-ED876CE9DAB1}" type="presOf" srcId="{4CB4E176-53E3-44D5-8D06-E067DA01DAC2}" destId="{47AFCF80-CDEC-4FB4-9FAE-2615F009AE87}" srcOrd="0" destOrd="0" presId="urn:microsoft.com/office/officeart/2005/8/layout/default#185"/>
    <dgm:cxn modelId="{B89F0EB2-0435-4FB1-BA2A-8674E97F88B8}" type="presOf" srcId="{C855B6E6-02FD-4163-8508-5E6711349A76}" destId="{041431A0-C06E-403E-AFD1-63097EB996F9}" srcOrd="0" destOrd="0" presId="urn:microsoft.com/office/officeart/2005/8/layout/default#185"/>
    <dgm:cxn modelId="{CACD97BC-C68C-4D08-99E1-88703B63FF63}" srcId="{C855B6E6-02FD-4163-8508-5E6711349A76}" destId="{5F428E3B-F983-4D04-9A26-740081E693E5}" srcOrd="5" destOrd="0" parTransId="{473F4FC1-A81F-4ED8-9C24-768C85DC1397}" sibTransId="{74C74E4F-F523-4B63-843C-77013D02C776}"/>
    <dgm:cxn modelId="{EF09AFBF-0D03-4E70-A116-9B0A43F8E23F}" type="presOf" srcId="{8B8C0CB6-D609-4AE7-8FDC-F686FA113E58}" destId="{729674C8-FC1C-4591-A978-16E087E54000}" srcOrd="0" destOrd="0" presId="urn:microsoft.com/office/officeart/2005/8/layout/default#185"/>
    <dgm:cxn modelId="{39F03DC1-5462-463D-A82D-BFE93674A315}" type="presOf" srcId="{E0573A47-A1C0-47B8-909E-2ED852870FE0}" destId="{BC8B05C8-C33E-40CD-AB18-D116AC9538F7}" srcOrd="0" destOrd="0" presId="urn:microsoft.com/office/officeart/2005/8/layout/default#185"/>
    <dgm:cxn modelId="{6CD5475B-72C2-45D0-A1D2-7DF60BFA1428}" type="presParOf" srcId="{041431A0-C06E-403E-AFD1-63097EB996F9}" destId="{6F45FDFC-8E8C-44E9-BF1C-B5507327B1F0}" srcOrd="0" destOrd="0" presId="urn:microsoft.com/office/officeart/2005/8/layout/default#185"/>
    <dgm:cxn modelId="{D60DB1CD-A298-4C67-B5C2-B6BF5DE8B97C}" type="presParOf" srcId="{041431A0-C06E-403E-AFD1-63097EB996F9}" destId="{D4BC8138-CB11-4A91-9572-D5CFE8BEB413}" srcOrd="1" destOrd="0" presId="urn:microsoft.com/office/officeart/2005/8/layout/default#185"/>
    <dgm:cxn modelId="{8B9D2F54-36F3-42B6-9D91-C1E15D8BF796}" type="presParOf" srcId="{041431A0-C06E-403E-AFD1-63097EB996F9}" destId="{47AFCF80-CDEC-4FB4-9FAE-2615F009AE87}" srcOrd="2" destOrd="0" presId="urn:microsoft.com/office/officeart/2005/8/layout/default#185"/>
    <dgm:cxn modelId="{2298851E-0577-4A3D-ABF3-718AD383464D}" type="presParOf" srcId="{041431A0-C06E-403E-AFD1-63097EB996F9}" destId="{28848F21-3B58-4FE3-B775-B27B00A347BA}" srcOrd="3" destOrd="0" presId="urn:microsoft.com/office/officeart/2005/8/layout/default#185"/>
    <dgm:cxn modelId="{BE53AA15-A43C-4EC5-8A69-D24DEF2D8242}" type="presParOf" srcId="{041431A0-C06E-403E-AFD1-63097EB996F9}" destId="{11A54B22-5C40-467E-9A1A-40107B9273CA}" srcOrd="4" destOrd="0" presId="urn:microsoft.com/office/officeart/2005/8/layout/default#185"/>
    <dgm:cxn modelId="{7A3E24C2-E07C-4936-BCAD-D5CEA2FE57DB}" type="presParOf" srcId="{041431A0-C06E-403E-AFD1-63097EB996F9}" destId="{1BE8B149-D160-4123-B14B-A9EB7CCB5C55}" srcOrd="5" destOrd="0" presId="urn:microsoft.com/office/officeart/2005/8/layout/default#185"/>
    <dgm:cxn modelId="{C111B62D-72F6-46CD-AADD-91E8277AAC95}" type="presParOf" srcId="{041431A0-C06E-403E-AFD1-63097EB996F9}" destId="{BC8B05C8-C33E-40CD-AB18-D116AC9538F7}" srcOrd="6" destOrd="0" presId="urn:microsoft.com/office/officeart/2005/8/layout/default#185"/>
    <dgm:cxn modelId="{87200E20-C74A-4D68-A171-ECD4BCDA8495}" type="presParOf" srcId="{041431A0-C06E-403E-AFD1-63097EB996F9}" destId="{EFEE7BC2-90D3-4FE1-9860-B2F1465854DD}" srcOrd="7" destOrd="0" presId="urn:microsoft.com/office/officeart/2005/8/layout/default#185"/>
    <dgm:cxn modelId="{0E846CE2-BDA7-41BA-B0CA-91B5200A803A}" type="presParOf" srcId="{041431A0-C06E-403E-AFD1-63097EB996F9}" destId="{6D358396-C385-4A16-B901-CCC05DA0A7B4}" srcOrd="8" destOrd="0" presId="urn:microsoft.com/office/officeart/2005/8/layout/default#185"/>
    <dgm:cxn modelId="{61E24415-14B1-4790-9B3A-9C8BAC337BB0}" type="presParOf" srcId="{041431A0-C06E-403E-AFD1-63097EB996F9}" destId="{D7F76443-3AC1-44FB-9780-F3B56F46A1E3}" srcOrd="9" destOrd="0" presId="urn:microsoft.com/office/officeart/2005/8/layout/default#185"/>
    <dgm:cxn modelId="{BC100E87-8830-46BC-B995-99182617DED4}" type="presParOf" srcId="{041431A0-C06E-403E-AFD1-63097EB996F9}" destId="{4734DC9B-CBDB-45A7-9B8E-D2C700959DD3}" srcOrd="10" destOrd="0" presId="urn:microsoft.com/office/officeart/2005/8/layout/default#185"/>
    <dgm:cxn modelId="{CB96F057-4469-4ABC-A7CA-FF137318E6B2}" type="presParOf" srcId="{041431A0-C06E-403E-AFD1-63097EB996F9}" destId="{0A575BD6-DC70-429D-BA9E-CDEE01276760}" srcOrd="11" destOrd="0" presId="urn:microsoft.com/office/officeart/2005/8/layout/default#185"/>
    <dgm:cxn modelId="{A83C38A4-FF7C-4909-9986-BC3697F9E7EE}" type="presParOf" srcId="{041431A0-C06E-403E-AFD1-63097EB996F9}" destId="{729674C8-FC1C-4591-A978-16E087E54000}" srcOrd="12" destOrd="0" presId="urn:microsoft.com/office/officeart/2005/8/layout/default#18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E10CD2-CBBA-478D-86D0-39B95C8DA869}" type="doc">
      <dgm:prSet loTypeId="urn:microsoft.com/office/officeart/2005/8/layout/vList6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5F57F4BC-B630-40B4-8A5A-F2C49C5FE799}">
      <dgm:prSet phldrT="[Text]"/>
      <dgm:spPr/>
      <dgm:t>
        <a:bodyPr/>
        <a:lstStyle/>
        <a:p>
          <a:r>
            <a:rPr lang="en-US" dirty="0"/>
            <a:t>Server virtualization</a:t>
          </a:r>
        </a:p>
      </dgm:t>
    </dgm:pt>
    <dgm:pt modelId="{6531B569-7A8C-4F35-A1FE-311A4F278725}" type="parTrans" cxnId="{D44799D7-37F5-406A-92D1-1DC47DB64D87}">
      <dgm:prSet/>
      <dgm:spPr/>
      <dgm:t>
        <a:bodyPr/>
        <a:lstStyle/>
        <a:p>
          <a:endParaRPr lang="en-US"/>
        </a:p>
      </dgm:t>
    </dgm:pt>
    <dgm:pt modelId="{1632CA5C-45CA-4B3C-B143-7161AF946BE4}" type="sibTrans" cxnId="{D44799D7-37F5-406A-92D1-1DC47DB64D87}">
      <dgm:prSet/>
      <dgm:spPr/>
      <dgm:t>
        <a:bodyPr/>
        <a:lstStyle/>
        <a:p>
          <a:endParaRPr lang="en-US"/>
        </a:p>
      </dgm:t>
    </dgm:pt>
    <dgm:pt modelId="{840A51D6-DC3D-4FDB-8A38-62E4034355F0}">
      <dgm:prSet phldrT="[Text]"/>
      <dgm:spPr/>
      <dgm:t>
        <a:bodyPr/>
        <a:lstStyle/>
        <a:p>
          <a:r>
            <a:rPr lang="en-US" dirty="0"/>
            <a:t>Provides the capability to divide a physical server logically into many virtual servers</a:t>
          </a:r>
        </a:p>
      </dgm:t>
    </dgm:pt>
    <dgm:pt modelId="{4C42B5B8-162C-4EE2-9072-78C89FC3CC65}" type="parTrans" cxnId="{C7E4D529-2C07-4353-A390-31BB021D7BE3}">
      <dgm:prSet/>
      <dgm:spPr/>
      <dgm:t>
        <a:bodyPr/>
        <a:lstStyle/>
        <a:p>
          <a:endParaRPr lang="en-US"/>
        </a:p>
      </dgm:t>
    </dgm:pt>
    <dgm:pt modelId="{78EBC38C-CA36-447E-AE4A-3110586AA400}" type="sibTrans" cxnId="{C7E4D529-2C07-4353-A390-31BB021D7BE3}">
      <dgm:prSet/>
      <dgm:spPr/>
      <dgm:t>
        <a:bodyPr/>
        <a:lstStyle/>
        <a:p>
          <a:endParaRPr lang="en-US"/>
        </a:p>
      </dgm:t>
    </dgm:pt>
    <dgm:pt modelId="{B3FC5E1C-7AA1-48B5-80B6-FEC7FA0D0109}">
      <dgm:prSet phldrT="[Text]"/>
      <dgm:spPr/>
      <dgm:t>
        <a:bodyPr/>
        <a:lstStyle/>
        <a:p>
          <a:r>
            <a:rPr lang="en-US" dirty="0"/>
            <a:t>Storage virtualization</a:t>
          </a:r>
        </a:p>
      </dgm:t>
    </dgm:pt>
    <dgm:pt modelId="{1A4F05FE-4572-4AA5-825F-EFDF768FE100}" type="parTrans" cxnId="{09B6D6F3-367A-45D6-AFB2-74A289A89D76}">
      <dgm:prSet/>
      <dgm:spPr/>
      <dgm:t>
        <a:bodyPr/>
        <a:lstStyle/>
        <a:p>
          <a:endParaRPr lang="en-US"/>
        </a:p>
      </dgm:t>
    </dgm:pt>
    <dgm:pt modelId="{F35E8A9E-CB11-4DBC-AA54-8B63A64853C7}" type="sibTrans" cxnId="{09B6D6F3-367A-45D6-AFB2-74A289A89D76}">
      <dgm:prSet/>
      <dgm:spPr/>
      <dgm:t>
        <a:bodyPr/>
        <a:lstStyle/>
        <a:p>
          <a:endParaRPr lang="en-US"/>
        </a:p>
      </dgm:t>
    </dgm:pt>
    <dgm:pt modelId="{DB72A6D7-1D22-482B-92EF-CDCD0B790786}">
      <dgm:prSet phldrT="[Text]"/>
      <dgm:spPr/>
      <dgm:t>
        <a:bodyPr/>
        <a:lstStyle/>
        <a:p>
          <a:r>
            <a:rPr lang="en-US" dirty="0"/>
            <a:t>Provides the capability to create a single logical storage device from many physical storage devices</a:t>
          </a:r>
        </a:p>
      </dgm:t>
    </dgm:pt>
    <dgm:pt modelId="{2B3EAC71-E602-474E-99DF-A24E44838D26}" type="parTrans" cxnId="{2FA2EA5A-8EBD-4638-96AC-36483511FE24}">
      <dgm:prSet/>
      <dgm:spPr/>
      <dgm:t>
        <a:bodyPr/>
        <a:lstStyle/>
        <a:p>
          <a:endParaRPr lang="en-US"/>
        </a:p>
      </dgm:t>
    </dgm:pt>
    <dgm:pt modelId="{F9E38491-A570-4CCC-85D7-25229619D947}" type="sibTrans" cxnId="{2FA2EA5A-8EBD-4638-96AC-36483511FE24}">
      <dgm:prSet/>
      <dgm:spPr/>
      <dgm:t>
        <a:bodyPr/>
        <a:lstStyle/>
        <a:p>
          <a:endParaRPr lang="en-US"/>
        </a:p>
      </dgm:t>
    </dgm:pt>
    <dgm:pt modelId="{F4A502AF-4AF8-433B-8F11-3D90BD80ABB0}" type="pres">
      <dgm:prSet presAssocID="{C8E10CD2-CBBA-478D-86D0-39B95C8DA869}" presName="Name0" presStyleCnt="0">
        <dgm:presLayoutVars>
          <dgm:dir/>
          <dgm:animLvl val="lvl"/>
          <dgm:resizeHandles/>
        </dgm:presLayoutVars>
      </dgm:prSet>
      <dgm:spPr/>
    </dgm:pt>
    <dgm:pt modelId="{81E08A67-3170-4959-8743-293FDAF5ED6E}" type="pres">
      <dgm:prSet presAssocID="{5F57F4BC-B630-40B4-8A5A-F2C49C5FE799}" presName="linNode" presStyleCnt="0"/>
      <dgm:spPr/>
    </dgm:pt>
    <dgm:pt modelId="{54E31BCD-19A5-4EED-AA67-3C46670165C2}" type="pres">
      <dgm:prSet presAssocID="{5F57F4BC-B630-40B4-8A5A-F2C49C5FE799}" presName="parentShp" presStyleLbl="node1" presStyleIdx="0" presStyleCnt="2" custLinFactNeighborY="-26">
        <dgm:presLayoutVars>
          <dgm:bulletEnabled val="1"/>
        </dgm:presLayoutVars>
      </dgm:prSet>
      <dgm:spPr/>
    </dgm:pt>
    <dgm:pt modelId="{05B3A02C-EB63-4AD2-B79E-0C5A152BD027}" type="pres">
      <dgm:prSet presAssocID="{5F57F4BC-B630-40B4-8A5A-F2C49C5FE799}" presName="childShp" presStyleLbl="bgAccFollowNode1" presStyleIdx="0" presStyleCnt="2">
        <dgm:presLayoutVars>
          <dgm:bulletEnabled val="1"/>
        </dgm:presLayoutVars>
      </dgm:prSet>
      <dgm:spPr/>
    </dgm:pt>
    <dgm:pt modelId="{77A4BE3B-ACB2-4FF7-B4F2-598FC0125ABE}" type="pres">
      <dgm:prSet presAssocID="{1632CA5C-45CA-4B3C-B143-7161AF946BE4}" presName="spacing" presStyleCnt="0"/>
      <dgm:spPr/>
    </dgm:pt>
    <dgm:pt modelId="{6C219172-2CFA-4660-B991-79ABEC96F93D}" type="pres">
      <dgm:prSet presAssocID="{B3FC5E1C-7AA1-48B5-80B6-FEC7FA0D0109}" presName="linNode" presStyleCnt="0"/>
      <dgm:spPr/>
    </dgm:pt>
    <dgm:pt modelId="{0B6D9A8C-F54B-4E52-A609-169669808CB7}" type="pres">
      <dgm:prSet presAssocID="{B3FC5E1C-7AA1-48B5-80B6-FEC7FA0D0109}" presName="parentShp" presStyleLbl="node1" presStyleIdx="1" presStyleCnt="2">
        <dgm:presLayoutVars>
          <dgm:bulletEnabled val="1"/>
        </dgm:presLayoutVars>
      </dgm:prSet>
      <dgm:spPr/>
    </dgm:pt>
    <dgm:pt modelId="{897239A0-08BE-47FE-86E8-11ACD1EA8FE9}" type="pres">
      <dgm:prSet presAssocID="{B3FC5E1C-7AA1-48B5-80B6-FEC7FA0D0109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A851D515-AEC1-4407-A8B3-5043C89D1693}" type="presOf" srcId="{5F57F4BC-B630-40B4-8A5A-F2C49C5FE799}" destId="{54E31BCD-19A5-4EED-AA67-3C46670165C2}" srcOrd="0" destOrd="0" presId="urn:microsoft.com/office/officeart/2005/8/layout/vList6"/>
    <dgm:cxn modelId="{C7E4D529-2C07-4353-A390-31BB021D7BE3}" srcId="{5F57F4BC-B630-40B4-8A5A-F2C49C5FE799}" destId="{840A51D6-DC3D-4FDB-8A38-62E4034355F0}" srcOrd="0" destOrd="0" parTransId="{4C42B5B8-162C-4EE2-9072-78C89FC3CC65}" sibTransId="{78EBC38C-CA36-447E-AE4A-3110586AA400}"/>
    <dgm:cxn modelId="{C8F91237-0C7D-4B6F-8929-A4B1428FFE0B}" type="presOf" srcId="{C8E10CD2-CBBA-478D-86D0-39B95C8DA869}" destId="{F4A502AF-4AF8-433B-8F11-3D90BD80ABB0}" srcOrd="0" destOrd="0" presId="urn:microsoft.com/office/officeart/2005/8/layout/vList6"/>
    <dgm:cxn modelId="{B7D80443-0321-4790-8741-8E7894012C45}" type="presOf" srcId="{840A51D6-DC3D-4FDB-8A38-62E4034355F0}" destId="{05B3A02C-EB63-4AD2-B79E-0C5A152BD027}" srcOrd="0" destOrd="0" presId="urn:microsoft.com/office/officeart/2005/8/layout/vList6"/>
    <dgm:cxn modelId="{2FA2EA5A-8EBD-4638-96AC-36483511FE24}" srcId="{B3FC5E1C-7AA1-48B5-80B6-FEC7FA0D0109}" destId="{DB72A6D7-1D22-482B-92EF-CDCD0B790786}" srcOrd="0" destOrd="0" parTransId="{2B3EAC71-E602-474E-99DF-A24E44838D26}" sibTransId="{F9E38491-A570-4CCC-85D7-25229619D947}"/>
    <dgm:cxn modelId="{6CFDC7CD-EC7F-4B7A-94CD-E12897C4EBBC}" type="presOf" srcId="{DB72A6D7-1D22-482B-92EF-CDCD0B790786}" destId="{897239A0-08BE-47FE-86E8-11ACD1EA8FE9}" srcOrd="0" destOrd="0" presId="urn:microsoft.com/office/officeart/2005/8/layout/vList6"/>
    <dgm:cxn modelId="{5D3123D0-778E-4758-A983-D007393D0E79}" type="presOf" srcId="{B3FC5E1C-7AA1-48B5-80B6-FEC7FA0D0109}" destId="{0B6D9A8C-F54B-4E52-A609-169669808CB7}" srcOrd="0" destOrd="0" presId="urn:microsoft.com/office/officeart/2005/8/layout/vList6"/>
    <dgm:cxn modelId="{D44799D7-37F5-406A-92D1-1DC47DB64D87}" srcId="{C8E10CD2-CBBA-478D-86D0-39B95C8DA869}" destId="{5F57F4BC-B630-40B4-8A5A-F2C49C5FE799}" srcOrd="0" destOrd="0" parTransId="{6531B569-7A8C-4F35-A1FE-311A4F278725}" sibTransId="{1632CA5C-45CA-4B3C-B143-7161AF946BE4}"/>
    <dgm:cxn modelId="{09B6D6F3-367A-45D6-AFB2-74A289A89D76}" srcId="{C8E10CD2-CBBA-478D-86D0-39B95C8DA869}" destId="{B3FC5E1C-7AA1-48B5-80B6-FEC7FA0D0109}" srcOrd="1" destOrd="0" parTransId="{1A4F05FE-4572-4AA5-825F-EFDF768FE100}" sibTransId="{F35E8A9E-CB11-4DBC-AA54-8B63A64853C7}"/>
    <dgm:cxn modelId="{32519076-6200-4EC3-BBDA-D29587A51AF7}" type="presParOf" srcId="{F4A502AF-4AF8-433B-8F11-3D90BD80ABB0}" destId="{81E08A67-3170-4959-8743-293FDAF5ED6E}" srcOrd="0" destOrd="0" presId="urn:microsoft.com/office/officeart/2005/8/layout/vList6"/>
    <dgm:cxn modelId="{F1CC31DF-9681-4467-B1D1-68C76523CDB7}" type="presParOf" srcId="{81E08A67-3170-4959-8743-293FDAF5ED6E}" destId="{54E31BCD-19A5-4EED-AA67-3C46670165C2}" srcOrd="0" destOrd="0" presId="urn:microsoft.com/office/officeart/2005/8/layout/vList6"/>
    <dgm:cxn modelId="{FF8DC6F0-44E6-4D26-974B-130D9335C4FC}" type="presParOf" srcId="{81E08A67-3170-4959-8743-293FDAF5ED6E}" destId="{05B3A02C-EB63-4AD2-B79E-0C5A152BD027}" srcOrd="1" destOrd="0" presId="urn:microsoft.com/office/officeart/2005/8/layout/vList6"/>
    <dgm:cxn modelId="{CEC5E241-2340-4C88-984D-352C42A85F05}" type="presParOf" srcId="{F4A502AF-4AF8-433B-8F11-3D90BD80ABB0}" destId="{77A4BE3B-ACB2-4FF7-B4F2-598FC0125ABE}" srcOrd="1" destOrd="0" presId="urn:microsoft.com/office/officeart/2005/8/layout/vList6"/>
    <dgm:cxn modelId="{7BA3CC35-042D-43C7-BDC3-482D5AE1CD13}" type="presParOf" srcId="{F4A502AF-4AF8-433B-8F11-3D90BD80ABB0}" destId="{6C219172-2CFA-4660-B991-79ABEC96F93D}" srcOrd="2" destOrd="0" presId="urn:microsoft.com/office/officeart/2005/8/layout/vList6"/>
    <dgm:cxn modelId="{FABA4C17-053B-4B0E-9A21-9BC704CD8C3C}" type="presParOf" srcId="{6C219172-2CFA-4660-B991-79ABEC96F93D}" destId="{0B6D9A8C-F54B-4E52-A609-169669808CB7}" srcOrd="0" destOrd="0" presId="urn:microsoft.com/office/officeart/2005/8/layout/vList6"/>
    <dgm:cxn modelId="{1BB075C3-97FB-4A54-A273-F0FD65CAFCCE}" type="presParOf" srcId="{6C219172-2CFA-4660-B991-79ABEC96F93D}" destId="{897239A0-08BE-47FE-86E8-11ACD1EA8FE9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2B2BEA-8B6D-493B-8B30-7418876B516B}" type="doc">
      <dgm:prSet loTypeId="urn:microsoft.com/office/officeart/2005/8/layout/default#189" loCatId="list" qsTypeId="urn:microsoft.com/office/officeart/2005/8/quickstyle/3d2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6E2A014A-08DB-424D-9A35-BAA866E57B9D}">
      <dgm:prSet phldrT="[Text]"/>
      <dgm:spPr/>
      <dgm:t>
        <a:bodyPr/>
        <a:lstStyle/>
        <a:p>
          <a:r>
            <a:rPr lang="en-US" dirty="0"/>
            <a:t>Emergency plan</a:t>
          </a:r>
        </a:p>
      </dgm:t>
    </dgm:pt>
    <dgm:pt modelId="{8356FC0E-AF79-438D-AA89-333CA0275F2F}" type="parTrans" cxnId="{31FEFA6D-B41B-4EE7-9C38-E3A22503DA2E}">
      <dgm:prSet/>
      <dgm:spPr/>
      <dgm:t>
        <a:bodyPr/>
        <a:lstStyle/>
        <a:p>
          <a:endParaRPr lang="en-US"/>
        </a:p>
      </dgm:t>
    </dgm:pt>
    <dgm:pt modelId="{13C2F953-1C3F-4AC2-B5AC-6D0D7D35A3D1}" type="sibTrans" cxnId="{31FEFA6D-B41B-4EE7-9C38-E3A22503DA2E}">
      <dgm:prSet/>
      <dgm:spPr/>
      <dgm:t>
        <a:bodyPr/>
        <a:lstStyle/>
        <a:p>
          <a:endParaRPr lang="en-US"/>
        </a:p>
      </dgm:t>
    </dgm:pt>
    <dgm:pt modelId="{B2C5B93F-4FDF-4AC5-8FCE-497DE21519D5}">
      <dgm:prSet phldrT="[Text]"/>
      <dgm:spPr/>
      <dgm:t>
        <a:bodyPr/>
        <a:lstStyle/>
        <a:p>
          <a:r>
            <a:rPr lang="en-US" dirty="0"/>
            <a:t>Backup plan</a:t>
          </a:r>
        </a:p>
      </dgm:t>
    </dgm:pt>
    <dgm:pt modelId="{EEAB5516-D7E8-4C00-A4F9-279D8142D58A}" type="parTrans" cxnId="{8367AAF0-4966-4138-B7AA-6B7651024700}">
      <dgm:prSet/>
      <dgm:spPr/>
      <dgm:t>
        <a:bodyPr/>
        <a:lstStyle/>
        <a:p>
          <a:endParaRPr lang="en-US"/>
        </a:p>
      </dgm:t>
    </dgm:pt>
    <dgm:pt modelId="{77DDA240-6CB2-4F50-8DD1-9FEAF5FC8F42}" type="sibTrans" cxnId="{8367AAF0-4966-4138-B7AA-6B7651024700}">
      <dgm:prSet/>
      <dgm:spPr/>
      <dgm:t>
        <a:bodyPr/>
        <a:lstStyle/>
        <a:p>
          <a:endParaRPr lang="en-US"/>
        </a:p>
      </dgm:t>
    </dgm:pt>
    <dgm:pt modelId="{B64B54C5-B837-4BB0-BF60-F33EAD36D385}">
      <dgm:prSet phldrT="[Text]"/>
      <dgm:spPr/>
      <dgm:t>
        <a:bodyPr/>
        <a:lstStyle/>
        <a:p>
          <a:r>
            <a:rPr lang="en-US" dirty="0"/>
            <a:t>Recovery plan</a:t>
          </a:r>
        </a:p>
      </dgm:t>
    </dgm:pt>
    <dgm:pt modelId="{753EF47F-A131-4E60-B229-299B5B619BDF}" type="parTrans" cxnId="{1A66B975-D680-4BB3-843E-3719FE0FC35C}">
      <dgm:prSet/>
      <dgm:spPr/>
      <dgm:t>
        <a:bodyPr/>
        <a:lstStyle/>
        <a:p>
          <a:endParaRPr lang="en-US"/>
        </a:p>
      </dgm:t>
    </dgm:pt>
    <dgm:pt modelId="{C0756EAC-7943-493B-A0AB-3A83E3CDA106}" type="sibTrans" cxnId="{1A66B975-D680-4BB3-843E-3719FE0FC35C}">
      <dgm:prSet/>
      <dgm:spPr/>
      <dgm:t>
        <a:bodyPr/>
        <a:lstStyle/>
        <a:p>
          <a:endParaRPr lang="en-US"/>
        </a:p>
      </dgm:t>
    </dgm:pt>
    <dgm:pt modelId="{D718CF0A-84C5-4C5C-B471-4ADCEE774DAE}">
      <dgm:prSet phldrT="[Text]"/>
      <dgm:spPr/>
      <dgm:t>
        <a:bodyPr/>
        <a:lstStyle/>
        <a:p>
          <a:r>
            <a:rPr lang="en-US" dirty="0"/>
            <a:t>Test plan</a:t>
          </a:r>
        </a:p>
      </dgm:t>
    </dgm:pt>
    <dgm:pt modelId="{9C072BD1-3021-4E95-A47D-C5273A729CD4}" type="parTrans" cxnId="{14C395C8-DD4B-435B-8CF1-519772C6E432}">
      <dgm:prSet/>
      <dgm:spPr/>
      <dgm:t>
        <a:bodyPr/>
        <a:lstStyle/>
        <a:p>
          <a:endParaRPr lang="en-US"/>
        </a:p>
      </dgm:t>
    </dgm:pt>
    <dgm:pt modelId="{BFE60786-05B4-4B51-B4AF-117B1DD0F426}" type="sibTrans" cxnId="{14C395C8-DD4B-435B-8CF1-519772C6E432}">
      <dgm:prSet/>
      <dgm:spPr/>
      <dgm:t>
        <a:bodyPr/>
        <a:lstStyle/>
        <a:p>
          <a:endParaRPr lang="en-US"/>
        </a:p>
      </dgm:t>
    </dgm:pt>
    <dgm:pt modelId="{108C6CFF-D5DB-4334-BA77-5849DDACF41D}" type="pres">
      <dgm:prSet presAssocID="{FB2B2BEA-8B6D-493B-8B30-7418876B516B}" presName="diagram" presStyleCnt="0">
        <dgm:presLayoutVars>
          <dgm:dir/>
          <dgm:resizeHandles val="exact"/>
        </dgm:presLayoutVars>
      </dgm:prSet>
      <dgm:spPr/>
    </dgm:pt>
    <dgm:pt modelId="{584F198E-6D08-4B62-859E-ECB8C490B75B}" type="pres">
      <dgm:prSet presAssocID="{6E2A014A-08DB-424D-9A35-BAA866E57B9D}" presName="node" presStyleLbl="node1" presStyleIdx="0" presStyleCnt="4">
        <dgm:presLayoutVars>
          <dgm:bulletEnabled val="1"/>
        </dgm:presLayoutVars>
      </dgm:prSet>
      <dgm:spPr/>
    </dgm:pt>
    <dgm:pt modelId="{EEC8A777-A0C1-4B98-8C03-093915807B5C}" type="pres">
      <dgm:prSet presAssocID="{13C2F953-1C3F-4AC2-B5AC-6D0D7D35A3D1}" presName="sibTrans" presStyleCnt="0"/>
      <dgm:spPr/>
    </dgm:pt>
    <dgm:pt modelId="{96300611-7FA7-4AE4-B1E1-A417FB16F32C}" type="pres">
      <dgm:prSet presAssocID="{B2C5B93F-4FDF-4AC5-8FCE-497DE21519D5}" presName="node" presStyleLbl="node1" presStyleIdx="1" presStyleCnt="4">
        <dgm:presLayoutVars>
          <dgm:bulletEnabled val="1"/>
        </dgm:presLayoutVars>
      </dgm:prSet>
      <dgm:spPr/>
    </dgm:pt>
    <dgm:pt modelId="{51D0B785-DD7D-4460-B534-5D37698F91D2}" type="pres">
      <dgm:prSet presAssocID="{77DDA240-6CB2-4F50-8DD1-9FEAF5FC8F42}" presName="sibTrans" presStyleCnt="0"/>
      <dgm:spPr/>
    </dgm:pt>
    <dgm:pt modelId="{47A94008-DDF4-4973-91E2-3B2A16CF24B8}" type="pres">
      <dgm:prSet presAssocID="{B64B54C5-B837-4BB0-BF60-F33EAD36D385}" presName="node" presStyleLbl="node1" presStyleIdx="2" presStyleCnt="4">
        <dgm:presLayoutVars>
          <dgm:bulletEnabled val="1"/>
        </dgm:presLayoutVars>
      </dgm:prSet>
      <dgm:spPr/>
    </dgm:pt>
    <dgm:pt modelId="{FB69BCB6-801D-4357-B0EF-389DBADEC5DC}" type="pres">
      <dgm:prSet presAssocID="{C0756EAC-7943-493B-A0AB-3A83E3CDA106}" presName="sibTrans" presStyleCnt="0"/>
      <dgm:spPr/>
    </dgm:pt>
    <dgm:pt modelId="{CF83BBA0-6677-4941-A628-C0AF9BC99FFE}" type="pres">
      <dgm:prSet presAssocID="{D718CF0A-84C5-4C5C-B471-4ADCEE774DAE}" presName="node" presStyleLbl="node1" presStyleIdx="3" presStyleCnt="4">
        <dgm:presLayoutVars>
          <dgm:bulletEnabled val="1"/>
        </dgm:presLayoutVars>
      </dgm:prSet>
      <dgm:spPr/>
    </dgm:pt>
  </dgm:ptLst>
  <dgm:cxnLst>
    <dgm:cxn modelId="{90FC0C15-987D-4826-8741-4961E010E153}" type="presOf" srcId="{6E2A014A-08DB-424D-9A35-BAA866E57B9D}" destId="{584F198E-6D08-4B62-859E-ECB8C490B75B}" srcOrd="0" destOrd="0" presId="urn:microsoft.com/office/officeart/2005/8/layout/default#189"/>
    <dgm:cxn modelId="{FFA07E1B-3B92-4DAE-8033-39DA54633182}" type="presOf" srcId="{B64B54C5-B837-4BB0-BF60-F33EAD36D385}" destId="{47A94008-DDF4-4973-91E2-3B2A16CF24B8}" srcOrd="0" destOrd="0" presId="urn:microsoft.com/office/officeart/2005/8/layout/default#189"/>
    <dgm:cxn modelId="{31FEFA6D-B41B-4EE7-9C38-E3A22503DA2E}" srcId="{FB2B2BEA-8B6D-493B-8B30-7418876B516B}" destId="{6E2A014A-08DB-424D-9A35-BAA866E57B9D}" srcOrd="0" destOrd="0" parTransId="{8356FC0E-AF79-438D-AA89-333CA0275F2F}" sibTransId="{13C2F953-1C3F-4AC2-B5AC-6D0D7D35A3D1}"/>
    <dgm:cxn modelId="{1A66B975-D680-4BB3-843E-3719FE0FC35C}" srcId="{FB2B2BEA-8B6D-493B-8B30-7418876B516B}" destId="{B64B54C5-B837-4BB0-BF60-F33EAD36D385}" srcOrd="2" destOrd="0" parTransId="{753EF47F-A131-4E60-B229-299B5B619BDF}" sibTransId="{C0756EAC-7943-493B-A0AB-3A83E3CDA106}"/>
    <dgm:cxn modelId="{C67DA69D-1EAC-4AE3-8CE2-68B5BDBD6293}" type="presOf" srcId="{FB2B2BEA-8B6D-493B-8B30-7418876B516B}" destId="{108C6CFF-D5DB-4334-BA77-5849DDACF41D}" srcOrd="0" destOrd="0" presId="urn:microsoft.com/office/officeart/2005/8/layout/default#189"/>
    <dgm:cxn modelId="{14C395C8-DD4B-435B-8CF1-519772C6E432}" srcId="{FB2B2BEA-8B6D-493B-8B30-7418876B516B}" destId="{D718CF0A-84C5-4C5C-B471-4ADCEE774DAE}" srcOrd="3" destOrd="0" parTransId="{9C072BD1-3021-4E95-A47D-C5273A729CD4}" sibTransId="{BFE60786-05B4-4B51-B4AF-117B1DD0F426}"/>
    <dgm:cxn modelId="{F4C6B6DC-6967-4D56-8FAC-2CD84CDAAC08}" type="presOf" srcId="{D718CF0A-84C5-4C5C-B471-4ADCEE774DAE}" destId="{CF83BBA0-6677-4941-A628-C0AF9BC99FFE}" srcOrd="0" destOrd="0" presId="urn:microsoft.com/office/officeart/2005/8/layout/default#189"/>
    <dgm:cxn modelId="{28B8DAE1-4BCA-4450-A4DE-A86F1D1F6230}" type="presOf" srcId="{B2C5B93F-4FDF-4AC5-8FCE-497DE21519D5}" destId="{96300611-7FA7-4AE4-B1E1-A417FB16F32C}" srcOrd="0" destOrd="0" presId="urn:microsoft.com/office/officeart/2005/8/layout/default#189"/>
    <dgm:cxn modelId="{8367AAF0-4966-4138-B7AA-6B7651024700}" srcId="{FB2B2BEA-8B6D-493B-8B30-7418876B516B}" destId="{B2C5B93F-4FDF-4AC5-8FCE-497DE21519D5}" srcOrd="1" destOrd="0" parTransId="{EEAB5516-D7E8-4C00-A4F9-279D8142D58A}" sibTransId="{77DDA240-6CB2-4F50-8DD1-9FEAF5FC8F42}"/>
    <dgm:cxn modelId="{3BF13D2E-36B3-4C9B-AC87-E9AA44B0DFF1}" type="presParOf" srcId="{108C6CFF-D5DB-4334-BA77-5849DDACF41D}" destId="{584F198E-6D08-4B62-859E-ECB8C490B75B}" srcOrd="0" destOrd="0" presId="urn:microsoft.com/office/officeart/2005/8/layout/default#189"/>
    <dgm:cxn modelId="{E1123D0B-2179-45DF-AC4D-FC8C0EE11316}" type="presParOf" srcId="{108C6CFF-D5DB-4334-BA77-5849DDACF41D}" destId="{EEC8A777-A0C1-4B98-8C03-093915807B5C}" srcOrd="1" destOrd="0" presId="urn:microsoft.com/office/officeart/2005/8/layout/default#189"/>
    <dgm:cxn modelId="{50C1A464-6ED0-4F24-A15B-ECAAC9A347F8}" type="presParOf" srcId="{108C6CFF-D5DB-4334-BA77-5849DDACF41D}" destId="{96300611-7FA7-4AE4-B1E1-A417FB16F32C}" srcOrd="2" destOrd="0" presId="urn:microsoft.com/office/officeart/2005/8/layout/default#189"/>
    <dgm:cxn modelId="{5A2F3A91-795E-44CE-B939-AE6B784E7A82}" type="presParOf" srcId="{108C6CFF-D5DB-4334-BA77-5849DDACF41D}" destId="{51D0B785-DD7D-4460-B534-5D37698F91D2}" srcOrd="3" destOrd="0" presId="urn:microsoft.com/office/officeart/2005/8/layout/default#189"/>
    <dgm:cxn modelId="{58D92293-A8D2-418D-868E-B1F8223A6107}" type="presParOf" srcId="{108C6CFF-D5DB-4334-BA77-5849DDACF41D}" destId="{47A94008-DDF4-4973-91E2-3B2A16CF24B8}" srcOrd="4" destOrd="0" presId="urn:microsoft.com/office/officeart/2005/8/layout/default#189"/>
    <dgm:cxn modelId="{AA14029F-3EA6-4182-A8A5-B67D973451A5}" type="presParOf" srcId="{108C6CFF-D5DB-4334-BA77-5849DDACF41D}" destId="{FB69BCB6-801D-4357-B0EF-389DBADEC5DC}" srcOrd="5" destOrd="0" presId="urn:microsoft.com/office/officeart/2005/8/layout/default#189"/>
    <dgm:cxn modelId="{AA8626AA-0445-409D-B9E5-95B9EF847F19}" type="presParOf" srcId="{108C6CFF-D5DB-4334-BA77-5849DDACF41D}" destId="{CF83BBA0-6677-4941-A628-C0AF9BC99FFE}" srcOrd="6" destOrd="0" presId="urn:microsoft.com/office/officeart/2005/8/layout/default#18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8B24B4-8DD8-42E8-A1F1-831C6E0BAFC6}" type="doc">
      <dgm:prSet loTypeId="urn:microsoft.com/office/officeart/2005/8/layout/hList1" loCatId="list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75E2B1C2-7C83-4C71-AE02-1B8A55598D73}">
      <dgm:prSet phldrT="[Text]"/>
      <dgm:spPr/>
      <dgm:t>
        <a:bodyPr/>
        <a:lstStyle/>
        <a:p>
          <a:r>
            <a:rPr lang="en-US" dirty="0"/>
            <a:t>Computer </a:t>
          </a:r>
          <a:r>
            <a:rPr lang="en-US" b="1" dirty="0"/>
            <a:t>Virus</a:t>
          </a:r>
        </a:p>
      </dgm:t>
    </dgm:pt>
    <dgm:pt modelId="{8B4F80E0-7997-4705-A947-5B934AC784A3}" type="parTrans" cxnId="{85BD590B-494B-4823-8CD3-230AC71041A4}">
      <dgm:prSet/>
      <dgm:spPr/>
      <dgm:t>
        <a:bodyPr/>
        <a:lstStyle/>
        <a:p>
          <a:endParaRPr lang="en-US"/>
        </a:p>
      </dgm:t>
    </dgm:pt>
    <dgm:pt modelId="{FDCF2763-EDFD-4AA8-840F-DBEEB11E0BA4}" type="sibTrans" cxnId="{85BD590B-494B-4823-8CD3-230AC71041A4}">
      <dgm:prSet/>
      <dgm:spPr/>
      <dgm:t>
        <a:bodyPr/>
        <a:lstStyle/>
        <a:p>
          <a:endParaRPr lang="en-US"/>
        </a:p>
      </dgm:t>
    </dgm:pt>
    <dgm:pt modelId="{D12B7181-4BC4-4FAC-9C55-702A6B690B45}">
      <dgm:prSet phldrT="[Text]"/>
      <dgm:spPr/>
      <dgm:t>
        <a:bodyPr/>
        <a:lstStyle/>
        <a:p>
          <a:r>
            <a:rPr lang="en-US" b="0" dirty="0"/>
            <a:t>Affects a computer negatively by altering the way the computer works</a:t>
          </a:r>
        </a:p>
      </dgm:t>
    </dgm:pt>
    <dgm:pt modelId="{8D4F6602-481B-4A23-9D96-544277726614}" type="parTrans" cxnId="{89FB4B73-D139-4EEE-A40E-6314221574E6}">
      <dgm:prSet/>
      <dgm:spPr/>
    </dgm:pt>
    <dgm:pt modelId="{936D2BBA-751D-4CBC-A70F-EB308BE81109}" type="sibTrans" cxnId="{89FB4B73-D139-4EEE-A40E-6314221574E6}">
      <dgm:prSet/>
      <dgm:spPr/>
    </dgm:pt>
    <dgm:pt modelId="{2F6D94AA-DE4D-4D8D-BBEB-737274405267}">
      <dgm:prSet phldrT="[Text]"/>
      <dgm:spPr/>
      <dgm:t>
        <a:bodyPr/>
        <a:lstStyle/>
        <a:p>
          <a:r>
            <a:rPr lang="en-US" b="1" dirty="0"/>
            <a:t>Worm</a:t>
          </a:r>
        </a:p>
      </dgm:t>
    </dgm:pt>
    <dgm:pt modelId="{38D1EA1C-3C8B-4135-BA7B-ED85D519FA4D}" type="parTrans" cxnId="{CCEC7FF7-3CC7-431D-8EA8-BA45DD4287E3}">
      <dgm:prSet/>
      <dgm:spPr/>
    </dgm:pt>
    <dgm:pt modelId="{65B2DEDE-7BF2-42D3-AFF0-9EF14BDEED2F}" type="sibTrans" cxnId="{CCEC7FF7-3CC7-431D-8EA8-BA45DD4287E3}">
      <dgm:prSet/>
      <dgm:spPr/>
    </dgm:pt>
    <dgm:pt modelId="{1F5A6873-FF0B-4CAB-8AC0-4D523D876FAA}">
      <dgm:prSet phldrT="[Text]"/>
      <dgm:spPr/>
      <dgm:t>
        <a:bodyPr/>
        <a:lstStyle/>
        <a:p>
          <a:r>
            <a:rPr lang="en-US" b="0" dirty="0"/>
            <a:t>Copies itself repeatedly, using up resources and possibly shutting down the computer or network</a:t>
          </a:r>
        </a:p>
      </dgm:t>
    </dgm:pt>
    <dgm:pt modelId="{2D34658A-9194-4009-8363-3AAEBC1FAEF2}" type="parTrans" cxnId="{5BD4141C-9269-48B8-9D6D-4CE4E2D9ED27}">
      <dgm:prSet/>
      <dgm:spPr/>
    </dgm:pt>
    <dgm:pt modelId="{7F09DF14-DB0B-40CC-A5D8-0EDDED4E49E3}" type="sibTrans" cxnId="{5BD4141C-9269-48B8-9D6D-4CE4E2D9ED27}">
      <dgm:prSet/>
      <dgm:spPr/>
    </dgm:pt>
    <dgm:pt modelId="{92B03977-7B97-4C3A-97FE-5875E663116C}">
      <dgm:prSet phldrT="[Text]"/>
      <dgm:spPr/>
      <dgm:t>
        <a:bodyPr/>
        <a:lstStyle/>
        <a:p>
          <a:r>
            <a:rPr lang="en-US" b="1" dirty="0"/>
            <a:t>Trojan Horse</a:t>
          </a:r>
        </a:p>
      </dgm:t>
    </dgm:pt>
    <dgm:pt modelId="{377CAF92-67B1-4851-966B-D816F6F0CCD3}" type="parTrans" cxnId="{DE9689C2-2B15-4788-BA7A-12D0BF660750}">
      <dgm:prSet/>
      <dgm:spPr/>
    </dgm:pt>
    <dgm:pt modelId="{0B6A10CB-B9CC-4668-93FB-5AE18767AE73}" type="sibTrans" cxnId="{DE9689C2-2B15-4788-BA7A-12D0BF660750}">
      <dgm:prSet/>
      <dgm:spPr/>
    </dgm:pt>
    <dgm:pt modelId="{99313B84-829D-4E2D-8983-17CE0CCA3F5B}">
      <dgm:prSet phldrT="[Text]"/>
      <dgm:spPr/>
      <dgm:t>
        <a:bodyPr/>
        <a:lstStyle/>
        <a:p>
          <a:r>
            <a:rPr lang="en-US" b="0" dirty="0"/>
            <a:t>A malicious program that hides within or looks like a legitimate program</a:t>
          </a:r>
        </a:p>
      </dgm:t>
    </dgm:pt>
    <dgm:pt modelId="{1020CC1C-9638-4C23-8148-5DFA4DD94AF4}" type="parTrans" cxnId="{AE76C54F-93FD-4EB7-BDBF-9FAC74B38CB5}">
      <dgm:prSet/>
      <dgm:spPr/>
    </dgm:pt>
    <dgm:pt modelId="{19A03E22-C2F5-4FF7-BE68-1CB8E97638B2}" type="sibTrans" cxnId="{AE76C54F-93FD-4EB7-BDBF-9FAC74B38CB5}">
      <dgm:prSet/>
      <dgm:spPr/>
    </dgm:pt>
    <dgm:pt modelId="{DAD9A21D-23E6-4547-997C-949295048F26}">
      <dgm:prSet phldrT="[Text]"/>
      <dgm:spPr/>
      <dgm:t>
        <a:bodyPr/>
        <a:lstStyle/>
        <a:p>
          <a:r>
            <a:rPr lang="en-US" b="1" dirty="0" err="1"/>
            <a:t>Rootkit</a:t>
          </a:r>
          <a:endParaRPr lang="en-US" b="1" dirty="0"/>
        </a:p>
      </dgm:t>
    </dgm:pt>
    <dgm:pt modelId="{4ABE7395-57B1-42D6-8C79-94D8698622D2}" type="parTrans" cxnId="{7AAA912E-D4C4-4145-B6F9-9995C690D3FB}">
      <dgm:prSet/>
      <dgm:spPr/>
    </dgm:pt>
    <dgm:pt modelId="{469D8D9C-EC2B-4380-910B-4D7E54DE509A}" type="sibTrans" cxnId="{7AAA912E-D4C4-4145-B6F9-9995C690D3FB}">
      <dgm:prSet/>
      <dgm:spPr/>
    </dgm:pt>
    <dgm:pt modelId="{8D928149-FBDD-4765-B1B3-56FC5C39D565}">
      <dgm:prSet phldrT="[Text]"/>
      <dgm:spPr/>
      <dgm:t>
        <a:bodyPr/>
        <a:lstStyle/>
        <a:p>
          <a:r>
            <a:rPr lang="en-US" b="0" dirty="0"/>
            <a:t>Program that hides in a computer and allows someone from a remote location to take full control</a:t>
          </a:r>
        </a:p>
      </dgm:t>
    </dgm:pt>
    <dgm:pt modelId="{E9BE7D93-BC67-47B8-AFDC-9D115A179CC7}" type="parTrans" cxnId="{F82B9041-E36A-45F2-8AC5-49475197E859}">
      <dgm:prSet/>
      <dgm:spPr/>
    </dgm:pt>
    <dgm:pt modelId="{F8F12346-498C-4A7E-BED7-E266C8C363CA}" type="sibTrans" cxnId="{F82B9041-E36A-45F2-8AC5-49475197E859}">
      <dgm:prSet/>
      <dgm:spPr/>
    </dgm:pt>
    <dgm:pt modelId="{C60925E7-7B39-43A3-82A6-78ED36C44161}" type="pres">
      <dgm:prSet presAssocID="{A38B24B4-8DD8-42E8-A1F1-831C6E0BAFC6}" presName="Name0" presStyleCnt="0">
        <dgm:presLayoutVars>
          <dgm:dir/>
          <dgm:animLvl val="lvl"/>
          <dgm:resizeHandles val="exact"/>
        </dgm:presLayoutVars>
      </dgm:prSet>
      <dgm:spPr/>
    </dgm:pt>
    <dgm:pt modelId="{223CF57D-62F2-4B37-AA7B-4F6D4605C3EC}" type="pres">
      <dgm:prSet presAssocID="{75E2B1C2-7C83-4C71-AE02-1B8A55598D73}" presName="composite" presStyleCnt="0"/>
      <dgm:spPr/>
    </dgm:pt>
    <dgm:pt modelId="{0DF49C2D-05D9-4AC8-99BE-D63A05FFFE6E}" type="pres">
      <dgm:prSet presAssocID="{75E2B1C2-7C83-4C71-AE02-1B8A55598D73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D977DDE5-3639-4D27-BD5B-E3B852AACF52}" type="pres">
      <dgm:prSet presAssocID="{75E2B1C2-7C83-4C71-AE02-1B8A55598D73}" presName="desTx" presStyleLbl="alignAccFollowNode1" presStyleIdx="0" presStyleCnt="4">
        <dgm:presLayoutVars>
          <dgm:bulletEnabled val="1"/>
        </dgm:presLayoutVars>
      </dgm:prSet>
      <dgm:spPr/>
    </dgm:pt>
    <dgm:pt modelId="{C56DE037-696A-473E-97AF-C05E3976B00F}" type="pres">
      <dgm:prSet presAssocID="{FDCF2763-EDFD-4AA8-840F-DBEEB11E0BA4}" presName="space" presStyleCnt="0"/>
      <dgm:spPr/>
    </dgm:pt>
    <dgm:pt modelId="{3F8323F2-2A74-434B-979D-FA6674A06D69}" type="pres">
      <dgm:prSet presAssocID="{2F6D94AA-DE4D-4D8D-BBEB-737274405267}" presName="composite" presStyleCnt="0"/>
      <dgm:spPr/>
    </dgm:pt>
    <dgm:pt modelId="{C5522C7C-789F-4E7F-A9DB-7F10D31CFEA6}" type="pres">
      <dgm:prSet presAssocID="{2F6D94AA-DE4D-4D8D-BBEB-737274405267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CB1DC207-015E-4BDB-B018-BDE343168F9D}" type="pres">
      <dgm:prSet presAssocID="{2F6D94AA-DE4D-4D8D-BBEB-737274405267}" presName="desTx" presStyleLbl="alignAccFollowNode1" presStyleIdx="1" presStyleCnt="4">
        <dgm:presLayoutVars>
          <dgm:bulletEnabled val="1"/>
        </dgm:presLayoutVars>
      </dgm:prSet>
      <dgm:spPr/>
    </dgm:pt>
    <dgm:pt modelId="{F6862613-8990-44E1-AA6A-E7F76D73E854}" type="pres">
      <dgm:prSet presAssocID="{65B2DEDE-7BF2-42D3-AFF0-9EF14BDEED2F}" presName="space" presStyleCnt="0"/>
      <dgm:spPr/>
    </dgm:pt>
    <dgm:pt modelId="{4A4F60D8-7718-4F5B-925D-A8AEF8FAE097}" type="pres">
      <dgm:prSet presAssocID="{92B03977-7B97-4C3A-97FE-5875E663116C}" presName="composite" presStyleCnt="0"/>
      <dgm:spPr/>
    </dgm:pt>
    <dgm:pt modelId="{B8BF919F-FA0C-4433-9F3A-F37CF03F9CBB}" type="pres">
      <dgm:prSet presAssocID="{92B03977-7B97-4C3A-97FE-5875E663116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645DE05B-4DC9-4E9C-A300-4F73A62013DD}" type="pres">
      <dgm:prSet presAssocID="{92B03977-7B97-4C3A-97FE-5875E663116C}" presName="desTx" presStyleLbl="alignAccFollowNode1" presStyleIdx="2" presStyleCnt="4">
        <dgm:presLayoutVars>
          <dgm:bulletEnabled val="1"/>
        </dgm:presLayoutVars>
      </dgm:prSet>
      <dgm:spPr/>
    </dgm:pt>
    <dgm:pt modelId="{F37BD161-E8B5-4F0F-B641-40B341EF0912}" type="pres">
      <dgm:prSet presAssocID="{0B6A10CB-B9CC-4668-93FB-5AE18767AE73}" presName="space" presStyleCnt="0"/>
      <dgm:spPr/>
    </dgm:pt>
    <dgm:pt modelId="{2BA87C2A-3738-434D-8381-403D2418128B}" type="pres">
      <dgm:prSet presAssocID="{DAD9A21D-23E6-4547-997C-949295048F26}" presName="composite" presStyleCnt="0"/>
      <dgm:spPr/>
    </dgm:pt>
    <dgm:pt modelId="{78F8EE4F-52D2-42E1-983F-D5CFC9F57C82}" type="pres">
      <dgm:prSet presAssocID="{DAD9A21D-23E6-4547-997C-949295048F26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84077436-973E-423C-B543-C98D138401FF}" type="pres">
      <dgm:prSet presAssocID="{DAD9A21D-23E6-4547-997C-949295048F26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85BD590B-494B-4823-8CD3-230AC71041A4}" srcId="{A38B24B4-8DD8-42E8-A1F1-831C6E0BAFC6}" destId="{75E2B1C2-7C83-4C71-AE02-1B8A55598D73}" srcOrd="0" destOrd="0" parTransId="{8B4F80E0-7997-4705-A947-5B934AC784A3}" sibTransId="{FDCF2763-EDFD-4AA8-840F-DBEEB11E0BA4}"/>
    <dgm:cxn modelId="{9D4AF212-8C70-454F-A5FE-85D520167E32}" type="presOf" srcId="{2F6D94AA-DE4D-4D8D-BBEB-737274405267}" destId="{C5522C7C-789F-4E7F-A9DB-7F10D31CFEA6}" srcOrd="0" destOrd="0" presId="urn:microsoft.com/office/officeart/2005/8/layout/hList1"/>
    <dgm:cxn modelId="{5BD4141C-9269-48B8-9D6D-4CE4E2D9ED27}" srcId="{2F6D94AA-DE4D-4D8D-BBEB-737274405267}" destId="{1F5A6873-FF0B-4CAB-8AC0-4D523D876FAA}" srcOrd="0" destOrd="0" parTransId="{2D34658A-9194-4009-8363-3AAEBC1FAEF2}" sibTransId="{7F09DF14-DB0B-40CC-A5D8-0EDDED4E49E3}"/>
    <dgm:cxn modelId="{7AAA912E-D4C4-4145-B6F9-9995C690D3FB}" srcId="{A38B24B4-8DD8-42E8-A1F1-831C6E0BAFC6}" destId="{DAD9A21D-23E6-4547-997C-949295048F26}" srcOrd="3" destOrd="0" parTransId="{4ABE7395-57B1-42D6-8C79-94D8698622D2}" sibTransId="{469D8D9C-EC2B-4380-910B-4D7E54DE509A}"/>
    <dgm:cxn modelId="{501FCF60-A628-45D8-8ACF-DF328EC94AEE}" type="presOf" srcId="{92B03977-7B97-4C3A-97FE-5875E663116C}" destId="{B8BF919F-FA0C-4433-9F3A-F37CF03F9CBB}" srcOrd="0" destOrd="0" presId="urn:microsoft.com/office/officeart/2005/8/layout/hList1"/>
    <dgm:cxn modelId="{F82B9041-E36A-45F2-8AC5-49475197E859}" srcId="{DAD9A21D-23E6-4547-997C-949295048F26}" destId="{8D928149-FBDD-4765-B1B3-56FC5C39D565}" srcOrd="0" destOrd="0" parTransId="{E9BE7D93-BC67-47B8-AFDC-9D115A179CC7}" sibTransId="{F8F12346-498C-4A7E-BED7-E266C8C363CA}"/>
    <dgm:cxn modelId="{7FB88863-9BB0-4D43-B30D-5F742084BF89}" type="presOf" srcId="{75E2B1C2-7C83-4C71-AE02-1B8A55598D73}" destId="{0DF49C2D-05D9-4AC8-99BE-D63A05FFFE6E}" srcOrd="0" destOrd="0" presId="urn:microsoft.com/office/officeart/2005/8/layout/hList1"/>
    <dgm:cxn modelId="{AE76C54F-93FD-4EB7-BDBF-9FAC74B38CB5}" srcId="{92B03977-7B97-4C3A-97FE-5875E663116C}" destId="{99313B84-829D-4E2D-8983-17CE0CCA3F5B}" srcOrd="0" destOrd="0" parTransId="{1020CC1C-9638-4C23-8148-5DFA4DD94AF4}" sibTransId="{19A03E22-C2F5-4FF7-BE68-1CB8E97638B2}"/>
    <dgm:cxn modelId="{89FB4B73-D139-4EEE-A40E-6314221574E6}" srcId="{75E2B1C2-7C83-4C71-AE02-1B8A55598D73}" destId="{D12B7181-4BC4-4FAC-9C55-702A6B690B45}" srcOrd="0" destOrd="0" parTransId="{8D4F6602-481B-4A23-9D96-544277726614}" sibTransId="{936D2BBA-751D-4CBC-A70F-EB308BE81109}"/>
    <dgm:cxn modelId="{08372057-A772-4736-B21C-F31A173B1BB9}" type="presOf" srcId="{DAD9A21D-23E6-4547-997C-949295048F26}" destId="{78F8EE4F-52D2-42E1-983F-D5CFC9F57C82}" srcOrd="0" destOrd="0" presId="urn:microsoft.com/office/officeart/2005/8/layout/hList1"/>
    <dgm:cxn modelId="{85379F59-2E88-457F-B426-A03B0AEA33DC}" type="presOf" srcId="{8D928149-FBDD-4765-B1B3-56FC5C39D565}" destId="{84077436-973E-423C-B543-C98D138401FF}" srcOrd="0" destOrd="0" presId="urn:microsoft.com/office/officeart/2005/8/layout/hList1"/>
    <dgm:cxn modelId="{91C3CEBE-B3CE-4F8D-A231-160EA8571C6A}" type="presOf" srcId="{D12B7181-4BC4-4FAC-9C55-702A6B690B45}" destId="{D977DDE5-3639-4D27-BD5B-E3B852AACF52}" srcOrd="0" destOrd="0" presId="urn:microsoft.com/office/officeart/2005/8/layout/hList1"/>
    <dgm:cxn modelId="{DE9689C2-2B15-4788-BA7A-12D0BF660750}" srcId="{A38B24B4-8DD8-42E8-A1F1-831C6E0BAFC6}" destId="{92B03977-7B97-4C3A-97FE-5875E663116C}" srcOrd="2" destOrd="0" parTransId="{377CAF92-67B1-4851-966B-D816F6F0CCD3}" sibTransId="{0B6A10CB-B9CC-4668-93FB-5AE18767AE73}"/>
    <dgm:cxn modelId="{138803CE-FED8-470C-8A96-C1CC9BC5378F}" type="presOf" srcId="{99313B84-829D-4E2D-8983-17CE0CCA3F5B}" destId="{645DE05B-4DC9-4E9C-A300-4F73A62013DD}" srcOrd="0" destOrd="0" presId="urn:microsoft.com/office/officeart/2005/8/layout/hList1"/>
    <dgm:cxn modelId="{EF69A6E6-91BD-423D-9847-915E6C2B8065}" type="presOf" srcId="{A38B24B4-8DD8-42E8-A1F1-831C6E0BAFC6}" destId="{C60925E7-7B39-43A3-82A6-78ED36C44161}" srcOrd="0" destOrd="0" presId="urn:microsoft.com/office/officeart/2005/8/layout/hList1"/>
    <dgm:cxn modelId="{CCEC7FF7-3CC7-431D-8EA8-BA45DD4287E3}" srcId="{A38B24B4-8DD8-42E8-A1F1-831C6E0BAFC6}" destId="{2F6D94AA-DE4D-4D8D-BBEB-737274405267}" srcOrd="1" destOrd="0" parTransId="{38D1EA1C-3C8B-4135-BA7B-ED85D519FA4D}" sibTransId="{65B2DEDE-7BF2-42D3-AFF0-9EF14BDEED2F}"/>
    <dgm:cxn modelId="{42711AFD-9268-4136-85AD-B4CE9609E27E}" type="presOf" srcId="{1F5A6873-FF0B-4CAB-8AC0-4D523D876FAA}" destId="{CB1DC207-015E-4BDB-B018-BDE343168F9D}" srcOrd="0" destOrd="0" presId="urn:microsoft.com/office/officeart/2005/8/layout/hList1"/>
    <dgm:cxn modelId="{AA0797DF-F685-467C-B59D-BC87B277CE0D}" type="presParOf" srcId="{C60925E7-7B39-43A3-82A6-78ED36C44161}" destId="{223CF57D-62F2-4B37-AA7B-4F6D4605C3EC}" srcOrd="0" destOrd="0" presId="urn:microsoft.com/office/officeart/2005/8/layout/hList1"/>
    <dgm:cxn modelId="{F50DFB45-A33F-42BE-93EB-E1ECF672398E}" type="presParOf" srcId="{223CF57D-62F2-4B37-AA7B-4F6D4605C3EC}" destId="{0DF49C2D-05D9-4AC8-99BE-D63A05FFFE6E}" srcOrd="0" destOrd="0" presId="urn:microsoft.com/office/officeart/2005/8/layout/hList1"/>
    <dgm:cxn modelId="{0FFFA8A1-4057-455B-BB4E-80C8843D84D7}" type="presParOf" srcId="{223CF57D-62F2-4B37-AA7B-4F6D4605C3EC}" destId="{D977DDE5-3639-4D27-BD5B-E3B852AACF52}" srcOrd="1" destOrd="0" presId="urn:microsoft.com/office/officeart/2005/8/layout/hList1"/>
    <dgm:cxn modelId="{55100A61-6EB2-4FC7-B358-486A1B9EB8CB}" type="presParOf" srcId="{C60925E7-7B39-43A3-82A6-78ED36C44161}" destId="{C56DE037-696A-473E-97AF-C05E3976B00F}" srcOrd="1" destOrd="0" presId="urn:microsoft.com/office/officeart/2005/8/layout/hList1"/>
    <dgm:cxn modelId="{22881B55-7D40-4CB2-8C53-2AEE023BE68D}" type="presParOf" srcId="{C60925E7-7B39-43A3-82A6-78ED36C44161}" destId="{3F8323F2-2A74-434B-979D-FA6674A06D69}" srcOrd="2" destOrd="0" presId="urn:microsoft.com/office/officeart/2005/8/layout/hList1"/>
    <dgm:cxn modelId="{A28DDB3D-8976-4588-9976-E44A2830EFF3}" type="presParOf" srcId="{3F8323F2-2A74-434B-979D-FA6674A06D69}" destId="{C5522C7C-789F-4E7F-A9DB-7F10D31CFEA6}" srcOrd="0" destOrd="0" presId="urn:microsoft.com/office/officeart/2005/8/layout/hList1"/>
    <dgm:cxn modelId="{2235B6B5-1912-40FC-8F73-21AD7EB1C887}" type="presParOf" srcId="{3F8323F2-2A74-434B-979D-FA6674A06D69}" destId="{CB1DC207-015E-4BDB-B018-BDE343168F9D}" srcOrd="1" destOrd="0" presId="urn:microsoft.com/office/officeart/2005/8/layout/hList1"/>
    <dgm:cxn modelId="{1CB40B9A-7703-44DD-AAF9-E6D84F25D06C}" type="presParOf" srcId="{C60925E7-7B39-43A3-82A6-78ED36C44161}" destId="{F6862613-8990-44E1-AA6A-E7F76D73E854}" srcOrd="3" destOrd="0" presId="urn:microsoft.com/office/officeart/2005/8/layout/hList1"/>
    <dgm:cxn modelId="{89283883-91A1-4571-B04C-1F6B6C45F955}" type="presParOf" srcId="{C60925E7-7B39-43A3-82A6-78ED36C44161}" destId="{4A4F60D8-7718-4F5B-925D-A8AEF8FAE097}" srcOrd="4" destOrd="0" presId="urn:microsoft.com/office/officeart/2005/8/layout/hList1"/>
    <dgm:cxn modelId="{FD08C9EE-2FF6-47C0-84CD-DBD5AC00CF27}" type="presParOf" srcId="{4A4F60D8-7718-4F5B-925D-A8AEF8FAE097}" destId="{B8BF919F-FA0C-4433-9F3A-F37CF03F9CBB}" srcOrd="0" destOrd="0" presId="urn:microsoft.com/office/officeart/2005/8/layout/hList1"/>
    <dgm:cxn modelId="{7DB1CEA3-9FBC-400F-9860-D6A953B67ECA}" type="presParOf" srcId="{4A4F60D8-7718-4F5B-925D-A8AEF8FAE097}" destId="{645DE05B-4DC9-4E9C-A300-4F73A62013DD}" srcOrd="1" destOrd="0" presId="urn:microsoft.com/office/officeart/2005/8/layout/hList1"/>
    <dgm:cxn modelId="{14B22752-414C-45FF-B074-3CB5923155A1}" type="presParOf" srcId="{C60925E7-7B39-43A3-82A6-78ED36C44161}" destId="{F37BD161-E8B5-4F0F-B641-40B341EF0912}" srcOrd="5" destOrd="0" presId="urn:microsoft.com/office/officeart/2005/8/layout/hList1"/>
    <dgm:cxn modelId="{3410233A-3554-4580-858F-5B76A3A73BE9}" type="presParOf" srcId="{C60925E7-7B39-43A3-82A6-78ED36C44161}" destId="{2BA87C2A-3738-434D-8381-403D2418128B}" srcOrd="6" destOrd="0" presId="urn:microsoft.com/office/officeart/2005/8/layout/hList1"/>
    <dgm:cxn modelId="{6A95F2B8-08EC-427A-A6CD-0C5872B8E2DB}" type="presParOf" srcId="{2BA87C2A-3738-434D-8381-403D2418128B}" destId="{78F8EE4F-52D2-42E1-983F-D5CFC9F57C82}" srcOrd="0" destOrd="0" presId="urn:microsoft.com/office/officeart/2005/8/layout/hList1"/>
    <dgm:cxn modelId="{D8FCADB4-86A8-47B5-AFC9-E199ACCF994B}" type="presParOf" srcId="{2BA87C2A-3738-434D-8381-403D2418128B}" destId="{84077436-973E-423C-B543-C98D138401F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8776A2-E109-4396-B790-5650FD937820}" type="doc">
      <dgm:prSet loTypeId="urn:microsoft.com/office/officeart/2005/8/layout/default#55" loCatId="list" qsTypeId="urn:microsoft.com/office/officeart/2005/8/quickstyle/3d1" qsCatId="3D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DE4525BF-16B7-4AB1-AE77-01ADA5983942}">
      <dgm:prSet phldrT="[Text]"/>
      <dgm:spPr/>
      <dgm:t>
        <a:bodyPr/>
        <a:lstStyle/>
        <a:p>
          <a:r>
            <a:rPr lang="en-US" dirty="0"/>
            <a:t>Operating system runs much slower than usual</a:t>
          </a:r>
        </a:p>
      </dgm:t>
    </dgm:pt>
    <dgm:pt modelId="{A9BDD155-44E5-48E0-B8E5-8BB50698E7F4}" type="parTrans" cxnId="{CFDBB910-A321-4FBA-BD49-CC8144FA707D}">
      <dgm:prSet/>
      <dgm:spPr/>
      <dgm:t>
        <a:bodyPr/>
        <a:lstStyle/>
        <a:p>
          <a:endParaRPr lang="en-US"/>
        </a:p>
      </dgm:t>
    </dgm:pt>
    <dgm:pt modelId="{F8A3ECBA-F31B-4BBE-8BD2-73E2E5E877F3}" type="sibTrans" cxnId="{CFDBB910-A321-4FBA-BD49-CC8144FA707D}">
      <dgm:prSet/>
      <dgm:spPr/>
      <dgm:t>
        <a:bodyPr/>
        <a:lstStyle/>
        <a:p>
          <a:endParaRPr lang="en-US"/>
        </a:p>
      </dgm:t>
    </dgm:pt>
    <dgm:pt modelId="{9D685592-F490-4D90-888B-5D97A1B4CC35}">
      <dgm:prSet phldrT="[Text]"/>
      <dgm:spPr/>
      <dgm:t>
        <a:bodyPr/>
        <a:lstStyle/>
        <a:p>
          <a:r>
            <a:rPr lang="en-US" dirty="0"/>
            <a:t>Available memory is less than expected</a:t>
          </a:r>
        </a:p>
      </dgm:t>
    </dgm:pt>
    <dgm:pt modelId="{D7C78763-9B15-4898-AE06-39428E164DB4}" type="parTrans" cxnId="{E06A2513-4F22-44C4-93CE-15661EB90453}">
      <dgm:prSet/>
      <dgm:spPr/>
      <dgm:t>
        <a:bodyPr/>
        <a:lstStyle/>
        <a:p>
          <a:endParaRPr lang="en-US"/>
        </a:p>
      </dgm:t>
    </dgm:pt>
    <dgm:pt modelId="{D33B2517-E2A0-49B2-8329-87354937EE8C}" type="sibTrans" cxnId="{E06A2513-4F22-44C4-93CE-15661EB90453}">
      <dgm:prSet/>
      <dgm:spPr/>
      <dgm:t>
        <a:bodyPr/>
        <a:lstStyle/>
        <a:p>
          <a:endParaRPr lang="en-US"/>
        </a:p>
      </dgm:t>
    </dgm:pt>
    <dgm:pt modelId="{7390CD3D-7F2D-4164-AADA-CC8B2975B775}">
      <dgm:prSet phldrT="[Text]"/>
      <dgm:spPr/>
      <dgm:t>
        <a:bodyPr/>
        <a:lstStyle/>
        <a:p>
          <a:r>
            <a:rPr lang="en-US" dirty="0"/>
            <a:t>Files become corrupted</a:t>
          </a:r>
        </a:p>
      </dgm:t>
    </dgm:pt>
    <dgm:pt modelId="{159F4555-DB68-4676-A3BC-338627EABDBD}" type="parTrans" cxnId="{BA13CDDB-8C94-41D1-B533-8F2582DC1A10}">
      <dgm:prSet/>
      <dgm:spPr/>
      <dgm:t>
        <a:bodyPr/>
        <a:lstStyle/>
        <a:p>
          <a:endParaRPr lang="en-US"/>
        </a:p>
      </dgm:t>
    </dgm:pt>
    <dgm:pt modelId="{58A1FDFA-CB40-41C5-9F7D-43680FEA877A}" type="sibTrans" cxnId="{BA13CDDB-8C94-41D1-B533-8F2582DC1A10}">
      <dgm:prSet/>
      <dgm:spPr/>
      <dgm:t>
        <a:bodyPr/>
        <a:lstStyle/>
        <a:p>
          <a:endParaRPr lang="en-US"/>
        </a:p>
      </dgm:t>
    </dgm:pt>
    <dgm:pt modelId="{2B6A7658-8FF6-4E8E-9F76-3BBA78B1F0AA}">
      <dgm:prSet phldrT="[Text]"/>
      <dgm:spPr/>
      <dgm:t>
        <a:bodyPr/>
        <a:lstStyle/>
        <a:p>
          <a:r>
            <a:rPr lang="en-US" dirty="0"/>
            <a:t>Screen displays unusual message or image</a:t>
          </a:r>
        </a:p>
      </dgm:t>
    </dgm:pt>
    <dgm:pt modelId="{C9E1E7FD-2087-400E-B96E-1217ABFA6D15}" type="parTrans" cxnId="{CB8408D8-DDCD-4277-9C63-A3EC82655CEF}">
      <dgm:prSet/>
      <dgm:spPr/>
      <dgm:t>
        <a:bodyPr/>
        <a:lstStyle/>
        <a:p>
          <a:endParaRPr lang="en-US"/>
        </a:p>
      </dgm:t>
    </dgm:pt>
    <dgm:pt modelId="{4D2C8D0A-7137-4735-B7DA-03E2C14AF71D}" type="sibTrans" cxnId="{CB8408D8-DDCD-4277-9C63-A3EC82655CEF}">
      <dgm:prSet/>
      <dgm:spPr/>
      <dgm:t>
        <a:bodyPr/>
        <a:lstStyle/>
        <a:p>
          <a:endParaRPr lang="en-US"/>
        </a:p>
      </dgm:t>
    </dgm:pt>
    <dgm:pt modelId="{4C43977C-319D-463A-8A11-BEC420C45423}">
      <dgm:prSet phldrT="[Text]"/>
      <dgm:spPr/>
      <dgm:t>
        <a:bodyPr/>
        <a:lstStyle/>
        <a:p>
          <a:r>
            <a:rPr lang="en-US" dirty="0"/>
            <a:t>Music or unusual sound plays randomly</a:t>
          </a:r>
        </a:p>
      </dgm:t>
    </dgm:pt>
    <dgm:pt modelId="{5DEBB01A-425F-46FA-AAF2-D7794D929262}" type="parTrans" cxnId="{CF1FBCA4-FA0F-49AF-A835-91729F604784}">
      <dgm:prSet/>
      <dgm:spPr/>
      <dgm:t>
        <a:bodyPr/>
        <a:lstStyle/>
        <a:p>
          <a:endParaRPr lang="en-US"/>
        </a:p>
      </dgm:t>
    </dgm:pt>
    <dgm:pt modelId="{98A9B2A2-D480-43FF-A37F-8ECAD4010A21}" type="sibTrans" cxnId="{CF1FBCA4-FA0F-49AF-A835-91729F604784}">
      <dgm:prSet/>
      <dgm:spPr/>
      <dgm:t>
        <a:bodyPr/>
        <a:lstStyle/>
        <a:p>
          <a:endParaRPr lang="en-US"/>
        </a:p>
      </dgm:t>
    </dgm:pt>
    <dgm:pt modelId="{5C4D1B0A-DF76-4D70-95F8-4B97FE6144DD}">
      <dgm:prSet phldrT="[Text]"/>
      <dgm:spPr/>
      <dgm:t>
        <a:bodyPr/>
        <a:lstStyle/>
        <a:p>
          <a:r>
            <a:rPr lang="en-US" dirty="0"/>
            <a:t>Existing programs and files disappear</a:t>
          </a:r>
        </a:p>
      </dgm:t>
    </dgm:pt>
    <dgm:pt modelId="{B954355B-C8BF-4B52-BFAD-51D37C17510B}" type="parTrans" cxnId="{D0D116D8-A836-4215-A9F0-2FBF943BAA40}">
      <dgm:prSet/>
      <dgm:spPr/>
      <dgm:t>
        <a:bodyPr/>
        <a:lstStyle/>
        <a:p>
          <a:endParaRPr lang="en-US"/>
        </a:p>
      </dgm:t>
    </dgm:pt>
    <dgm:pt modelId="{1B48AC57-E918-43A5-9BC4-4C2FD91977BC}" type="sibTrans" cxnId="{D0D116D8-A836-4215-A9F0-2FBF943BAA40}">
      <dgm:prSet/>
      <dgm:spPr/>
      <dgm:t>
        <a:bodyPr/>
        <a:lstStyle/>
        <a:p>
          <a:endParaRPr lang="en-US"/>
        </a:p>
      </dgm:t>
    </dgm:pt>
    <dgm:pt modelId="{38FBBEE2-4BD4-4DAD-B4A2-F2D8D407EE69}">
      <dgm:prSet phldrT="[Text]"/>
      <dgm:spPr/>
      <dgm:t>
        <a:bodyPr/>
        <a:lstStyle/>
        <a:p>
          <a:r>
            <a:rPr lang="en-US" dirty="0"/>
            <a:t>Programs or files do not work properly</a:t>
          </a:r>
        </a:p>
      </dgm:t>
    </dgm:pt>
    <dgm:pt modelId="{C00D7B42-6220-4072-B931-DF5E8B8D834C}" type="parTrans" cxnId="{E0764E28-4425-43E5-A1B7-C1186E919EB6}">
      <dgm:prSet/>
      <dgm:spPr/>
      <dgm:t>
        <a:bodyPr/>
        <a:lstStyle/>
        <a:p>
          <a:endParaRPr lang="en-US"/>
        </a:p>
      </dgm:t>
    </dgm:pt>
    <dgm:pt modelId="{E053FB7A-B788-4CAF-BF8A-C353C4B3E642}" type="sibTrans" cxnId="{E0764E28-4425-43E5-A1B7-C1186E919EB6}">
      <dgm:prSet/>
      <dgm:spPr/>
      <dgm:t>
        <a:bodyPr/>
        <a:lstStyle/>
        <a:p>
          <a:endParaRPr lang="en-US"/>
        </a:p>
      </dgm:t>
    </dgm:pt>
    <dgm:pt modelId="{4B90A95C-363B-4011-BEA4-DD1DC53C9C38}">
      <dgm:prSet phldrT="[Text]"/>
      <dgm:spPr/>
      <dgm:t>
        <a:bodyPr/>
        <a:lstStyle/>
        <a:p>
          <a:r>
            <a:rPr lang="en-US" dirty="0"/>
            <a:t>Unknown programs or files mysteriously appear</a:t>
          </a:r>
        </a:p>
      </dgm:t>
    </dgm:pt>
    <dgm:pt modelId="{696AD272-F646-4516-9917-ACA32304369B}" type="parTrans" cxnId="{2530218D-FFD7-4B5C-9029-D642A8897203}">
      <dgm:prSet/>
      <dgm:spPr/>
      <dgm:t>
        <a:bodyPr/>
        <a:lstStyle/>
        <a:p>
          <a:endParaRPr lang="en-US"/>
        </a:p>
      </dgm:t>
    </dgm:pt>
    <dgm:pt modelId="{96FE70A8-2BE2-49F6-88C8-6794F534DBFB}" type="sibTrans" cxnId="{2530218D-FFD7-4B5C-9029-D642A8897203}">
      <dgm:prSet/>
      <dgm:spPr/>
      <dgm:t>
        <a:bodyPr/>
        <a:lstStyle/>
        <a:p>
          <a:endParaRPr lang="en-US"/>
        </a:p>
      </dgm:t>
    </dgm:pt>
    <dgm:pt modelId="{76C9B584-6A6D-4B0D-B2F7-874B043B2348}">
      <dgm:prSet phldrT="[Text]"/>
      <dgm:spPr/>
      <dgm:t>
        <a:bodyPr/>
        <a:lstStyle/>
        <a:p>
          <a:r>
            <a:rPr lang="en-US" dirty="0"/>
            <a:t>System properties change</a:t>
          </a:r>
        </a:p>
      </dgm:t>
    </dgm:pt>
    <dgm:pt modelId="{A0E0C6CD-4BDF-43FB-BE03-A8A6482E2CA4}" type="parTrans" cxnId="{E785899A-7F14-4C7A-B574-12F278A3D9DB}">
      <dgm:prSet/>
      <dgm:spPr/>
      <dgm:t>
        <a:bodyPr/>
        <a:lstStyle/>
        <a:p>
          <a:endParaRPr lang="en-US"/>
        </a:p>
      </dgm:t>
    </dgm:pt>
    <dgm:pt modelId="{C8385AE7-09BD-43A5-A5BC-33EED5453492}" type="sibTrans" cxnId="{E785899A-7F14-4C7A-B574-12F278A3D9DB}">
      <dgm:prSet/>
      <dgm:spPr/>
      <dgm:t>
        <a:bodyPr/>
        <a:lstStyle/>
        <a:p>
          <a:endParaRPr lang="en-US"/>
        </a:p>
      </dgm:t>
    </dgm:pt>
    <dgm:pt modelId="{1A7DE8ED-E7A4-4A38-88BC-72FFF859640A}">
      <dgm:prSet phldrT="[Text]"/>
      <dgm:spPr/>
      <dgm:t>
        <a:bodyPr/>
        <a:lstStyle/>
        <a:p>
          <a:r>
            <a:rPr lang="en-US" dirty="0"/>
            <a:t>Operating system does not start up</a:t>
          </a:r>
        </a:p>
      </dgm:t>
    </dgm:pt>
    <dgm:pt modelId="{AA903809-CB8F-4F45-B8F8-D4DB6D982EF5}" type="parTrans" cxnId="{28CD8AD1-7BB5-46C4-9E23-B52881711D3B}">
      <dgm:prSet/>
      <dgm:spPr/>
      <dgm:t>
        <a:bodyPr/>
        <a:lstStyle/>
        <a:p>
          <a:endParaRPr lang="en-US"/>
        </a:p>
      </dgm:t>
    </dgm:pt>
    <dgm:pt modelId="{F1A912DC-821A-415B-A0A4-E558FC302444}" type="sibTrans" cxnId="{28CD8AD1-7BB5-46C4-9E23-B52881711D3B}">
      <dgm:prSet/>
      <dgm:spPr/>
      <dgm:t>
        <a:bodyPr/>
        <a:lstStyle/>
        <a:p>
          <a:endParaRPr lang="en-US"/>
        </a:p>
      </dgm:t>
    </dgm:pt>
    <dgm:pt modelId="{6F77428A-FB8D-45F0-B337-9802CFF30AC1}">
      <dgm:prSet phldrT="[Text]"/>
      <dgm:spPr/>
      <dgm:t>
        <a:bodyPr/>
        <a:lstStyle/>
        <a:p>
          <a:r>
            <a:rPr lang="en-US" dirty="0"/>
            <a:t>Operating system shuts down unexpectedly</a:t>
          </a:r>
        </a:p>
      </dgm:t>
    </dgm:pt>
    <dgm:pt modelId="{1160231C-7B84-4505-9C9B-BF10D734EFE4}" type="parTrans" cxnId="{24A1CE43-5B8C-4DEF-9802-52370CEEC578}">
      <dgm:prSet/>
      <dgm:spPr/>
      <dgm:t>
        <a:bodyPr/>
        <a:lstStyle/>
        <a:p>
          <a:endParaRPr lang="en-US"/>
        </a:p>
      </dgm:t>
    </dgm:pt>
    <dgm:pt modelId="{3AEA588B-D802-40D1-96AD-8BC0C08492AC}" type="sibTrans" cxnId="{24A1CE43-5B8C-4DEF-9802-52370CEEC578}">
      <dgm:prSet/>
      <dgm:spPr/>
      <dgm:t>
        <a:bodyPr/>
        <a:lstStyle/>
        <a:p>
          <a:endParaRPr lang="en-US"/>
        </a:p>
      </dgm:t>
    </dgm:pt>
    <dgm:pt modelId="{493593CB-0535-4FEB-ABB8-212842359661}" type="pres">
      <dgm:prSet presAssocID="{EE8776A2-E109-4396-B790-5650FD937820}" presName="diagram" presStyleCnt="0">
        <dgm:presLayoutVars>
          <dgm:dir/>
          <dgm:resizeHandles val="exact"/>
        </dgm:presLayoutVars>
      </dgm:prSet>
      <dgm:spPr/>
    </dgm:pt>
    <dgm:pt modelId="{C677E389-0665-4AE5-BC34-D7E05E47FEA5}" type="pres">
      <dgm:prSet presAssocID="{DE4525BF-16B7-4AB1-AE77-01ADA5983942}" presName="node" presStyleLbl="node1" presStyleIdx="0" presStyleCnt="11">
        <dgm:presLayoutVars>
          <dgm:bulletEnabled val="1"/>
        </dgm:presLayoutVars>
      </dgm:prSet>
      <dgm:spPr/>
    </dgm:pt>
    <dgm:pt modelId="{FA32E1C7-8832-4C1F-B865-0B6B1AEE9C8C}" type="pres">
      <dgm:prSet presAssocID="{F8A3ECBA-F31B-4BBE-8BD2-73E2E5E877F3}" presName="sibTrans" presStyleCnt="0"/>
      <dgm:spPr/>
    </dgm:pt>
    <dgm:pt modelId="{1D26E93C-86E7-419E-BB18-BF52BFEF9BE0}" type="pres">
      <dgm:prSet presAssocID="{9D685592-F490-4D90-888B-5D97A1B4CC35}" presName="node" presStyleLbl="node1" presStyleIdx="1" presStyleCnt="11">
        <dgm:presLayoutVars>
          <dgm:bulletEnabled val="1"/>
        </dgm:presLayoutVars>
      </dgm:prSet>
      <dgm:spPr/>
    </dgm:pt>
    <dgm:pt modelId="{48BCB3C9-2876-400D-B1D5-EB80CCC46F31}" type="pres">
      <dgm:prSet presAssocID="{D33B2517-E2A0-49B2-8329-87354937EE8C}" presName="sibTrans" presStyleCnt="0"/>
      <dgm:spPr/>
    </dgm:pt>
    <dgm:pt modelId="{DBD5E9DE-E2BA-4D0D-8713-3F9E8EB8564A}" type="pres">
      <dgm:prSet presAssocID="{7390CD3D-7F2D-4164-AADA-CC8B2975B775}" presName="node" presStyleLbl="node1" presStyleIdx="2" presStyleCnt="11">
        <dgm:presLayoutVars>
          <dgm:bulletEnabled val="1"/>
        </dgm:presLayoutVars>
      </dgm:prSet>
      <dgm:spPr/>
    </dgm:pt>
    <dgm:pt modelId="{3681B6B5-5BFD-4E56-A9ED-7C0EBF5A315A}" type="pres">
      <dgm:prSet presAssocID="{58A1FDFA-CB40-41C5-9F7D-43680FEA877A}" presName="sibTrans" presStyleCnt="0"/>
      <dgm:spPr/>
    </dgm:pt>
    <dgm:pt modelId="{013C0BD2-A815-4149-88D7-946088698AAE}" type="pres">
      <dgm:prSet presAssocID="{2B6A7658-8FF6-4E8E-9F76-3BBA78B1F0AA}" presName="node" presStyleLbl="node1" presStyleIdx="3" presStyleCnt="11">
        <dgm:presLayoutVars>
          <dgm:bulletEnabled val="1"/>
        </dgm:presLayoutVars>
      </dgm:prSet>
      <dgm:spPr/>
    </dgm:pt>
    <dgm:pt modelId="{205C4D12-1765-4FE2-9DA2-28684F4BC3AB}" type="pres">
      <dgm:prSet presAssocID="{4D2C8D0A-7137-4735-B7DA-03E2C14AF71D}" presName="sibTrans" presStyleCnt="0"/>
      <dgm:spPr/>
    </dgm:pt>
    <dgm:pt modelId="{194AD8C6-C19F-4DA1-8AF9-1563D741E8D8}" type="pres">
      <dgm:prSet presAssocID="{4C43977C-319D-463A-8A11-BEC420C45423}" presName="node" presStyleLbl="node1" presStyleIdx="4" presStyleCnt="11">
        <dgm:presLayoutVars>
          <dgm:bulletEnabled val="1"/>
        </dgm:presLayoutVars>
      </dgm:prSet>
      <dgm:spPr/>
    </dgm:pt>
    <dgm:pt modelId="{172B4B1A-AA63-4A82-A26C-A1829DE586CC}" type="pres">
      <dgm:prSet presAssocID="{98A9B2A2-D480-43FF-A37F-8ECAD4010A21}" presName="sibTrans" presStyleCnt="0"/>
      <dgm:spPr/>
    </dgm:pt>
    <dgm:pt modelId="{A6F774B4-8F21-4CD7-9A75-642ADF2F0D23}" type="pres">
      <dgm:prSet presAssocID="{5C4D1B0A-DF76-4D70-95F8-4B97FE6144DD}" presName="node" presStyleLbl="node1" presStyleIdx="5" presStyleCnt="11">
        <dgm:presLayoutVars>
          <dgm:bulletEnabled val="1"/>
        </dgm:presLayoutVars>
      </dgm:prSet>
      <dgm:spPr/>
    </dgm:pt>
    <dgm:pt modelId="{8E31D92A-CFD4-43D4-8EB8-80BCBC4B9C31}" type="pres">
      <dgm:prSet presAssocID="{1B48AC57-E918-43A5-9BC4-4C2FD91977BC}" presName="sibTrans" presStyleCnt="0"/>
      <dgm:spPr/>
    </dgm:pt>
    <dgm:pt modelId="{5134D6B5-D40E-4E8F-985C-5890A0F8FA69}" type="pres">
      <dgm:prSet presAssocID="{38FBBEE2-4BD4-4DAD-B4A2-F2D8D407EE69}" presName="node" presStyleLbl="node1" presStyleIdx="6" presStyleCnt="11">
        <dgm:presLayoutVars>
          <dgm:bulletEnabled val="1"/>
        </dgm:presLayoutVars>
      </dgm:prSet>
      <dgm:spPr/>
    </dgm:pt>
    <dgm:pt modelId="{1F2C1860-EA91-4948-BFFC-BDBF49A0CD7D}" type="pres">
      <dgm:prSet presAssocID="{E053FB7A-B788-4CAF-BF8A-C353C4B3E642}" presName="sibTrans" presStyleCnt="0"/>
      <dgm:spPr/>
    </dgm:pt>
    <dgm:pt modelId="{83770F09-A47B-4A8E-9B5E-A128FEAB8675}" type="pres">
      <dgm:prSet presAssocID="{4B90A95C-363B-4011-BEA4-DD1DC53C9C38}" presName="node" presStyleLbl="node1" presStyleIdx="7" presStyleCnt="11">
        <dgm:presLayoutVars>
          <dgm:bulletEnabled val="1"/>
        </dgm:presLayoutVars>
      </dgm:prSet>
      <dgm:spPr/>
    </dgm:pt>
    <dgm:pt modelId="{6AEDF50F-1F48-4CF9-9E2C-E2A5DEEA4A0E}" type="pres">
      <dgm:prSet presAssocID="{96FE70A8-2BE2-49F6-88C8-6794F534DBFB}" presName="sibTrans" presStyleCnt="0"/>
      <dgm:spPr/>
    </dgm:pt>
    <dgm:pt modelId="{B3BB5626-B6E2-4044-B769-845C9D0C9500}" type="pres">
      <dgm:prSet presAssocID="{76C9B584-6A6D-4B0D-B2F7-874B043B2348}" presName="node" presStyleLbl="node1" presStyleIdx="8" presStyleCnt="11">
        <dgm:presLayoutVars>
          <dgm:bulletEnabled val="1"/>
        </dgm:presLayoutVars>
      </dgm:prSet>
      <dgm:spPr/>
    </dgm:pt>
    <dgm:pt modelId="{A2EB8312-AACD-40B3-B3AD-51CF47E02BED}" type="pres">
      <dgm:prSet presAssocID="{C8385AE7-09BD-43A5-A5BC-33EED5453492}" presName="sibTrans" presStyleCnt="0"/>
      <dgm:spPr/>
    </dgm:pt>
    <dgm:pt modelId="{5FAD1FCF-E74F-49F4-9C83-E220EED00CB5}" type="pres">
      <dgm:prSet presAssocID="{1A7DE8ED-E7A4-4A38-88BC-72FFF859640A}" presName="node" presStyleLbl="node1" presStyleIdx="9" presStyleCnt="11">
        <dgm:presLayoutVars>
          <dgm:bulletEnabled val="1"/>
        </dgm:presLayoutVars>
      </dgm:prSet>
      <dgm:spPr/>
    </dgm:pt>
    <dgm:pt modelId="{8E52FB2E-4571-4C25-AE57-DC5050B5B400}" type="pres">
      <dgm:prSet presAssocID="{F1A912DC-821A-415B-A0A4-E558FC302444}" presName="sibTrans" presStyleCnt="0"/>
      <dgm:spPr/>
    </dgm:pt>
    <dgm:pt modelId="{BFEF3064-1C90-47C0-A900-EDF3B304FC1D}" type="pres">
      <dgm:prSet presAssocID="{6F77428A-FB8D-45F0-B337-9802CFF30AC1}" presName="node" presStyleLbl="node1" presStyleIdx="10" presStyleCnt="11">
        <dgm:presLayoutVars>
          <dgm:bulletEnabled val="1"/>
        </dgm:presLayoutVars>
      </dgm:prSet>
      <dgm:spPr/>
    </dgm:pt>
  </dgm:ptLst>
  <dgm:cxnLst>
    <dgm:cxn modelId="{F7153C04-29EA-4261-96EC-BEE4C5C16789}" type="presOf" srcId="{9D685592-F490-4D90-888B-5D97A1B4CC35}" destId="{1D26E93C-86E7-419E-BB18-BF52BFEF9BE0}" srcOrd="0" destOrd="0" presId="urn:microsoft.com/office/officeart/2005/8/layout/default#55"/>
    <dgm:cxn modelId="{CFDBB910-A321-4FBA-BD49-CC8144FA707D}" srcId="{EE8776A2-E109-4396-B790-5650FD937820}" destId="{DE4525BF-16B7-4AB1-AE77-01ADA5983942}" srcOrd="0" destOrd="0" parTransId="{A9BDD155-44E5-48E0-B8E5-8BB50698E7F4}" sibTransId="{F8A3ECBA-F31B-4BBE-8BD2-73E2E5E877F3}"/>
    <dgm:cxn modelId="{E06A2513-4F22-44C4-93CE-15661EB90453}" srcId="{EE8776A2-E109-4396-B790-5650FD937820}" destId="{9D685592-F490-4D90-888B-5D97A1B4CC35}" srcOrd="1" destOrd="0" parTransId="{D7C78763-9B15-4898-AE06-39428E164DB4}" sibTransId="{D33B2517-E2A0-49B2-8329-87354937EE8C}"/>
    <dgm:cxn modelId="{92371219-F9D9-406C-96CD-B139C363FBB9}" type="presOf" srcId="{5C4D1B0A-DF76-4D70-95F8-4B97FE6144DD}" destId="{A6F774B4-8F21-4CD7-9A75-642ADF2F0D23}" srcOrd="0" destOrd="0" presId="urn:microsoft.com/office/officeart/2005/8/layout/default#55"/>
    <dgm:cxn modelId="{15AD8522-593D-41C0-993D-7186CE3E6102}" type="presOf" srcId="{76C9B584-6A6D-4B0D-B2F7-874B043B2348}" destId="{B3BB5626-B6E2-4044-B769-845C9D0C9500}" srcOrd="0" destOrd="0" presId="urn:microsoft.com/office/officeart/2005/8/layout/default#55"/>
    <dgm:cxn modelId="{E0764E28-4425-43E5-A1B7-C1186E919EB6}" srcId="{EE8776A2-E109-4396-B790-5650FD937820}" destId="{38FBBEE2-4BD4-4DAD-B4A2-F2D8D407EE69}" srcOrd="6" destOrd="0" parTransId="{C00D7B42-6220-4072-B931-DF5E8B8D834C}" sibTransId="{E053FB7A-B788-4CAF-BF8A-C353C4B3E642}"/>
    <dgm:cxn modelId="{24A1CE43-5B8C-4DEF-9802-52370CEEC578}" srcId="{EE8776A2-E109-4396-B790-5650FD937820}" destId="{6F77428A-FB8D-45F0-B337-9802CFF30AC1}" srcOrd="10" destOrd="0" parTransId="{1160231C-7B84-4505-9C9B-BF10D734EFE4}" sibTransId="{3AEA588B-D802-40D1-96AD-8BC0C08492AC}"/>
    <dgm:cxn modelId="{39D88177-D3DF-4220-BDE8-08407A9D7E7C}" type="presOf" srcId="{EE8776A2-E109-4396-B790-5650FD937820}" destId="{493593CB-0535-4FEB-ABB8-212842359661}" srcOrd="0" destOrd="0" presId="urn:microsoft.com/office/officeart/2005/8/layout/default#55"/>
    <dgm:cxn modelId="{2530218D-FFD7-4B5C-9029-D642A8897203}" srcId="{EE8776A2-E109-4396-B790-5650FD937820}" destId="{4B90A95C-363B-4011-BEA4-DD1DC53C9C38}" srcOrd="7" destOrd="0" parTransId="{696AD272-F646-4516-9917-ACA32304369B}" sibTransId="{96FE70A8-2BE2-49F6-88C8-6794F534DBFB}"/>
    <dgm:cxn modelId="{044E1993-24D0-48C6-917D-B5DB8511EE49}" type="presOf" srcId="{4B90A95C-363B-4011-BEA4-DD1DC53C9C38}" destId="{83770F09-A47B-4A8E-9B5E-A128FEAB8675}" srcOrd="0" destOrd="0" presId="urn:microsoft.com/office/officeart/2005/8/layout/default#55"/>
    <dgm:cxn modelId="{E785899A-7F14-4C7A-B574-12F278A3D9DB}" srcId="{EE8776A2-E109-4396-B790-5650FD937820}" destId="{76C9B584-6A6D-4B0D-B2F7-874B043B2348}" srcOrd="8" destOrd="0" parTransId="{A0E0C6CD-4BDF-43FB-BE03-A8A6482E2CA4}" sibTransId="{C8385AE7-09BD-43A5-A5BC-33EED5453492}"/>
    <dgm:cxn modelId="{CF1FBCA4-FA0F-49AF-A835-91729F604784}" srcId="{EE8776A2-E109-4396-B790-5650FD937820}" destId="{4C43977C-319D-463A-8A11-BEC420C45423}" srcOrd="4" destOrd="0" parTransId="{5DEBB01A-425F-46FA-AAF2-D7794D929262}" sibTransId="{98A9B2A2-D480-43FF-A37F-8ECAD4010A21}"/>
    <dgm:cxn modelId="{60EFEDA9-BF29-4FE6-A89E-33D758F9295C}" type="presOf" srcId="{7390CD3D-7F2D-4164-AADA-CC8B2975B775}" destId="{DBD5E9DE-E2BA-4D0D-8713-3F9E8EB8564A}" srcOrd="0" destOrd="0" presId="urn:microsoft.com/office/officeart/2005/8/layout/default#55"/>
    <dgm:cxn modelId="{A1E318B2-BB68-4EC5-8938-BC712812ADB0}" type="presOf" srcId="{2B6A7658-8FF6-4E8E-9F76-3BBA78B1F0AA}" destId="{013C0BD2-A815-4149-88D7-946088698AAE}" srcOrd="0" destOrd="0" presId="urn:microsoft.com/office/officeart/2005/8/layout/default#55"/>
    <dgm:cxn modelId="{5E071EB2-B7FA-44C1-8260-B8C28A993320}" type="presOf" srcId="{38FBBEE2-4BD4-4DAD-B4A2-F2D8D407EE69}" destId="{5134D6B5-D40E-4E8F-985C-5890A0F8FA69}" srcOrd="0" destOrd="0" presId="urn:microsoft.com/office/officeart/2005/8/layout/default#55"/>
    <dgm:cxn modelId="{55724CB2-E4C7-4060-B2C6-69207351A77D}" type="presOf" srcId="{6F77428A-FB8D-45F0-B337-9802CFF30AC1}" destId="{BFEF3064-1C90-47C0-A900-EDF3B304FC1D}" srcOrd="0" destOrd="0" presId="urn:microsoft.com/office/officeart/2005/8/layout/default#55"/>
    <dgm:cxn modelId="{020684B3-5D89-4C1B-8F43-F266C7D93916}" type="presOf" srcId="{4C43977C-319D-463A-8A11-BEC420C45423}" destId="{194AD8C6-C19F-4DA1-8AF9-1563D741E8D8}" srcOrd="0" destOrd="0" presId="urn:microsoft.com/office/officeart/2005/8/layout/default#55"/>
    <dgm:cxn modelId="{5354B8C6-CB5A-4DE1-B8A1-A45A0689D822}" type="presOf" srcId="{DE4525BF-16B7-4AB1-AE77-01ADA5983942}" destId="{C677E389-0665-4AE5-BC34-D7E05E47FEA5}" srcOrd="0" destOrd="0" presId="urn:microsoft.com/office/officeart/2005/8/layout/default#55"/>
    <dgm:cxn modelId="{28CD8AD1-7BB5-46C4-9E23-B52881711D3B}" srcId="{EE8776A2-E109-4396-B790-5650FD937820}" destId="{1A7DE8ED-E7A4-4A38-88BC-72FFF859640A}" srcOrd="9" destOrd="0" parTransId="{AA903809-CB8F-4F45-B8F8-D4DB6D982EF5}" sibTransId="{F1A912DC-821A-415B-A0A4-E558FC302444}"/>
    <dgm:cxn modelId="{CB8408D8-DDCD-4277-9C63-A3EC82655CEF}" srcId="{EE8776A2-E109-4396-B790-5650FD937820}" destId="{2B6A7658-8FF6-4E8E-9F76-3BBA78B1F0AA}" srcOrd="3" destOrd="0" parTransId="{C9E1E7FD-2087-400E-B96E-1217ABFA6D15}" sibTransId="{4D2C8D0A-7137-4735-B7DA-03E2C14AF71D}"/>
    <dgm:cxn modelId="{D0D116D8-A836-4215-A9F0-2FBF943BAA40}" srcId="{EE8776A2-E109-4396-B790-5650FD937820}" destId="{5C4D1B0A-DF76-4D70-95F8-4B97FE6144DD}" srcOrd="5" destOrd="0" parTransId="{B954355B-C8BF-4B52-BFAD-51D37C17510B}" sibTransId="{1B48AC57-E918-43A5-9BC4-4C2FD91977BC}"/>
    <dgm:cxn modelId="{BA13CDDB-8C94-41D1-B533-8F2582DC1A10}" srcId="{EE8776A2-E109-4396-B790-5650FD937820}" destId="{7390CD3D-7F2D-4164-AADA-CC8B2975B775}" srcOrd="2" destOrd="0" parTransId="{159F4555-DB68-4676-A3BC-338627EABDBD}" sibTransId="{58A1FDFA-CB40-41C5-9F7D-43680FEA877A}"/>
    <dgm:cxn modelId="{948991E5-BE55-4276-B892-942F737FD7D8}" type="presOf" srcId="{1A7DE8ED-E7A4-4A38-88BC-72FFF859640A}" destId="{5FAD1FCF-E74F-49F4-9C83-E220EED00CB5}" srcOrd="0" destOrd="0" presId="urn:microsoft.com/office/officeart/2005/8/layout/default#55"/>
    <dgm:cxn modelId="{D5FBDE7F-3655-4B6D-99AE-30EA0414F5DA}" type="presParOf" srcId="{493593CB-0535-4FEB-ABB8-212842359661}" destId="{C677E389-0665-4AE5-BC34-D7E05E47FEA5}" srcOrd="0" destOrd="0" presId="urn:microsoft.com/office/officeart/2005/8/layout/default#55"/>
    <dgm:cxn modelId="{B180561C-7A76-4ED9-AFAD-186903EEF68F}" type="presParOf" srcId="{493593CB-0535-4FEB-ABB8-212842359661}" destId="{FA32E1C7-8832-4C1F-B865-0B6B1AEE9C8C}" srcOrd="1" destOrd="0" presId="urn:microsoft.com/office/officeart/2005/8/layout/default#55"/>
    <dgm:cxn modelId="{20FE4A00-16FC-4EB4-97AE-F58F294786D7}" type="presParOf" srcId="{493593CB-0535-4FEB-ABB8-212842359661}" destId="{1D26E93C-86E7-419E-BB18-BF52BFEF9BE0}" srcOrd="2" destOrd="0" presId="urn:microsoft.com/office/officeart/2005/8/layout/default#55"/>
    <dgm:cxn modelId="{72249805-D29F-4B01-83E7-EB502D11958C}" type="presParOf" srcId="{493593CB-0535-4FEB-ABB8-212842359661}" destId="{48BCB3C9-2876-400D-B1D5-EB80CCC46F31}" srcOrd="3" destOrd="0" presId="urn:microsoft.com/office/officeart/2005/8/layout/default#55"/>
    <dgm:cxn modelId="{5E2071B3-E87C-4CBF-B99B-2D827E35C3C7}" type="presParOf" srcId="{493593CB-0535-4FEB-ABB8-212842359661}" destId="{DBD5E9DE-E2BA-4D0D-8713-3F9E8EB8564A}" srcOrd="4" destOrd="0" presId="urn:microsoft.com/office/officeart/2005/8/layout/default#55"/>
    <dgm:cxn modelId="{02D0E6A4-B3B3-479F-A847-D39570FE1D3C}" type="presParOf" srcId="{493593CB-0535-4FEB-ABB8-212842359661}" destId="{3681B6B5-5BFD-4E56-A9ED-7C0EBF5A315A}" srcOrd="5" destOrd="0" presId="urn:microsoft.com/office/officeart/2005/8/layout/default#55"/>
    <dgm:cxn modelId="{AD7C144E-905D-4192-A469-476601E977D8}" type="presParOf" srcId="{493593CB-0535-4FEB-ABB8-212842359661}" destId="{013C0BD2-A815-4149-88D7-946088698AAE}" srcOrd="6" destOrd="0" presId="urn:microsoft.com/office/officeart/2005/8/layout/default#55"/>
    <dgm:cxn modelId="{CFE531DF-E80F-4D6B-AFBC-DD0183702033}" type="presParOf" srcId="{493593CB-0535-4FEB-ABB8-212842359661}" destId="{205C4D12-1765-4FE2-9DA2-28684F4BC3AB}" srcOrd="7" destOrd="0" presId="urn:microsoft.com/office/officeart/2005/8/layout/default#55"/>
    <dgm:cxn modelId="{E15521F3-E53C-4C0D-AE16-C5714A1452F7}" type="presParOf" srcId="{493593CB-0535-4FEB-ABB8-212842359661}" destId="{194AD8C6-C19F-4DA1-8AF9-1563D741E8D8}" srcOrd="8" destOrd="0" presId="urn:microsoft.com/office/officeart/2005/8/layout/default#55"/>
    <dgm:cxn modelId="{B4CF2B56-867D-428E-A451-29C021FB42A5}" type="presParOf" srcId="{493593CB-0535-4FEB-ABB8-212842359661}" destId="{172B4B1A-AA63-4A82-A26C-A1829DE586CC}" srcOrd="9" destOrd="0" presId="urn:microsoft.com/office/officeart/2005/8/layout/default#55"/>
    <dgm:cxn modelId="{D7EB644E-000C-4707-AC4C-3804750D839E}" type="presParOf" srcId="{493593CB-0535-4FEB-ABB8-212842359661}" destId="{A6F774B4-8F21-4CD7-9A75-642ADF2F0D23}" srcOrd="10" destOrd="0" presId="urn:microsoft.com/office/officeart/2005/8/layout/default#55"/>
    <dgm:cxn modelId="{FEC74336-7456-4387-9660-1543EA02C773}" type="presParOf" srcId="{493593CB-0535-4FEB-ABB8-212842359661}" destId="{8E31D92A-CFD4-43D4-8EB8-80BCBC4B9C31}" srcOrd="11" destOrd="0" presId="urn:microsoft.com/office/officeart/2005/8/layout/default#55"/>
    <dgm:cxn modelId="{7AB7394E-E66E-427B-B39E-00F26EE260D5}" type="presParOf" srcId="{493593CB-0535-4FEB-ABB8-212842359661}" destId="{5134D6B5-D40E-4E8F-985C-5890A0F8FA69}" srcOrd="12" destOrd="0" presId="urn:microsoft.com/office/officeart/2005/8/layout/default#55"/>
    <dgm:cxn modelId="{E3C73976-ECF6-42FE-A406-71556C094AB1}" type="presParOf" srcId="{493593CB-0535-4FEB-ABB8-212842359661}" destId="{1F2C1860-EA91-4948-BFFC-BDBF49A0CD7D}" srcOrd="13" destOrd="0" presId="urn:microsoft.com/office/officeart/2005/8/layout/default#55"/>
    <dgm:cxn modelId="{D9E9F9F2-A182-4B7D-831B-6396F65F88A9}" type="presParOf" srcId="{493593CB-0535-4FEB-ABB8-212842359661}" destId="{83770F09-A47B-4A8E-9B5E-A128FEAB8675}" srcOrd="14" destOrd="0" presId="urn:microsoft.com/office/officeart/2005/8/layout/default#55"/>
    <dgm:cxn modelId="{202A3DEB-A6B8-4EF0-B4FF-D68553F527A6}" type="presParOf" srcId="{493593CB-0535-4FEB-ABB8-212842359661}" destId="{6AEDF50F-1F48-4CF9-9E2C-E2A5DEEA4A0E}" srcOrd="15" destOrd="0" presId="urn:microsoft.com/office/officeart/2005/8/layout/default#55"/>
    <dgm:cxn modelId="{093C4DD9-44CB-4DE1-8A49-8F4952BF5BBC}" type="presParOf" srcId="{493593CB-0535-4FEB-ABB8-212842359661}" destId="{B3BB5626-B6E2-4044-B769-845C9D0C9500}" srcOrd="16" destOrd="0" presId="urn:microsoft.com/office/officeart/2005/8/layout/default#55"/>
    <dgm:cxn modelId="{2385AF18-1A49-4431-A94B-8D8073FB19C2}" type="presParOf" srcId="{493593CB-0535-4FEB-ABB8-212842359661}" destId="{A2EB8312-AACD-40B3-B3AD-51CF47E02BED}" srcOrd="17" destOrd="0" presId="urn:microsoft.com/office/officeart/2005/8/layout/default#55"/>
    <dgm:cxn modelId="{4E768CEC-7C2B-45D5-8277-DA8D4778D604}" type="presParOf" srcId="{493593CB-0535-4FEB-ABB8-212842359661}" destId="{5FAD1FCF-E74F-49F4-9C83-E220EED00CB5}" srcOrd="18" destOrd="0" presId="urn:microsoft.com/office/officeart/2005/8/layout/default#55"/>
    <dgm:cxn modelId="{058E95AE-18DE-4FE0-9EA1-3A108120DC0C}" type="presParOf" srcId="{493593CB-0535-4FEB-ABB8-212842359661}" destId="{8E52FB2E-4571-4C25-AE57-DC5050B5B400}" srcOrd="19" destOrd="0" presId="urn:microsoft.com/office/officeart/2005/8/layout/default#55"/>
    <dgm:cxn modelId="{2DE72FA2-174F-4811-8B0F-C82C4C000B21}" type="presParOf" srcId="{493593CB-0535-4FEB-ABB8-212842359661}" destId="{BFEF3064-1C90-47C0-A900-EDF3B304FC1D}" srcOrd="20" destOrd="0" presId="urn:microsoft.com/office/officeart/2005/8/layout/default#5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BCA51DC-A25E-4D7C-BFCC-B6C112629DA7}" type="doc">
      <dgm:prSet loTypeId="urn:microsoft.com/office/officeart/2005/8/layout/vList2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063F1B7-0C30-4DD8-88F3-D3C9E4D20C46}">
      <dgm:prSet phldrT="[Text]"/>
      <dgm:spPr/>
      <dgm:t>
        <a:bodyPr/>
        <a:lstStyle/>
        <a:p>
          <a:r>
            <a:rPr lang="en-US" dirty="0"/>
            <a:t>Intrusion detection software</a:t>
          </a:r>
        </a:p>
      </dgm:t>
    </dgm:pt>
    <dgm:pt modelId="{B118B1D6-CFE6-41D6-8286-E22B43062FB7}" type="parTrans" cxnId="{5DC713FF-AA94-4991-9ADB-86E98A235636}">
      <dgm:prSet/>
      <dgm:spPr/>
      <dgm:t>
        <a:bodyPr/>
        <a:lstStyle/>
        <a:p>
          <a:endParaRPr lang="en-US"/>
        </a:p>
      </dgm:t>
    </dgm:pt>
    <dgm:pt modelId="{B4B30787-262A-4F15-984D-19E68E1935F5}" type="sibTrans" cxnId="{5DC713FF-AA94-4991-9ADB-86E98A235636}">
      <dgm:prSet/>
      <dgm:spPr/>
      <dgm:t>
        <a:bodyPr/>
        <a:lstStyle/>
        <a:p>
          <a:endParaRPr lang="en-US"/>
        </a:p>
      </dgm:t>
    </dgm:pt>
    <dgm:pt modelId="{7868AFC6-6AE1-4E55-A280-88977229DB45}">
      <dgm:prSet phldrT="[Text]"/>
      <dgm:spPr/>
      <dgm:t>
        <a:bodyPr/>
        <a:lstStyle/>
        <a:p>
          <a:r>
            <a:rPr lang="en-US" dirty="0"/>
            <a:t>Analyzes all network traffic</a:t>
          </a:r>
        </a:p>
      </dgm:t>
    </dgm:pt>
    <dgm:pt modelId="{FE0141EB-73E0-4959-9494-EF895C76260E}" type="parTrans" cxnId="{9F956B3E-961C-4575-8703-074BCF10092B}">
      <dgm:prSet/>
      <dgm:spPr/>
      <dgm:t>
        <a:bodyPr/>
        <a:lstStyle/>
        <a:p>
          <a:endParaRPr lang="en-US"/>
        </a:p>
      </dgm:t>
    </dgm:pt>
    <dgm:pt modelId="{73B2A722-026D-4CBC-BB35-9EF7C838E0CA}" type="sibTrans" cxnId="{9F956B3E-961C-4575-8703-074BCF10092B}">
      <dgm:prSet/>
      <dgm:spPr/>
      <dgm:t>
        <a:bodyPr/>
        <a:lstStyle/>
        <a:p>
          <a:endParaRPr lang="en-US"/>
        </a:p>
      </dgm:t>
    </dgm:pt>
    <dgm:pt modelId="{BC873F91-55C0-42B7-8BD0-CE4CF00A6A3C}">
      <dgm:prSet phldrT="[Text]"/>
      <dgm:spPr/>
      <dgm:t>
        <a:bodyPr/>
        <a:lstStyle/>
        <a:p>
          <a:r>
            <a:rPr lang="en-US" dirty="0"/>
            <a:t>Assesses system vulnerabilities</a:t>
          </a:r>
        </a:p>
      </dgm:t>
    </dgm:pt>
    <dgm:pt modelId="{6F13F313-277A-4509-BAEC-D4C9AF13DC7D}" type="parTrans" cxnId="{6ABAE3C2-AD22-425F-88F0-161C9592364B}">
      <dgm:prSet/>
      <dgm:spPr/>
      <dgm:t>
        <a:bodyPr/>
        <a:lstStyle/>
        <a:p>
          <a:endParaRPr lang="en-US"/>
        </a:p>
      </dgm:t>
    </dgm:pt>
    <dgm:pt modelId="{C3EA0249-31EF-4ABA-81A8-6BAE7FBD59EC}" type="sibTrans" cxnId="{6ABAE3C2-AD22-425F-88F0-161C9592364B}">
      <dgm:prSet/>
      <dgm:spPr/>
      <dgm:t>
        <a:bodyPr/>
        <a:lstStyle/>
        <a:p>
          <a:endParaRPr lang="en-US"/>
        </a:p>
      </dgm:t>
    </dgm:pt>
    <dgm:pt modelId="{7A1B64CA-0B09-4262-AF9C-EAB86B8FB7E6}">
      <dgm:prSet phldrT="[Text]"/>
      <dgm:spPr/>
      <dgm:t>
        <a:bodyPr/>
        <a:lstStyle/>
        <a:p>
          <a:r>
            <a:rPr lang="en-US" dirty="0"/>
            <a:t>Identifies any unauthorized intrusions</a:t>
          </a:r>
        </a:p>
      </dgm:t>
    </dgm:pt>
    <dgm:pt modelId="{96F1E470-21AF-49D5-A15F-E4C20C25F60D}" type="parTrans" cxnId="{95FFAA3C-89D3-4061-9139-B36D15C45FA9}">
      <dgm:prSet/>
      <dgm:spPr/>
      <dgm:t>
        <a:bodyPr/>
        <a:lstStyle/>
        <a:p>
          <a:endParaRPr lang="en-US"/>
        </a:p>
      </dgm:t>
    </dgm:pt>
    <dgm:pt modelId="{4DCEC8AD-80FB-4954-A028-2C711670E7C8}" type="sibTrans" cxnId="{95FFAA3C-89D3-4061-9139-B36D15C45FA9}">
      <dgm:prSet/>
      <dgm:spPr/>
      <dgm:t>
        <a:bodyPr/>
        <a:lstStyle/>
        <a:p>
          <a:endParaRPr lang="en-US"/>
        </a:p>
      </dgm:t>
    </dgm:pt>
    <dgm:pt modelId="{3A28B193-DE78-429A-934D-797A1D092C8F}">
      <dgm:prSet phldrT="[Text]"/>
      <dgm:spPr/>
      <dgm:t>
        <a:bodyPr/>
        <a:lstStyle/>
        <a:p>
          <a:r>
            <a:rPr lang="en-US" dirty="0"/>
            <a:t>Notifies network administrators of suspicious behavior patterns or system breaches</a:t>
          </a:r>
        </a:p>
      </dgm:t>
    </dgm:pt>
    <dgm:pt modelId="{249A6059-EA40-4504-9880-909F8596B145}" type="parTrans" cxnId="{7A3A516A-22C3-4DAF-9391-044F0CF2F1E6}">
      <dgm:prSet/>
      <dgm:spPr/>
      <dgm:t>
        <a:bodyPr/>
        <a:lstStyle/>
        <a:p>
          <a:endParaRPr lang="en-US"/>
        </a:p>
      </dgm:t>
    </dgm:pt>
    <dgm:pt modelId="{E6202EAB-BC9D-46DE-A703-03B12C8BE286}" type="sibTrans" cxnId="{7A3A516A-22C3-4DAF-9391-044F0CF2F1E6}">
      <dgm:prSet/>
      <dgm:spPr/>
      <dgm:t>
        <a:bodyPr/>
        <a:lstStyle/>
        <a:p>
          <a:endParaRPr lang="en-US"/>
        </a:p>
      </dgm:t>
    </dgm:pt>
    <dgm:pt modelId="{21C0A68A-33BB-4ABA-B401-20E380EFD379}">
      <dgm:prSet phldrT="[Text]"/>
      <dgm:spPr/>
      <dgm:t>
        <a:bodyPr/>
        <a:lstStyle/>
        <a:p>
          <a:r>
            <a:rPr lang="en-US" dirty="0"/>
            <a:t>Honeypot</a:t>
          </a:r>
        </a:p>
      </dgm:t>
    </dgm:pt>
    <dgm:pt modelId="{7A3B9D8A-3309-44E2-97F5-A3907248FF3C}" type="parTrans" cxnId="{B1AFBCCB-19F1-4FA5-B32C-FC34D553DC29}">
      <dgm:prSet/>
      <dgm:spPr/>
      <dgm:t>
        <a:bodyPr/>
        <a:lstStyle/>
        <a:p>
          <a:endParaRPr lang="en-US"/>
        </a:p>
      </dgm:t>
    </dgm:pt>
    <dgm:pt modelId="{8DA6A5B5-A2F8-4F84-BD8D-62F2D8E14301}" type="sibTrans" cxnId="{B1AFBCCB-19F1-4FA5-B32C-FC34D553DC29}">
      <dgm:prSet/>
      <dgm:spPr/>
      <dgm:t>
        <a:bodyPr/>
        <a:lstStyle/>
        <a:p>
          <a:endParaRPr lang="en-US"/>
        </a:p>
      </dgm:t>
    </dgm:pt>
    <dgm:pt modelId="{06433E97-8196-454B-90F7-E1D41C0D42C1}">
      <dgm:prSet phldrT="[Text]"/>
      <dgm:spPr/>
      <dgm:t>
        <a:bodyPr/>
        <a:lstStyle/>
        <a:p>
          <a:r>
            <a:rPr lang="en-US" dirty="0"/>
            <a:t>Vulnerable computer that is set up to entice an intruder to break into it</a:t>
          </a:r>
        </a:p>
      </dgm:t>
    </dgm:pt>
    <dgm:pt modelId="{7639472C-1B8C-4721-B08C-CA9DCD1C353B}" type="parTrans" cxnId="{2599682F-0016-4A4D-9AC6-50E55DF152F8}">
      <dgm:prSet/>
      <dgm:spPr/>
      <dgm:t>
        <a:bodyPr/>
        <a:lstStyle/>
        <a:p>
          <a:endParaRPr lang="en-US"/>
        </a:p>
      </dgm:t>
    </dgm:pt>
    <dgm:pt modelId="{0E7ECC95-9DFE-4BB8-A401-93506BBEEA9C}" type="sibTrans" cxnId="{2599682F-0016-4A4D-9AC6-50E55DF152F8}">
      <dgm:prSet/>
      <dgm:spPr/>
      <dgm:t>
        <a:bodyPr/>
        <a:lstStyle/>
        <a:p>
          <a:endParaRPr lang="en-US"/>
        </a:p>
      </dgm:t>
    </dgm:pt>
    <dgm:pt modelId="{0C7D8862-530F-4BB0-8307-467CDE748712}" type="pres">
      <dgm:prSet presAssocID="{BBCA51DC-A25E-4D7C-BFCC-B6C112629DA7}" presName="linear" presStyleCnt="0">
        <dgm:presLayoutVars>
          <dgm:animLvl val="lvl"/>
          <dgm:resizeHandles val="exact"/>
        </dgm:presLayoutVars>
      </dgm:prSet>
      <dgm:spPr/>
    </dgm:pt>
    <dgm:pt modelId="{F3C9A06F-C7E9-4A00-9426-196D95EF46CC}" type="pres">
      <dgm:prSet presAssocID="{B063F1B7-0C30-4DD8-88F3-D3C9E4D20C4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15071F8-32D4-4A7D-B719-6092ED45736E}" type="pres">
      <dgm:prSet presAssocID="{B063F1B7-0C30-4DD8-88F3-D3C9E4D20C46}" presName="childText" presStyleLbl="revTx" presStyleIdx="0" presStyleCnt="2">
        <dgm:presLayoutVars>
          <dgm:bulletEnabled val="1"/>
        </dgm:presLayoutVars>
      </dgm:prSet>
      <dgm:spPr/>
    </dgm:pt>
    <dgm:pt modelId="{6D9006E7-01AA-405C-AA1A-08BB73FB930B}" type="pres">
      <dgm:prSet presAssocID="{21C0A68A-33BB-4ABA-B401-20E380EFD37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8EFF360-BDFF-4E5B-8450-EC9DAF1C1F00}" type="pres">
      <dgm:prSet presAssocID="{21C0A68A-33BB-4ABA-B401-20E380EFD37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98FB00B-22DC-417D-A647-8DFCC2EB70CA}" type="presOf" srcId="{7A1B64CA-0B09-4262-AF9C-EAB86B8FB7E6}" destId="{C15071F8-32D4-4A7D-B719-6092ED45736E}" srcOrd="0" destOrd="2" presId="urn:microsoft.com/office/officeart/2005/8/layout/vList2"/>
    <dgm:cxn modelId="{2599682F-0016-4A4D-9AC6-50E55DF152F8}" srcId="{21C0A68A-33BB-4ABA-B401-20E380EFD379}" destId="{06433E97-8196-454B-90F7-E1D41C0D42C1}" srcOrd="0" destOrd="0" parTransId="{7639472C-1B8C-4721-B08C-CA9DCD1C353B}" sibTransId="{0E7ECC95-9DFE-4BB8-A401-93506BBEEA9C}"/>
    <dgm:cxn modelId="{572E1836-869C-4014-94EE-FCF13A6709B4}" type="presOf" srcId="{06433E97-8196-454B-90F7-E1D41C0D42C1}" destId="{48EFF360-BDFF-4E5B-8450-EC9DAF1C1F00}" srcOrd="0" destOrd="0" presId="urn:microsoft.com/office/officeart/2005/8/layout/vList2"/>
    <dgm:cxn modelId="{95FFAA3C-89D3-4061-9139-B36D15C45FA9}" srcId="{B063F1B7-0C30-4DD8-88F3-D3C9E4D20C46}" destId="{7A1B64CA-0B09-4262-AF9C-EAB86B8FB7E6}" srcOrd="2" destOrd="0" parTransId="{96F1E470-21AF-49D5-A15F-E4C20C25F60D}" sibTransId="{4DCEC8AD-80FB-4954-A028-2C711670E7C8}"/>
    <dgm:cxn modelId="{9F956B3E-961C-4575-8703-074BCF10092B}" srcId="{B063F1B7-0C30-4DD8-88F3-D3C9E4D20C46}" destId="{7868AFC6-6AE1-4E55-A280-88977229DB45}" srcOrd="0" destOrd="0" parTransId="{FE0141EB-73E0-4959-9494-EF895C76260E}" sibTransId="{73B2A722-026D-4CBC-BB35-9EF7C838E0CA}"/>
    <dgm:cxn modelId="{C5CB3742-BBB2-4903-B7B1-4D48B4246331}" type="presOf" srcId="{B063F1B7-0C30-4DD8-88F3-D3C9E4D20C46}" destId="{F3C9A06F-C7E9-4A00-9426-196D95EF46CC}" srcOrd="0" destOrd="0" presId="urn:microsoft.com/office/officeart/2005/8/layout/vList2"/>
    <dgm:cxn modelId="{90013748-E95C-41ED-8E47-22E48FDA4233}" type="presOf" srcId="{7868AFC6-6AE1-4E55-A280-88977229DB45}" destId="{C15071F8-32D4-4A7D-B719-6092ED45736E}" srcOrd="0" destOrd="0" presId="urn:microsoft.com/office/officeart/2005/8/layout/vList2"/>
    <dgm:cxn modelId="{7A3A516A-22C3-4DAF-9391-044F0CF2F1E6}" srcId="{B063F1B7-0C30-4DD8-88F3-D3C9E4D20C46}" destId="{3A28B193-DE78-429A-934D-797A1D092C8F}" srcOrd="3" destOrd="0" parTransId="{249A6059-EA40-4504-9880-909F8596B145}" sibTransId="{E6202EAB-BC9D-46DE-A703-03B12C8BE286}"/>
    <dgm:cxn modelId="{6F4D5F8D-0C0C-403D-83A2-6F40EC889E4D}" type="presOf" srcId="{BC873F91-55C0-42B7-8BD0-CE4CF00A6A3C}" destId="{C15071F8-32D4-4A7D-B719-6092ED45736E}" srcOrd="0" destOrd="1" presId="urn:microsoft.com/office/officeart/2005/8/layout/vList2"/>
    <dgm:cxn modelId="{6ABAE3C2-AD22-425F-88F0-161C9592364B}" srcId="{B063F1B7-0C30-4DD8-88F3-D3C9E4D20C46}" destId="{BC873F91-55C0-42B7-8BD0-CE4CF00A6A3C}" srcOrd="1" destOrd="0" parTransId="{6F13F313-277A-4509-BAEC-D4C9AF13DC7D}" sibTransId="{C3EA0249-31EF-4ABA-81A8-6BAE7FBD59EC}"/>
    <dgm:cxn modelId="{B1AFBCCB-19F1-4FA5-B32C-FC34D553DC29}" srcId="{BBCA51DC-A25E-4D7C-BFCC-B6C112629DA7}" destId="{21C0A68A-33BB-4ABA-B401-20E380EFD379}" srcOrd="1" destOrd="0" parTransId="{7A3B9D8A-3309-44E2-97F5-A3907248FF3C}" sibTransId="{8DA6A5B5-A2F8-4F84-BD8D-62F2D8E14301}"/>
    <dgm:cxn modelId="{13786EE2-06F3-421C-8A22-0CFBB417DA9A}" type="presOf" srcId="{BBCA51DC-A25E-4D7C-BFCC-B6C112629DA7}" destId="{0C7D8862-530F-4BB0-8307-467CDE748712}" srcOrd="0" destOrd="0" presId="urn:microsoft.com/office/officeart/2005/8/layout/vList2"/>
    <dgm:cxn modelId="{24DC15E4-5486-40ED-B096-93D375D44C18}" type="presOf" srcId="{3A28B193-DE78-429A-934D-797A1D092C8F}" destId="{C15071F8-32D4-4A7D-B719-6092ED45736E}" srcOrd="0" destOrd="3" presId="urn:microsoft.com/office/officeart/2005/8/layout/vList2"/>
    <dgm:cxn modelId="{A209CDEB-E004-43BB-854D-7333839CB671}" type="presOf" srcId="{21C0A68A-33BB-4ABA-B401-20E380EFD379}" destId="{6D9006E7-01AA-405C-AA1A-08BB73FB930B}" srcOrd="0" destOrd="0" presId="urn:microsoft.com/office/officeart/2005/8/layout/vList2"/>
    <dgm:cxn modelId="{5DC713FF-AA94-4991-9ADB-86E98A235636}" srcId="{BBCA51DC-A25E-4D7C-BFCC-B6C112629DA7}" destId="{B063F1B7-0C30-4DD8-88F3-D3C9E4D20C46}" srcOrd="0" destOrd="0" parTransId="{B118B1D6-CFE6-41D6-8286-E22B43062FB7}" sibTransId="{B4B30787-262A-4F15-984D-19E68E1935F5}"/>
    <dgm:cxn modelId="{62751D4E-6A1F-44DF-971B-F4C92155360B}" type="presParOf" srcId="{0C7D8862-530F-4BB0-8307-467CDE748712}" destId="{F3C9A06F-C7E9-4A00-9426-196D95EF46CC}" srcOrd="0" destOrd="0" presId="urn:microsoft.com/office/officeart/2005/8/layout/vList2"/>
    <dgm:cxn modelId="{8CF2FAF7-C59C-45E9-AD26-7FCF78533414}" type="presParOf" srcId="{0C7D8862-530F-4BB0-8307-467CDE748712}" destId="{C15071F8-32D4-4A7D-B719-6092ED45736E}" srcOrd="1" destOrd="0" presId="urn:microsoft.com/office/officeart/2005/8/layout/vList2"/>
    <dgm:cxn modelId="{B60E6E05-1474-48BB-A7F0-451CD6C1F353}" type="presParOf" srcId="{0C7D8862-530F-4BB0-8307-467CDE748712}" destId="{6D9006E7-01AA-405C-AA1A-08BB73FB930B}" srcOrd="2" destOrd="0" presId="urn:microsoft.com/office/officeart/2005/8/layout/vList2"/>
    <dgm:cxn modelId="{F18C0547-D0D6-48DB-BA3F-8FCE7C08394F}" type="presParOf" srcId="{0C7D8862-530F-4BB0-8307-467CDE748712}" destId="{48EFF360-BDFF-4E5B-8450-EC9DAF1C1F0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45FDFC-8E8C-44E9-BF1C-B5507327B1F0}">
      <dsp:nvSpPr>
        <dsp:cNvPr id="0" name=""/>
        <dsp:cNvSpPr/>
      </dsp:nvSpPr>
      <dsp:spPr>
        <a:xfrm>
          <a:off x="976788" y="892"/>
          <a:ext cx="2056507" cy="12339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Retail</a:t>
          </a:r>
        </a:p>
      </dsp:txBody>
      <dsp:txXfrm>
        <a:off x="1037022" y="61126"/>
        <a:ext cx="1936039" cy="1113436"/>
      </dsp:txXfrm>
    </dsp:sp>
    <dsp:sp modelId="{47AFCF80-CDEC-4FB4-9FAE-2615F009AE87}">
      <dsp:nvSpPr>
        <dsp:cNvPr id="0" name=""/>
        <dsp:cNvSpPr/>
      </dsp:nvSpPr>
      <dsp:spPr>
        <a:xfrm>
          <a:off x="3238946" y="892"/>
          <a:ext cx="2056507" cy="12339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Manufacturing</a:t>
          </a:r>
        </a:p>
      </dsp:txBody>
      <dsp:txXfrm>
        <a:off x="3299180" y="61126"/>
        <a:ext cx="1936039" cy="1113436"/>
      </dsp:txXfrm>
    </dsp:sp>
    <dsp:sp modelId="{11A54B22-5C40-467E-9A1A-40107B9273CA}">
      <dsp:nvSpPr>
        <dsp:cNvPr id="0" name=""/>
        <dsp:cNvSpPr/>
      </dsp:nvSpPr>
      <dsp:spPr>
        <a:xfrm>
          <a:off x="5501104" y="892"/>
          <a:ext cx="2056507" cy="12339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Service</a:t>
          </a:r>
        </a:p>
      </dsp:txBody>
      <dsp:txXfrm>
        <a:off x="5561338" y="61126"/>
        <a:ext cx="1936039" cy="1113436"/>
      </dsp:txXfrm>
    </dsp:sp>
    <dsp:sp modelId="{BC8B05C8-C33E-40CD-AB18-D116AC9538F7}">
      <dsp:nvSpPr>
        <dsp:cNvPr id="0" name=""/>
        <dsp:cNvSpPr/>
      </dsp:nvSpPr>
      <dsp:spPr>
        <a:xfrm>
          <a:off x="976788" y="1440447"/>
          <a:ext cx="2056507" cy="12339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Wholesale</a:t>
          </a:r>
        </a:p>
      </dsp:txBody>
      <dsp:txXfrm>
        <a:off x="1037022" y="1500681"/>
        <a:ext cx="1936039" cy="1113436"/>
      </dsp:txXfrm>
    </dsp:sp>
    <dsp:sp modelId="{6D358396-C385-4A16-B901-CCC05DA0A7B4}">
      <dsp:nvSpPr>
        <dsp:cNvPr id="0" name=""/>
        <dsp:cNvSpPr/>
      </dsp:nvSpPr>
      <dsp:spPr>
        <a:xfrm>
          <a:off x="3238946" y="1440447"/>
          <a:ext cx="2056507" cy="12339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Government</a:t>
          </a:r>
        </a:p>
      </dsp:txBody>
      <dsp:txXfrm>
        <a:off x="3299180" y="1500681"/>
        <a:ext cx="1936039" cy="1113436"/>
      </dsp:txXfrm>
    </dsp:sp>
    <dsp:sp modelId="{4734DC9B-CBDB-45A7-9B8E-D2C700959DD3}">
      <dsp:nvSpPr>
        <dsp:cNvPr id="0" name=""/>
        <dsp:cNvSpPr/>
      </dsp:nvSpPr>
      <dsp:spPr>
        <a:xfrm>
          <a:off x="5501104" y="1440447"/>
          <a:ext cx="2056507" cy="12339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Educational</a:t>
          </a:r>
        </a:p>
      </dsp:txBody>
      <dsp:txXfrm>
        <a:off x="5561338" y="1500681"/>
        <a:ext cx="1936039" cy="1113436"/>
      </dsp:txXfrm>
    </dsp:sp>
    <dsp:sp modelId="{729674C8-FC1C-4591-A978-16E087E54000}">
      <dsp:nvSpPr>
        <dsp:cNvPr id="0" name=""/>
        <dsp:cNvSpPr/>
      </dsp:nvSpPr>
      <dsp:spPr>
        <a:xfrm>
          <a:off x="3238946" y="2880002"/>
          <a:ext cx="2056507" cy="12339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Transportation</a:t>
          </a:r>
        </a:p>
      </dsp:txBody>
      <dsp:txXfrm>
        <a:off x="3299180" y="2940236"/>
        <a:ext cx="1936039" cy="11134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3A02C-EB63-4AD2-B79E-0C5A152BD027}">
      <dsp:nvSpPr>
        <dsp:cNvPr id="0" name=""/>
        <dsp:cNvSpPr/>
      </dsp:nvSpPr>
      <dsp:spPr>
        <a:xfrm>
          <a:off x="3047999" y="381"/>
          <a:ext cx="4572000" cy="1487351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Provides the capability to divide a physical server logically into many virtual servers</a:t>
          </a:r>
        </a:p>
      </dsp:txBody>
      <dsp:txXfrm>
        <a:off x="3047999" y="186300"/>
        <a:ext cx="4014243" cy="1115513"/>
      </dsp:txXfrm>
    </dsp:sp>
    <dsp:sp modelId="{54E31BCD-19A5-4EED-AA67-3C46670165C2}">
      <dsp:nvSpPr>
        <dsp:cNvPr id="0" name=""/>
        <dsp:cNvSpPr/>
      </dsp:nvSpPr>
      <dsp:spPr>
        <a:xfrm>
          <a:off x="0" y="0"/>
          <a:ext cx="3048000" cy="148735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Server virtualization</a:t>
          </a:r>
        </a:p>
      </dsp:txBody>
      <dsp:txXfrm>
        <a:off x="72606" y="72606"/>
        <a:ext cx="2902788" cy="1342139"/>
      </dsp:txXfrm>
    </dsp:sp>
    <dsp:sp modelId="{897239A0-08BE-47FE-86E8-11ACD1EA8FE9}">
      <dsp:nvSpPr>
        <dsp:cNvPr id="0" name=""/>
        <dsp:cNvSpPr/>
      </dsp:nvSpPr>
      <dsp:spPr>
        <a:xfrm>
          <a:off x="3047999" y="1636467"/>
          <a:ext cx="4572000" cy="1487351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Provides the capability to create a single logical storage device from many physical storage devices</a:t>
          </a:r>
        </a:p>
      </dsp:txBody>
      <dsp:txXfrm>
        <a:off x="3047999" y="1822386"/>
        <a:ext cx="4014243" cy="1115513"/>
      </dsp:txXfrm>
    </dsp:sp>
    <dsp:sp modelId="{0B6D9A8C-F54B-4E52-A609-169669808CB7}">
      <dsp:nvSpPr>
        <dsp:cNvPr id="0" name=""/>
        <dsp:cNvSpPr/>
      </dsp:nvSpPr>
      <dsp:spPr>
        <a:xfrm>
          <a:off x="0" y="1636467"/>
          <a:ext cx="3048000" cy="148735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Storage virtualization</a:t>
          </a:r>
        </a:p>
      </dsp:txBody>
      <dsp:txXfrm>
        <a:off x="72606" y="1709073"/>
        <a:ext cx="2902788" cy="13421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F198E-6D08-4B62-859E-ECB8C490B75B}">
      <dsp:nvSpPr>
        <dsp:cNvPr id="0" name=""/>
        <dsp:cNvSpPr/>
      </dsp:nvSpPr>
      <dsp:spPr>
        <a:xfrm>
          <a:off x="2634" y="325546"/>
          <a:ext cx="2089844" cy="12539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Emergency plan</a:t>
          </a:r>
        </a:p>
      </dsp:txBody>
      <dsp:txXfrm>
        <a:off x="2634" y="325546"/>
        <a:ext cx="2089844" cy="1253906"/>
      </dsp:txXfrm>
    </dsp:sp>
    <dsp:sp modelId="{96300611-7FA7-4AE4-B1E1-A417FB16F32C}">
      <dsp:nvSpPr>
        <dsp:cNvPr id="0" name=""/>
        <dsp:cNvSpPr/>
      </dsp:nvSpPr>
      <dsp:spPr>
        <a:xfrm>
          <a:off x="2301463" y="325546"/>
          <a:ext cx="2089844" cy="12539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Backup plan</a:t>
          </a:r>
        </a:p>
      </dsp:txBody>
      <dsp:txXfrm>
        <a:off x="2301463" y="325546"/>
        <a:ext cx="2089844" cy="1253906"/>
      </dsp:txXfrm>
    </dsp:sp>
    <dsp:sp modelId="{47A94008-DDF4-4973-91E2-3B2A16CF24B8}">
      <dsp:nvSpPr>
        <dsp:cNvPr id="0" name=""/>
        <dsp:cNvSpPr/>
      </dsp:nvSpPr>
      <dsp:spPr>
        <a:xfrm>
          <a:off x="4600292" y="325546"/>
          <a:ext cx="2089844" cy="12539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Recovery plan</a:t>
          </a:r>
        </a:p>
      </dsp:txBody>
      <dsp:txXfrm>
        <a:off x="4600292" y="325546"/>
        <a:ext cx="2089844" cy="1253906"/>
      </dsp:txXfrm>
    </dsp:sp>
    <dsp:sp modelId="{CF83BBA0-6677-4941-A628-C0AF9BC99FFE}">
      <dsp:nvSpPr>
        <dsp:cNvPr id="0" name=""/>
        <dsp:cNvSpPr/>
      </dsp:nvSpPr>
      <dsp:spPr>
        <a:xfrm>
          <a:off x="6899121" y="325546"/>
          <a:ext cx="2089844" cy="12539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Test plan</a:t>
          </a:r>
        </a:p>
      </dsp:txBody>
      <dsp:txXfrm>
        <a:off x="6899121" y="325546"/>
        <a:ext cx="2089844" cy="12539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F49C2D-05D9-4AC8-99BE-D63A05FFFE6E}">
      <dsp:nvSpPr>
        <dsp:cNvPr id="0" name=""/>
        <dsp:cNvSpPr/>
      </dsp:nvSpPr>
      <dsp:spPr>
        <a:xfrm>
          <a:off x="3323" y="99645"/>
          <a:ext cx="1998315" cy="7925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Computer </a:t>
          </a:r>
          <a:r>
            <a:rPr lang="en-US" sz="2400" b="1" kern="1200" dirty="0"/>
            <a:t>Virus</a:t>
          </a:r>
        </a:p>
      </dsp:txBody>
      <dsp:txXfrm>
        <a:off x="3323" y="99645"/>
        <a:ext cx="1998315" cy="792568"/>
      </dsp:txXfrm>
    </dsp:sp>
    <dsp:sp modelId="{D977DDE5-3639-4D27-BD5B-E3B852AACF52}">
      <dsp:nvSpPr>
        <dsp:cNvPr id="0" name=""/>
        <dsp:cNvSpPr/>
      </dsp:nvSpPr>
      <dsp:spPr>
        <a:xfrm>
          <a:off x="3323" y="892214"/>
          <a:ext cx="1998315" cy="365634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Affects a computer negatively by altering the way the computer works</a:t>
          </a:r>
        </a:p>
      </dsp:txBody>
      <dsp:txXfrm>
        <a:off x="3323" y="892214"/>
        <a:ext cx="1998315" cy="3656340"/>
      </dsp:txXfrm>
    </dsp:sp>
    <dsp:sp modelId="{C5522C7C-789F-4E7F-A9DB-7F10D31CFEA6}">
      <dsp:nvSpPr>
        <dsp:cNvPr id="0" name=""/>
        <dsp:cNvSpPr/>
      </dsp:nvSpPr>
      <dsp:spPr>
        <a:xfrm>
          <a:off x="2281402" y="99645"/>
          <a:ext cx="1998315" cy="7925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Worm</a:t>
          </a:r>
        </a:p>
      </dsp:txBody>
      <dsp:txXfrm>
        <a:off x="2281402" y="99645"/>
        <a:ext cx="1998315" cy="792568"/>
      </dsp:txXfrm>
    </dsp:sp>
    <dsp:sp modelId="{CB1DC207-015E-4BDB-B018-BDE343168F9D}">
      <dsp:nvSpPr>
        <dsp:cNvPr id="0" name=""/>
        <dsp:cNvSpPr/>
      </dsp:nvSpPr>
      <dsp:spPr>
        <a:xfrm>
          <a:off x="2281402" y="892214"/>
          <a:ext cx="1998315" cy="365634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Copies itself repeatedly, using up resources and possibly shutting down the computer or network</a:t>
          </a:r>
        </a:p>
      </dsp:txBody>
      <dsp:txXfrm>
        <a:off x="2281402" y="892214"/>
        <a:ext cx="1998315" cy="3656340"/>
      </dsp:txXfrm>
    </dsp:sp>
    <dsp:sp modelId="{B8BF919F-FA0C-4433-9F3A-F37CF03F9CBB}">
      <dsp:nvSpPr>
        <dsp:cNvPr id="0" name=""/>
        <dsp:cNvSpPr/>
      </dsp:nvSpPr>
      <dsp:spPr>
        <a:xfrm>
          <a:off x="4559482" y="99645"/>
          <a:ext cx="1998315" cy="7925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Trojan Horse</a:t>
          </a:r>
        </a:p>
      </dsp:txBody>
      <dsp:txXfrm>
        <a:off x="4559482" y="99645"/>
        <a:ext cx="1998315" cy="792568"/>
      </dsp:txXfrm>
    </dsp:sp>
    <dsp:sp modelId="{645DE05B-4DC9-4E9C-A300-4F73A62013DD}">
      <dsp:nvSpPr>
        <dsp:cNvPr id="0" name=""/>
        <dsp:cNvSpPr/>
      </dsp:nvSpPr>
      <dsp:spPr>
        <a:xfrm>
          <a:off x="4559482" y="892214"/>
          <a:ext cx="1998315" cy="365634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A malicious program that hides within or looks like a legitimate program</a:t>
          </a:r>
        </a:p>
      </dsp:txBody>
      <dsp:txXfrm>
        <a:off x="4559482" y="892214"/>
        <a:ext cx="1998315" cy="3656340"/>
      </dsp:txXfrm>
    </dsp:sp>
    <dsp:sp modelId="{78F8EE4F-52D2-42E1-983F-D5CFC9F57C82}">
      <dsp:nvSpPr>
        <dsp:cNvPr id="0" name=""/>
        <dsp:cNvSpPr/>
      </dsp:nvSpPr>
      <dsp:spPr>
        <a:xfrm>
          <a:off x="6837561" y="99645"/>
          <a:ext cx="1998315" cy="7925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Rootkit</a:t>
          </a:r>
          <a:endParaRPr lang="en-US" sz="2400" b="1" kern="1200" dirty="0"/>
        </a:p>
      </dsp:txBody>
      <dsp:txXfrm>
        <a:off x="6837561" y="99645"/>
        <a:ext cx="1998315" cy="792568"/>
      </dsp:txXfrm>
    </dsp:sp>
    <dsp:sp modelId="{84077436-973E-423C-B543-C98D138401FF}">
      <dsp:nvSpPr>
        <dsp:cNvPr id="0" name=""/>
        <dsp:cNvSpPr/>
      </dsp:nvSpPr>
      <dsp:spPr>
        <a:xfrm>
          <a:off x="6837561" y="892214"/>
          <a:ext cx="1998315" cy="3656340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Program that hides in a computer and allows someone from a remote location to take full control</a:t>
          </a:r>
        </a:p>
      </dsp:txBody>
      <dsp:txXfrm>
        <a:off x="6837561" y="892214"/>
        <a:ext cx="1998315" cy="36563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7E389-0665-4AE5-BC34-D7E05E47FEA5}">
      <dsp:nvSpPr>
        <dsp:cNvPr id="0" name=""/>
        <dsp:cNvSpPr/>
      </dsp:nvSpPr>
      <dsp:spPr>
        <a:xfrm>
          <a:off x="641039" y="446"/>
          <a:ext cx="1828353" cy="1097012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Operating system runs much slower than usual</a:t>
          </a:r>
        </a:p>
      </dsp:txBody>
      <dsp:txXfrm>
        <a:off x="641039" y="446"/>
        <a:ext cx="1828353" cy="1097012"/>
      </dsp:txXfrm>
    </dsp:sp>
    <dsp:sp modelId="{1D26E93C-86E7-419E-BB18-BF52BFEF9BE0}">
      <dsp:nvSpPr>
        <dsp:cNvPr id="0" name=""/>
        <dsp:cNvSpPr/>
      </dsp:nvSpPr>
      <dsp:spPr>
        <a:xfrm>
          <a:off x="2652228" y="446"/>
          <a:ext cx="1828353" cy="1097012"/>
        </a:xfrm>
        <a:prstGeom prst="rect">
          <a:avLst/>
        </a:prstGeom>
        <a:solidFill>
          <a:schemeClr val="accent6">
            <a:shade val="80000"/>
            <a:hueOff val="22275"/>
            <a:satOff val="-1736"/>
            <a:lumOff val="300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Available memory is less than expected</a:t>
          </a:r>
        </a:p>
      </dsp:txBody>
      <dsp:txXfrm>
        <a:off x="2652228" y="446"/>
        <a:ext cx="1828353" cy="1097012"/>
      </dsp:txXfrm>
    </dsp:sp>
    <dsp:sp modelId="{DBD5E9DE-E2BA-4D0D-8713-3F9E8EB8564A}">
      <dsp:nvSpPr>
        <dsp:cNvPr id="0" name=""/>
        <dsp:cNvSpPr/>
      </dsp:nvSpPr>
      <dsp:spPr>
        <a:xfrm>
          <a:off x="4663417" y="446"/>
          <a:ext cx="1828353" cy="1097012"/>
        </a:xfrm>
        <a:prstGeom prst="rect">
          <a:avLst/>
        </a:prstGeom>
        <a:solidFill>
          <a:schemeClr val="accent6">
            <a:shade val="80000"/>
            <a:hueOff val="44550"/>
            <a:satOff val="-3472"/>
            <a:lumOff val="600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Files become corrupted</a:t>
          </a:r>
        </a:p>
      </dsp:txBody>
      <dsp:txXfrm>
        <a:off x="4663417" y="446"/>
        <a:ext cx="1828353" cy="1097012"/>
      </dsp:txXfrm>
    </dsp:sp>
    <dsp:sp modelId="{013C0BD2-A815-4149-88D7-946088698AAE}">
      <dsp:nvSpPr>
        <dsp:cNvPr id="0" name=""/>
        <dsp:cNvSpPr/>
      </dsp:nvSpPr>
      <dsp:spPr>
        <a:xfrm>
          <a:off x="6674606" y="446"/>
          <a:ext cx="1828353" cy="1097012"/>
        </a:xfrm>
        <a:prstGeom prst="rect">
          <a:avLst/>
        </a:prstGeom>
        <a:solidFill>
          <a:schemeClr val="accent6">
            <a:shade val="80000"/>
            <a:hueOff val="66824"/>
            <a:satOff val="-5208"/>
            <a:lumOff val="900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Screen displays unusual message or image</a:t>
          </a:r>
        </a:p>
      </dsp:txBody>
      <dsp:txXfrm>
        <a:off x="6674606" y="446"/>
        <a:ext cx="1828353" cy="1097012"/>
      </dsp:txXfrm>
    </dsp:sp>
    <dsp:sp modelId="{194AD8C6-C19F-4DA1-8AF9-1563D741E8D8}">
      <dsp:nvSpPr>
        <dsp:cNvPr id="0" name=""/>
        <dsp:cNvSpPr/>
      </dsp:nvSpPr>
      <dsp:spPr>
        <a:xfrm>
          <a:off x="641039" y="1280293"/>
          <a:ext cx="1828353" cy="1097012"/>
        </a:xfrm>
        <a:prstGeom prst="rect">
          <a:avLst/>
        </a:prstGeom>
        <a:solidFill>
          <a:schemeClr val="accent6">
            <a:shade val="80000"/>
            <a:hueOff val="89099"/>
            <a:satOff val="-6944"/>
            <a:lumOff val="1200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Music or unusual sound plays randomly</a:t>
          </a:r>
        </a:p>
      </dsp:txBody>
      <dsp:txXfrm>
        <a:off x="641039" y="1280293"/>
        <a:ext cx="1828353" cy="1097012"/>
      </dsp:txXfrm>
    </dsp:sp>
    <dsp:sp modelId="{A6F774B4-8F21-4CD7-9A75-642ADF2F0D23}">
      <dsp:nvSpPr>
        <dsp:cNvPr id="0" name=""/>
        <dsp:cNvSpPr/>
      </dsp:nvSpPr>
      <dsp:spPr>
        <a:xfrm>
          <a:off x="2652228" y="1280293"/>
          <a:ext cx="1828353" cy="1097012"/>
        </a:xfrm>
        <a:prstGeom prst="rect">
          <a:avLst/>
        </a:prstGeom>
        <a:solidFill>
          <a:schemeClr val="accent6">
            <a:shade val="80000"/>
            <a:hueOff val="111374"/>
            <a:satOff val="-8680"/>
            <a:lumOff val="14999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Existing programs and files disappear</a:t>
          </a:r>
        </a:p>
      </dsp:txBody>
      <dsp:txXfrm>
        <a:off x="2652228" y="1280293"/>
        <a:ext cx="1828353" cy="1097012"/>
      </dsp:txXfrm>
    </dsp:sp>
    <dsp:sp modelId="{5134D6B5-D40E-4E8F-985C-5890A0F8FA69}">
      <dsp:nvSpPr>
        <dsp:cNvPr id="0" name=""/>
        <dsp:cNvSpPr/>
      </dsp:nvSpPr>
      <dsp:spPr>
        <a:xfrm>
          <a:off x="4663417" y="1280293"/>
          <a:ext cx="1828353" cy="1097012"/>
        </a:xfrm>
        <a:prstGeom prst="rect">
          <a:avLst/>
        </a:prstGeom>
        <a:solidFill>
          <a:schemeClr val="accent6">
            <a:shade val="80000"/>
            <a:hueOff val="133649"/>
            <a:satOff val="-10415"/>
            <a:lumOff val="17999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Programs or files do not work properly</a:t>
          </a:r>
        </a:p>
      </dsp:txBody>
      <dsp:txXfrm>
        <a:off x="4663417" y="1280293"/>
        <a:ext cx="1828353" cy="1097012"/>
      </dsp:txXfrm>
    </dsp:sp>
    <dsp:sp modelId="{83770F09-A47B-4A8E-9B5E-A128FEAB8675}">
      <dsp:nvSpPr>
        <dsp:cNvPr id="0" name=""/>
        <dsp:cNvSpPr/>
      </dsp:nvSpPr>
      <dsp:spPr>
        <a:xfrm>
          <a:off x="6674606" y="1280293"/>
          <a:ext cx="1828353" cy="1097012"/>
        </a:xfrm>
        <a:prstGeom prst="rect">
          <a:avLst/>
        </a:prstGeom>
        <a:solidFill>
          <a:schemeClr val="accent6">
            <a:shade val="80000"/>
            <a:hueOff val="155923"/>
            <a:satOff val="-12151"/>
            <a:lumOff val="20999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Unknown programs or files mysteriously appear</a:t>
          </a:r>
        </a:p>
      </dsp:txBody>
      <dsp:txXfrm>
        <a:off x="6674606" y="1280293"/>
        <a:ext cx="1828353" cy="1097012"/>
      </dsp:txXfrm>
    </dsp:sp>
    <dsp:sp modelId="{B3BB5626-B6E2-4044-B769-845C9D0C9500}">
      <dsp:nvSpPr>
        <dsp:cNvPr id="0" name=""/>
        <dsp:cNvSpPr/>
      </dsp:nvSpPr>
      <dsp:spPr>
        <a:xfrm>
          <a:off x="1646634" y="2560141"/>
          <a:ext cx="1828353" cy="1097012"/>
        </a:xfrm>
        <a:prstGeom prst="rect">
          <a:avLst/>
        </a:prstGeom>
        <a:solidFill>
          <a:schemeClr val="accent6">
            <a:shade val="80000"/>
            <a:hueOff val="178198"/>
            <a:satOff val="-13887"/>
            <a:lumOff val="23999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System properties change</a:t>
          </a:r>
        </a:p>
      </dsp:txBody>
      <dsp:txXfrm>
        <a:off x="1646634" y="2560141"/>
        <a:ext cx="1828353" cy="1097012"/>
      </dsp:txXfrm>
    </dsp:sp>
    <dsp:sp modelId="{5FAD1FCF-E74F-49F4-9C83-E220EED00CB5}">
      <dsp:nvSpPr>
        <dsp:cNvPr id="0" name=""/>
        <dsp:cNvSpPr/>
      </dsp:nvSpPr>
      <dsp:spPr>
        <a:xfrm>
          <a:off x="3657823" y="2560141"/>
          <a:ext cx="1828353" cy="1097012"/>
        </a:xfrm>
        <a:prstGeom prst="rect">
          <a:avLst/>
        </a:prstGeom>
        <a:solidFill>
          <a:schemeClr val="accent6">
            <a:shade val="80000"/>
            <a:hueOff val="200473"/>
            <a:satOff val="-15623"/>
            <a:lumOff val="26999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Operating system does not start up</a:t>
          </a:r>
        </a:p>
      </dsp:txBody>
      <dsp:txXfrm>
        <a:off x="3657823" y="2560141"/>
        <a:ext cx="1828353" cy="1097012"/>
      </dsp:txXfrm>
    </dsp:sp>
    <dsp:sp modelId="{BFEF3064-1C90-47C0-A900-EDF3B304FC1D}">
      <dsp:nvSpPr>
        <dsp:cNvPr id="0" name=""/>
        <dsp:cNvSpPr/>
      </dsp:nvSpPr>
      <dsp:spPr>
        <a:xfrm>
          <a:off x="5669012" y="2560141"/>
          <a:ext cx="1828353" cy="1097012"/>
        </a:xfrm>
        <a:prstGeom prst="rect">
          <a:avLst/>
        </a:prstGeom>
        <a:solidFill>
          <a:schemeClr val="accent6">
            <a:shade val="80000"/>
            <a:hueOff val="222748"/>
            <a:satOff val="-17359"/>
            <a:lumOff val="29999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Operating system shuts down unexpectedly</a:t>
          </a:r>
        </a:p>
      </dsp:txBody>
      <dsp:txXfrm>
        <a:off x="5669012" y="2560141"/>
        <a:ext cx="1828353" cy="10970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9A06F-C7E9-4A00-9426-196D95EF46CC}">
      <dsp:nvSpPr>
        <dsp:cNvPr id="0" name=""/>
        <dsp:cNvSpPr/>
      </dsp:nvSpPr>
      <dsp:spPr>
        <a:xfrm>
          <a:off x="0" y="58935"/>
          <a:ext cx="8839200" cy="82133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Intrusion detection software</a:t>
          </a:r>
        </a:p>
      </dsp:txBody>
      <dsp:txXfrm>
        <a:off x="40094" y="99029"/>
        <a:ext cx="8759012" cy="741151"/>
      </dsp:txXfrm>
    </dsp:sp>
    <dsp:sp modelId="{C15071F8-32D4-4A7D-B719-6092ED45736E}">
      <dsp:nvSpPr>
        <dsp:cNvPr id="0" name=""/>
        <dsp:cNvSpPr/>
      </dsp:nvSpPr>
      <dsp:spPr>
        <a:xfrm>
          <a:off x="0" y="880275"/>
          <a:ext cx="8839200" cy="2086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0645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Analyzes all network traffic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Assesses system vulnerabilities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Identifies any unauthorized intrusions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Notifies network administrators of suspicious behavior patterns or system breaches</a:t>
          </a:r>
        </a:p>
      </dsp:txBody>
      <dsp:txXfrm>
        <a:off x="0" y="880275"/>
        <a:ext cx="8839200" cy="2086560"/>
      </dsp:txXfrm>
    </dsp:sp>
    <dsp:sp modelId="{6D9006E7-01AA-405C-AA1A-08BB73FB930B}">
      <dsp:nvSpPr>
        <dsp:cNvPr id="0" name=""/>
        <dsp:cNvSpPr/>
      </dsp:nvSpPr>
      <dsp:spPr>
        <a:xfrm>
          <a:off x="0" y="2966835"/>
          <a:ext cx="8839200" cy="82133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Honeypot</a:t>
          </a:r>
        </a:p>
      </dsp:txBody>
      <dsp:txXfrm>
        <a:off x="40094" y="3006929"/>
        <a:ext cx="8759012" cy="741151"/>
      </dsp:txXfrm>
    </dsp:sp>
    <dsp:sp modelId="{48EFF360-BDFF-4E5B-8450-EC9DAF1C1F00}">
      <dsp:nvSpPr>
        <dsp:cNvPr id="0" name=""/>
        <dsp:cNvSpPr/>
      </dsp:nvSpPr>
      <dsp:spPr>
        <a:xfrm>
          <a:off x="0" y="3788175"/>
          <a:ext cx="8839200" cy="80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0645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Vulnerable computer that is set up to entice an intruder to break into it</a:t>
          </a:r>
        </a:p>
      </dsp:txBody>
      <dsp:txXfrm>
        <a:off x="0" y="3788175"/>
        <a:ext cx="8839200" cy="8010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85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89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#55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00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23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63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33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31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31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26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85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698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14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64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63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45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82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113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5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7482" indent="-287493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9972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9961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69950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29939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89928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49917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909906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21EE3F0-8BA1-4971-AFBD-04974CB474D4}" type="slidenum">
              <a:rPr lang="en-US" sz="1200">
                <a:solidFill>
                  <a:schemeClr val="tx1"/>
                </a:solidFill>
              </a:rPr>
              <a:pPr eaLnBrk="1" hangingPunct="1"/>
              <a:t>21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dirty="0"/>
              <a:t>Extra Reference</a:t>
            </a:r>
            <a:endParaRPr lang="en-US" dirty="0"/>
          </a:p>
          <a:p>
            <a:pPr eaLnBrk="1" hangingPunct="1"/>
            <a:r>
              <a:rPr lang="en-US" dirty="0"/>
              <a:t>http://5steps2hack.blogspot.com/2008/07/learn-hacking-in-5-easy-steps.html</a:t>
            </a:r>
          </a:p>
        </p:txBody>
      </p:sp>
      <p:sp>
        <p:nvSpPr>
          <p:cNvPr id="67589" name="Footer Placeholder 1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7482" indent="-287493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9972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9961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69950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29939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89928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49917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909906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200">
                <a:solidFill>
                  <a:schemeClr val="tx1"/>
                </a:solidFill>
              </a:rPr>
              <a:t>InfoSecurity Technology</a:t>
            </a:r>
          </a:p>
        </p:txBody>
      </p:sp>
      <p:sp>
        <p:nvSpPr>
          <p:cNvPr id="67590" name="Header Placeholder 2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7482" indent="-287493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9972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9961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69950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29939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89928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49917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909906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200">
                <a:solidFill>
                  <a:schemeClr val="tx1"/>
                </a:solidFill>
              </a:rPr>
              <a:t>AY2011S1</a:t>
            </a:r>
          </a:p>
        </p:txBody>
      </p:sp>
    </p:spTree>
    <p:extLst>
      <p:ext uri="{BB962C8B-B14F-4D97-AF65-F5344CB8AC3E}">
        <p14:creationId xmlns:p14="http://schemas.microsoft.com/office/powerpoint/2010/main" val="2142497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11375" indent="-27360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94423" indent="-21888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32192" indent="-21888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69961" indent="-21888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07730" indent="-2188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45499" indent="-2188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83268" indent="-2188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721037" indent="-2188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99DC1DD-E228-4722-A3BE-E6591B1C91EE}" type="slidenum">
              <a:rPr lang="en-US"/>
              <a:pPr eaLnBrk="1" hangingPunct="1"/>
              <a:t>22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917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7482" indent="-287493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9972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9961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69950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29939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89928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49917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909906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D46C989-FD02-49AA-B3D8-969F94CF3618}" type="slidenum">
              <a:rPr lang="en-US" sz="1200">
                <a:solidFill>
                  <a:schemeClr val="tx1"/>
                </a:solidFill>
              </a:rPr>
              <a:pPr eaLnBrk="1" hangingPunct="1"/>
              <a:t>23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8613" name="Footer Placeholder 1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7482" indent="-287493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9972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9961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69950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29939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89928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49917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909906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200">
                <a:solidFill>
                  <a:schemeClr val="tx1"/>
                </a:solidFill>
              </a:rPr>
              <a:t>InfoSecurity Technology</a:t>
            </a:r>
          </a:p>
        </p:txBody>
      </p:sp>
      <p:sp>
        <p:nvSpPr>
          <p:cNvPr id="68614" name="Header Placeholder 2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7482" indent="-287493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9972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9961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69950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29939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89928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49917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909906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200">
                <a:solidFill>
                  <a:schemeClr val="tx1"/>
                </a:solidFill>
              </a:rPr>
              <a:t>AY2011S1</a:t>
            </a:r>
          </a:p>
        </p:txBody>
      </p:sp>
    </p:spTree>
    <p:extLst>
      <p:ext uri="{BB962C8B-B14F-4D97-AF65-F5344CB8AC3E}">
        <p14:creationId xmlns:p14="http://schemas.microsoft.com/office/powerpoint/2010/main" val="3227760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7482" indent="-287493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9972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9961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69950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29939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89928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49917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909906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EACB490-6A3B-493D-914C-F33AD0FC40DD}" type="slidenum">
              <a:rPr lang="en-US" sz="1200">
                <a:solidFill>
                  <a:schemeClr val="tx1"/>
                </a:solidFill>
              </a:rPr>
              <a:pPr eaLnBrk="1" hangingPunct="1"/>
              <a:t>24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9637" name="Footer Placeholder 1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7482" indent="-287493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9972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9961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69950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29939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89928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49917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909906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200">
                <a:solidFill>
                  <a:schemeClr val="tx1"/>
                </a:solidFill>
              </a:rPr>
              <a:t>InfoSecurity Technology</a:t>
            </a:r>
          </a:p>
        </p:txBody>
      </p:sp>
      <p:sp>
        <p:nvSpPr>
          <p:cNvPr id="69638" name="Header Placeholder 2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7482" indent="-287493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9972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9961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69950" indent="-229994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29939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89928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49917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909906" indent="-229994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200">
                <a:solidFill>
                  <a:schemeClr val="tx1"/>
                </a:solidFill>
              </a:rPr>
              <a:t>AY2011S1</a:t>
            </a:r>
          </a:p>
        </p:txBody>
      </p:sp>
    </p:spTree>
    <p:extLst>
      <p:ext uri="{BB962C8B-B14F-4D97-AF65-F5344CB8AC3E}">
        <p14:creationId xmlns:p14="http://schemas.microsoft.com/office/powerpoint/2010/main" val="5309514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083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126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709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250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258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71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319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291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6843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7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 bright="42000" contrast="-68000"/>
          </a:blip>
          <a:srcRect/>
          <a:stretch>
            <a:fillRect l="-30000" t="-20000" r="-2000" b="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fld id="{743653DA-8BF4-4869-96FE-9BCF43372D46}" type="datetime8">
              <a:rPr lang="en-US" smtClean="0"/>
              <a:pPr algn="ctr"/>
              <a:t>6/21/2018 9:32 AM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9108-AC8D-4212-9283-60D9E99BF07A}" type="datetime8">
              <a:rPr lang="en-US" smtClean="0"/>
              <a:pPr/>
              <a:t>6/21/2018 9:32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ED3D3-6235-4F4C-B439-DF277FB555A7}" type="datetime8">
              <a:rPr lang="en-US" smtClean="0"/>
              <a:pPr/>
              <a:t>6/21/2018 9:32 AM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B5F1E3E-4B2F-4895-B65E-28B2E64F39F6}" type="datetime8">
              <a:rPr lang="en-US" smtClean="0"/>
              <a:pPr/>
              <a:t>6/21/2018 9:32 AM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3085435-8225-4333-BFFA-0096413F0D76}" type="datetime8">
              <a:rPr lang="en-US" smtClean="0"/>
              <a:pPr/>
              <a:t>6/21/2018 9:32 AM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C494-2A87-468C-A21B-CB14FB9ABB00}" type="datetime8">
              <a:rPr lang="en-US" smtClean="0"/>
              <a:pPr/>
              <a:t>6/21/2018 9:32 AM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80FA0-5B31-4864-A2BB-719EA5A679C6}" type="datetime8">
              <a:rPr lang="en-US" smtClean="0"/>
              <a:pPr/>
              <a:t>6/21/2018 9:32 AM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CC0C8-36B8-442A-833D-B6AACE86BB77}" type="datetime8">
              <a:rPr lang="en-US" smtClean="0"/>
              <a:pPr/>
              <a:t>6/21/2018 9:32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sm_penci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2648" y="1755648"/>
            <a:ext cx="1615307" cy="2145615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1E20EC5-AC53-4169-941E-EDF10CD23748}" type="datetime8">
              <a:rPr lang="en-US" smtClean="0"/>
              <a:pPr/>
              <a:t>6/21/2018 9:32 AM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6/21/2018 9:32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6/21/2018 9:32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101204028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1012040280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101204028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7378193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69314787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112771562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2753821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0724"/>
            <a:ext cx="3810000" cy="5016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636121283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0724"/>
            <a:ext cx="3810000" cy="5016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556580834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0724"/>
            <a:ext cx="3810000" cy="5016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643199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795574808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461077811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81000"/>
            <a:ext cx="685958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1600" y="1676400"/>
            <a:ext cx="33528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76400"/>
            <a:ext cx="33528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>
          <a:xfrm>
            <a:off x="228600" y="6326188"/>
            <a:ext cx="1905000" cy="379412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86000" y="6324600"/>
            <a:ext cx="2895600" cy="379413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10200" y="6324600"/>
            <a:ext cx="1905000" cy="379413"/>
          </a:xfrm>
        </p:spPr>
        <p:txBody>
          <a:bodyPr/>
          <a:lstStyle>
            <a:lvl1pPr>
              <a:defRPr/>
            </a:lvl1pPr>
          </a:lstStyle>
          <a:p>
            <a:fld id="{1F537A16-A9E8-4ED2-820A-99DAE246283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9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6/21/2018 9:32 AM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9" r:id="rId12"/>
    <p:sldLayoutId id="2147483710" r:id="rId13"/>
    <p:sldLayoutId id="2147483713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1" r:id="rId20"/>
    <p:sldLayoutId id="2147483742" r:id="rId21"/>
    <p:sldLayoutId id="2147483749" r:id="rId22"/>
    <p:sldLayoutId id="2147483751" r:id="rId23"/>
    <p:sldLayoutId id="2147483752" r:id="rId24"/>
    <p:sldLayoutId id="2147483753" r:id="rId25"/>
    <p:sldLayoutId id="2147483755" r:id="rId26"/>
    <p:sldLayoutId id="2147483756" r:id="rId27"/>
    <p:sldLayoutId id="2147483762" r:id="rId28"/>
    <p:sldLayoutId id="2147483763" r:id="rId29"/>
    <p:sldLayoutId id="2147483764" r:id="rId30"/>
    <p:sldLayoutId id="2147483765" r:id="rId31"/>
    <p:sldLayoutId id="2147483766" r:id="rId32"/>
    <p:sldLayoutId id="2147483767" r:id="rId33"/>
    <p:sldLayoutId id="2147483768" r:id="rId34"/>
    <p:sldLayoutId id="2147483769" r:id="rId35"/>
    <p:sldLayoutId id="2147483770" r:id="rId36"/>
  </p:sldLayoutIdLst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3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https://www.youtube.com/embed/6qys-562kp4?rel=0" TargetMode="Externa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4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7.xml"/><Relationship Id="rId4" Type="http://schemas.openxmlformats.org/officeDocument/2006/relationships/image" Target="../media/image7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8.xml"/><Relationship Id="rId4" Type="http://schemas.openxmlformats.org/officeDocument/2006/relationships/image" Target="../media/image8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0.xml"/><Relationship Id="rId4" Type="http://schemas.openxmlformats.org/officeDocument/2006/relationships/image" Target="../media/image9.gif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9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2.xml"/><Relationship Id="rId4" Type="http://schemas.openxmlformats.org/officeDocument/2006/relationships/image" Target="../media/image10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13.xml"/><Relationship Id="rId4" Type="http://schemas.openxmlformats.org/officeDocument/2006/relationships/image" Target="../media/image11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4.xml"/><Relationship Id="rId4" Type="http://schemas.openxmlformats.org/officeDocument/2006/relationships/image" Target="../media/image12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www.youtube.com/embed/U-OCdTeZLac?rel=0" TargetMode="External"/><Relationship Id="rId1" Type="http://schemas.openxmlformats.org/officeDocument/2006/relationships/tags" Target="../tags/tag18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9.xml"/><Relationship Id="rId4" Type="http://schemas.openxmlformats.org/officeDocument/2006/relationships/image" Target="../media/image16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20.xml"/><Relationship Id="rId4" Type="http://schemas.openxmlformats.org/officeDocument/2006/relationships/image" Target="../media/image17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Relationship Id="rId4" Type="http://schemas.openxmlformats.org/officeDocument/2006/relationships/image" Target="../media/image18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26.xml"/><Relationship Id="rId4" Type="http://schemas.openxmlformats.org/officeDocument/2006/relationships/image" Target="../media/image19.gif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notesSlide" Target="../notesSlides/notesSlide21.xml"/><Relationship Id="rId7" Type="http://schemas.openxmlformats.org/officeDocument/2006/relationships/diagramColors" Target="../diagrams/colors4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7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notesSlide" Target="../notesSlides/notesSlide22.xml"/><Relationship Id="rId7" Type="http://schemas.openxmlformats.org/officeDocument/2006/relationships/diagramColors" Target="../diagrams/colors5.xml"/><Relationship Id="rId2" Type="http://schemas.openxmlformats.org/officeDocument/2006/relationships/slideLayout" Target="../slideLayouts/slideLayout33.xml"/><Relationship Id="rId1" Type="http://schemas.openxmlformats.org/officeDocument/2006/relationships/tags" Target="../tags/tag28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https://www.youtube.com/embed/2AkE49hZfr4?rel=0" TargetMode="External"/><Relationship Id="rId1" Type="http://schemas.openxmlformats.org/officeDocument/2006/relationships/tags" Target="../tags/tag29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0.xml"/><Relationship Id="rId4" Type="http://schemas.openxmlformats.org/officeDocument/2006/relationships/image" Target="../media/image20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1.xml"/><Relationship Id="rId4" Type="http://schemas.openxmlformats.org/officeDocument/2006/relationships/image" Target="../media/image21.g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2.xml"/><Relationship Id="rId4" Type="http://schemas.openxmlformats.org/officeDocument/2006/relationships/image" Target="../media/image22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4.xml"/><Relationship Id="rId4" Type="http://schemas.openxmlformats.org/officeDocument/2006/relationships/image" Target="../media/image23.gif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notesSlide" Target="../notesSlides/notesSlide29.xml"/><Relationship Id="rId7" Type="http://schemas.openxmlformats.org/officeDocument/2006/relationships/diagramColors" Target="../diagrams/colors6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5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raitstimes.com/singapore/take-steps-to-secure-online-accounts-experts-urge" TargetMode="Externa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2286000" y="4343400"/>
            <a:ext cx="6477000" cy="1447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ITP171 it fundamentals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AND PROJECT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Enterprise Computing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Enterprise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A52439"/>
                </a:solidFill>
              </a:rPr>
              <a:t>Enterprise computing</a:t>
            </a:r>
            <a:r>
              <a:rPr lang="en-US" sz="2400" dirty="0">
                <a:solidFill>
                  <a:srgbClr val="A52439"/>
                </a:solidFill>
              </a:rPr>
              <a:t> </a:t>
            </a:r>
            <a:r>
              <a:rPr lang="en-US" sz="2400" dirty="0"/>
              <a:t>involves the use of computers in networks, such as LANs and WANs, or a series of interconnected networks that encompass a variety of different operating systems, protocols, and network architectures</a:t>
            </a:r>
            <a:endParaRPr lang="en-US"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7" descr="CFig14-01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9620" y="3338697"/>
            <a:ext cx="7239000" cy="3188270"/>
          </a:xfrm>
          <a:prstGeom prst="rect">
            <a:avLst/>
          </a:prstGeom>
        </p:spPr>
      </p:pic>
      <p:sp>
        <p:nvSpPr>
          <p:cNvPr id="4" name="5-Point Star 3"/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2974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Enterprise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 of enterprises include: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7" name="Diagram 6"/>
          <p:cNvGraphicFramePr/>
          <p:nvPr/>
        </p:nvGraphicFramePr>
        <p:xfrm>
          <a:off x="381000" y="2286000"/>
          <a:ext cx="8534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5-Point Star 3">
            <a:extLst>
              <a:ext uri="{FF2B5EF4-FFF2-40B4-BE49-F238E27FC236}">
                <a16:creationId xmlns:a16="http://schemas.microsoft.com/office/drawing/2014/main" id="{41248DE8-0D0A-4956-B5A6-0886A021D399}"/>
              </a:ext>
            </a:extLst>
          </p:cNvPr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68670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F45FDFC-8E8C-44E9-BF1C-B5507327B1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6F45FDFC-8E8C-44E9-BF1C-B5507327B1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7AFCF80-CDEC-4FB4-9FAE-2615F009AE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7AFCF80-CDEC-4FB4-9FAE-2615F009AE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1A54B22-5C40-467E-9A1A-40107B9273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11A54B22-5C40-467E-9A1A-40107B9273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C8B05C8-C33E-40CD-AB18-D116AC9538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BC8B05C8-C33E-40CD-AB18-D116AC9538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D358396-C385-4A16-B901-CCC05DA0A7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6D358396-C385-4A16-B901-CCC05DA0A7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734DC9B-CBDB-45A7-9B8E-D2C700959D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4734DC9B-CBDB-45A7-9B8E-D2C700959D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29674C8-FC1C-4591-A978-16E087E54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729674C8-FC1C-4591-A978-16E087E540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3885-ED30-423D-95ED-E2F0A280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ERP – Enterprise Resource Planning</a:t>
            </a:r>
          </a:p>
        </p:txBody>
      </p:sp>
      <p:pic>
        <p:nvPicPr>
          <p:cNvPr id="5" name="Online Media 4">
            <a:hlinkClick r:id="" action="ppaction://media"/>
            <a:extLst>
              <a:ext uri="{FF2B5EF4-FFF2-40B4-BE49-F238E27FC236}">
                <a16:creationId xmlns:a16="http://schemas.microsoft.com/office/drawing/2014/main" id="{B867B530-B8A5-4E67-99E6-10DF22631947}"/>
              </a:ext>
            </a:extLst>
          </p:cNvPr>
          <p:cNvPicPr>
            <a:picLocks noGrp="1" noRot="1" noChangeAspect="1"/>
          </p:cNvPicPr>
          <p:nvPr>
            <p:ph idx="1"/>
            <a:videoFile r:link="rId2"/>
          </p:nvPr>
        </p:nvPicPr>
        <p:blipFill>
          <a:blip r:embed="rId4"/>
          <a:stretch>
            <a:fillRect/>
          </a:stretch>
        </p:blipFill>
        <p:spPr>
          <a:xfrm>
            <a:off x="914400" y="1513480"/>
            <a:ext cx="7086600" cy="53149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A4463-65A3-4141-826E-8C9D05F92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5-Point Star 3">
            <a:extLst>
              <a:ext uri="{FF2B5EF4-FFF2-40B4-BE49-F238E27FC236}">
                <a16:creationId xmlns:a16="http://schemas.microsoft.com/office/drawing/2014/main" id="{2479CE35-B745-43F2-A645-4177AD3CAAFB}"/>
              </a:ext>
            </a:extLst>
          </p:cNvPr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106453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777584"/>
            <a:ext cx="7848600" cy="4572000"/>
          </a:xfrm>
        </p:spPr>
        <p:txBody>
          <a:bodyPr>
            <a:normAutofit/>
          </a:bodyPr>
          <a:lstStyle/>
          <a:p>
            <a:r>
              <a:rPr lang="en-US" dirty="0"/>
              <a:t>Virtualization is the practice of sharing or pooling computing resources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85000" lnSpcReduction="20000"/>
          </a:bodyPr>
          <a:lstStyle/>
          <a:p>
            <a:fld id="{E1920792-1FFE-4123-96E7-9B6DC9FF0B06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989432374"/>
              </p:ext>
            </p:extLst>
          </p:nvPr>
        </p:nvGraphicFramePr>
        <p:xfrm>
          <a:off x="990600" y="2895600"/>
          <a:ext cx="76200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5-Point Star 5"/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064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4E31BCD-19A5-4EED-AA67-3C46670165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54E31BCD-19A5-4EED-AA67-3C46670165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5B3A02C-EB63-4AD2-B79E-0C5A152BD0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05B3A02C-EB63-4AD2-B79E-0C5A152BD0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B6D9A8C-F54B-4E52-A609-169669808C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B6D9A8C-F54B-4E52-A609-169669808C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97239A0-08BE-47FE-86E8-11ACD1EA8F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897239A0-08BE-47FE-86E8-11ACD1EA8F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Hardware</a:t>
            </a:r>
          </a:p>
        </p:txBody>
      </p:sp>
      <p:pic>
        <p:nvPicPr>
          <p:cNvPr id="8" name="Content Placeholder 7" descr="Fig14-30.gif"/>
          <p:cNvPicPr>
            <a:picLocks noGrp="1" noChangeAspect="1"/>
          </p:cNvPicPr>
          <p:nvPr>
            <p:ph sz="half" idx="1"/>
          </p:nvPr>
        </p:nvPicPr>
        <p:blipFill>
          <a:blip r:embed="rId4" cstate="print"/>
          <a:stretch>
            <a:fillRect/>
          </a:stretch>
        </p:blipFill>
        <p:spPr>
          <a:xfrm>
            <a:off x="533400" y="1752600"/>
            <a:ext cx="3886200" cy="3718852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blade server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packs a complete computer server on a single card (called a blade) rather than a system unit</a:t>
            </a:r>
          </a:p>
          <a:p>
            <a:r>
              <a:rPr lang="en-US" dirty="0"/>
              <a:t>The individual blades insert in a blade server chassis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67707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High Availability, Scalability, </a:t>
            </a:r>
            <a:br>
              <a:rPr lang="en-US" dirty="0"/>
            </a:br>
            <a:r>
              <a:rPr lang="en-US" dirty="0"/>
              <a:t>and Interoperability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high-availability system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continues running and performing tasks for at least 99 percent of the time</a:t>
            </a:r>
          </a:p>
          <a:p>
            <a:pPr lvl="1"/>
            <a:r>
              <a:rPr lang="en-US" dirty="0"/>
              <a:t>May include hot-swapping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b="1" dirty="0">
                <a:solidFill>
                  <a:srgbClr val="A52439"/>
                </a:solidFill>
              </a:rPr>
              <a:t>redundant components</a:t>
            </a:r>
          </a:p>
          <a:p>
            <a:pPr lvl="2"/>
            <a:r>
              <a:rPr lang="en-US" dirty="0"/>
              <a:t>When a component fails, another</a:t>
            </a:r>
            <a:br>
              <a:rPr lang="en-US" dirty="0"/>
            </a:br>
            <a:r>
              <a:rPr lang="en-US" dirty="0"/>
              <a:t>component takes over and the</a:t>
            </a:r>
            <a:br>
              <a:rPr lang="en-US" dirty="0"/>
            </a:br>
            <a:r>
              <a:rPr lang="en-US" dirty="0"/>
              <a:t>system continues to function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Fig14-32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96000" y="2743200"/>
            <a:ext cx="1328738" cy="3543300"/>
          </a:xfrm>
          <a:prstGeom prst="rect">
            <a:avLst/>
          </a:prstGeom>
        </p:spPr>
      </p:pic>
      <p:sp>
        <p:nvSpPr>
          <p:cNvPr id="6" name="5-Point Star 5"/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2127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High Availability, Scalability, </a:t>
            </a:r>
            <a:br>
              <a:rPr lang="en-US" dirty="0"/>
            </a:br>
            <a:r>
              <a:rPr lang="en-US" dirty="0"/>
              <a:t>and Interoperability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52439"/>
                </a:solidFill>
              </a:rPr>
              <a:t>Scalability</a:t>
            </a:r>
            <a:r>
              <a:rPr lang="en-US" dirty="0"/>
              <a:t> is a measure of how well computer hardware, software, or an information system can grow to meet increasing performance demands</a:t>
            </a:r>
            <a:endParaRPr lang="en-US" b="1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>
                <a:solidFill>
                  <a:srgbClr val="A52439"/>
                </a:solidFill>
              </a:rPr>
              <a:t>Interoperability</a:t>
            </a:r>
            <a:r>
              <a:rPr lang="en-US" dirty="0"/>
              <a:t> is the ability for an information system to share information with other information systems within an enterprise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5-Point Star 5"/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4332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Procedures</a:t>
            </a:r>
          </a:p>
        </p:txBody>
      </p:sp>
      <p:pic>
        <p:nvPicPr>
          <p:cNvPr id="10" name="Content Placeholder 9" descr="Fig14-33.gif"/>
          <p:cNvPicPr>
            <a:picLocks noGrp="1" noChangeAspect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762000" y="2028825"/>
            <a:ext cx="7620000" cy="379095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1852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b="1" dirty="0">
                <a:solidFill>
                  <a:srgbClr val="A52439"/>
                </a:solidFill>
              </a:rPr>
              <a:t>disaster recovery plan</a:t>
            </a:r>
            <a:r>
              <a:rPr lang="en-US" sz="2800" dirty="0">
                <a:solidFill>
                  <a:srgbClr val="A52439"/>
                </a:solidFill>
              </a:rPr>
              <a:t> </a:t>
            </a:r>
            <a:r>
              <a:rPr lang="en-US" sz="2800" dirty="0"/>
              <a:t>is a written plan describing the steps a company would take to restore computer operations in the event of a disaster</a:t>
            </a:r>
          </a:p>
          <a:p>
            <a:r>
              <a:rPr lang="en-US" sz="2800" dirty="0"/>
              <a:t>Contains four major components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7" name="Diagram 6"/>
          <p:cNvGraphicFramePr/>
          <p:nvPr/>
        </p:nvGraphicFramePr>
        <p:xfrm>
          <a:off x="152400" y="3581400"/>
          <a:ext cx="8991600" cy="190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5-Point Star 5"/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35248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4F198E-6D08-4B62-859E-ECB8C490B7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584F198E-6D08-4B62-859E-ECB8C490B7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6300611-7FA7-4AE4-B1E1-A417FB16F3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6300611-7FA7-4AE4-B1E1-A417FB16F3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7A94008-DDF4-4973-91E2-3B2A16CF24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47A94008-DDF4-4973-91E2-3B2A16CF24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F83BBA0-6677-4941-A628-C0AF9BC99F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CF83BBA0-6677-4941-A628-C0AF9BC99F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Storage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>
                <a:solidFill>
                  <a:srgbClr val="A52439"/>
                </a:solidFill>
              </a:rPr>
              <a:t>enterprise storage system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is a strategy that focuses on the availability, protection, organization, and backup of storage in a company</a:t>
            </a:r>
          </a:p>
          <a:p>
            <a:r>
              <a:rPr lang="en-US" dirty="0"/>
              <a:t>Goal is to consolidate storage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953302"/>
            <a:ext cx="4038600" cy="3819759"/>
          </a:xfrm>
        </p:spPr>
      </p:pic>
      <p:sp>
        <p:nvSpPr>
          <p:cNvPr id="8" name="5-Point Star 7"/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30535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Enterprise storage stores huge volumes of data and information for large businesses</a:t>
            </a:r>
          </a:p>
          <a:p>
            <a:pPr lvl="1"/>
            <a:r>
              <a:rPr lang="en-US" dirty="0"/>
              <a:t>Uses special hardware for heavy use, maximum availability, and maximum efficiency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Discovering Computers : Chapter 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Page 379 </a:t>
            </a:r>
          </a:p>
          <a:p>
            <a:r>
              <a:rPr lang="en-US" dirty="0"/>
              <a:t>Figure 7-39</a:t>
            </a:r>
          </a:p>
        </p:txBody>
      </p:sp>
      <p:pic>
        <p:nvPicPr>
          <p:cNvPr id="7" name="Picture 6" descr="Fig7-39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47800" y="3733800"/>
            <a:ext cx="6248400" cy="25618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97521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A52439"/>
                </a:solidFill>
              </a:rPr>
              <a:t>Enterprise hardware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allows large organizations to manage and store information and data using devices geared for:</a:t>
            </a:r>
          </a:p>
          <a:p>
            <a:pPr lvl="1"/>
            <a:r>
              <a:rPr lang="en-US" dirty="0"/>
              <a:t>Heavy use</a:t>
            </a:r>
          </a:p>
          <a:p>
            <a:pPr lvl="1"/>
            <a:r>
              <a:rPr lang="en-US" dirty="0"/>
              <a:t>Maximum availability</a:t>
            </a:r>
          </a:p>
          <a:p>
            <a:pPr lvl="1"/>
            <a:r>
              <a:rPr lang="en-US" dirty="0"/>
              <a:t>Maximum efficiency</a:t>
            </a:r>
          </a:p>
          <a:p>
            <a:r>
              <a:rPr lang="en-US" b="1" dirty="0">
                <a:solidFill>
                  <a:srgbClr val="A52439"/>
                </a:solidFill>
              </a:rPr>
              <a:t>RAID</a:t>
            </a:r>
            <a:r>
              <a:rPr lang="en-US" dirty="0"/>
              <a:t> duplicates data and </a:t>
            </a:r>
            <a:br>
              <a:rPr lang="en-US" dirty="0"/>
            </a:br>
            <a:r>
              <a:rPr lang="en-US" dirty="0"/>
              <a:t>implements duplication </a:t>
            </a:r>
            <a:br>
              <a:rPr lang="en-US" dirty="0"/>
            </a:br>
            <a:r>
              <a:rPr lang="en-US" dirty="0"/>
              <a:t>in different ways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 descr="Fig14-27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05400" y="2819400"/>
            <a:ext cx="3157538" cy="3438335"/>
          </a:xfrm>
          <a:prstGeom prst="rect">
            <a:avLst/>
          </a:prstGeom>
        </p:spPr>
      </p:pic>
      <p:sp>
        <p:nvSpPr>
          <p:cNvPr id="6" name="5-Point Star 5"/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27266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6859587" cy="1143000"/>
          </a:xfrm>
        </p:spPr>
        <p:txBody>
          <a:bodyPr/>
          <a:lstStyle/>
          <a:p>
            <a:r>
              <a:rPr lang="en-US"/>
              <a:t>RAID 0 or striping</a:t>
            </a: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676400"/>
            <a:ext cx="9067800" cy="2286000"/>
          </a:xfrm>
        </p:spPr>
        <p:txBody>
          <a:bodyPr/>
          <a:lstStyle/>
          <a:p>
            <a:r>
              <a:rPr lang="en-SG" sz="2000" dirty="0"/>
              <a:t>RAID (originally redundant array of inexpensive disks, now commonly </a:t>
            </a:r>
            <a:r>
              <a:rPr lang="en-SG" sz="2000" dirty="0">
                <a:solidFill>
                  <a:srgbClr val="FF0000"/>
                </a:solidFill>
              </a:rPr>
              <a:t>redundant array of independent disks</a:t>
            </a:r>
            <a:r>
              <a:rPr lang="en-SG" sz="2000" dirty="0"/>
              <a:t>)</a:t>
            </a:r>
            <a:endParaRPr lang="en-US" sz="2000" dirty="0"/>
          </a:p>
          <a:p>
            <a:r>
              <a:rPr lang="en-US" sz="2000" dirty="0"/>
              <a:t>Data are split onto different disks for performance increase: performances depend on information unit size vs stripe size</a:t>
            </a:r>
          </a:p>
          <a:p>
            <a:r>
              <a:rPr lang="en-US" sz="2000" dirty="0"/>
              <a:t>No redundancy added</a:t>
            </a:r>
          </a:p>
          <a:p>
            <a:r>
              <a:rPr lang="en-US" sz="2000" dirty="0"/>
              <a:t>Cost is limited (no additional hardware)</a:t>
            </a:r>
          </a:p>
        </p:txBody>
      </p:sp>
      <p:pic>
        <p:nvPicPr>
          <p:cNvPr id="63494" name="Picture 6" descr="stripi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2800" y="3733800"/>
            <a:ext cx="5105400" cy="28511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9086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RAID 1 - mirroring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76400"/>
            <a:ext cx="3200400" cy="4724400"/>
          </a:xfrm>
        </p:spPr>
        <p:txBody>
          <a:bodyPr/>
          <a:lstStyle/>
          <a:p>
            <a:r>
              <a:rPr lang="en-US" sz="2000"/>
              <a:t>Data are replicated on multiple disks for redundancy</a:t>
            </a:r>
          </a:p>
          <a:p>
            <a:r>
              <a:rPr lang="en-US" sz="2000"/>
              <a:t>Performance may be impacted if copy is done serially</a:t>
            </a:r>
          </a:p>
          <a:p>
            <a:r>
              <a:rPr lang="en-US" sz="2000"/>
              <a:t>Increase of cost proportional to the amount of redundancy</a:t>
            </a:r>
          </a:p>
          <a:p>
            <a:r>
              <a:rPr lang="en-US" sz="2000"/>
              <a:t>More complex algorithm to manage multiple copies</a:t>
            </a:r>
          </a:p>
          <a:p>
            <a:endParaRPr lang="en-US" sz="2000"/>
          </a:p>
        </p:txBody>
      </p:sp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263" y="2746375"/>
            <a:ext cx="3843337" cy="253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80632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RAID 5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4267200" cy="4800600"/>
          </a:xfrm>
        </p:spPr>
        <p:txBody>
          <a:bodyPr/>
          <a:lstStyle/>
          <a:p>
            <a:r>
              <a:rPr lang="en-US"/>
              <a:t>Data protection with ECC, but parity is spread on the array</a:t>
            </a:r>
          </a:p>
          <a:p>
            <a:r>
              <a:rPr lang="en-US"/>
              <a:t>Good redundancy</a:t>
            </a:r>
          </a:p>
          <a:p>
            <a:r>
              <a:rPr lang="en-US"/>
              <a:t>Same speed reads, slower writes</a:t>
            </a:r>
          </a:p>
          <a:p>
            <a:r>
              <a:rPr lang="en-US"/>
              <a:t>One disk per array of added cost</a:t>
            </a:r>
          </a:p>
        </p:txBody>
      </p:sp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667000"/>
            <a:ext cx="3862388" cy="2843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02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97E0-0D9C-434E-BB39-FFA66A277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is RAID 0,1,5 &amp;10?</a:t>
            </a:r>
          </a:p>
        </p:txBody>
      </p:sp>
      <p:pic>
        <p:nvPicPr>
          <p:cNvPr id="4" name="Online Media 3">
            <a:hlinkClick r:id="" action="ppaction://media"/>
            <a:extLst>
              <a:ext uri="{FF2B5EF4-FFF2-40B4-BE49-F238E27FC236}">
                <a16:creationId xmlns:a16="http://schemas.microsoft.com/office/drawing/2014/main" id="{BC112C43-5539-4BF8-914E-846F8282B719}"/>
              </a:ext>
            </a:extLst>
          </p:cNvPr>
          <p:cNvPicPr>
            <a:picLocks noGrp="1" noRot="1" noChangeAspect="1"/>
          </p:cNvPicPr>
          <p:nvPr>
            <p:ph sz="quarter" idx="1"/>
            <a:videoFile r:link="rId2"/>
          </p:nvPr>
        </p:nvPicPr>
        <p:blipFill>
          <a:blip r:embed="rId4"/>
          <a:stretch>
            <a:fillRect/>
          </a:stretch>
        </p:blipFill>
        <p:spPr>
          <a:xfrm>
            <a:off x="457200" y="1208964"/>
            <a:ext cx="7426325" cy="5569744"/>
          </a:xfrm>
          <a:prstGeom prst="rect">
            <a:avLst/>
          </a:prstGeom>
        </p:spPr>
      </p:pic>
      <p:sp>
        <p:nvSpPr>
          <p:cNvPr id="5" name="5-Point Star 5">
            <a:extLst>
              <a:ext uri="{FF2B5EF4-FFF2-40B4-BE49-F238E27FC236}">
                <a16:creationId xmlns:a16="http://schemas.microsoft.com/office/drawing/2014/main" id="{DD97F8B9-EAC9-425C-B606-12377551A0CF}"/>
              </a:ext>
            </a:extLst>
          </p:cNvPr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7484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52439"/>
                </a:solidFill>
              </a:rPr>
              <a:t>Network attached storage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rgbClr val="A52439"/>
                </a:solidFill>
              </a:rPr>
              <a:t>NAS</a:t>
            </a:r>
            <a:r>
              <a:rPr lang="en-US" dirty="0"/>
              <a:t>) is a server that provides storage to users and information systems attached to the network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Discovering Computers : Chapter 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Page 749</a:t>
            </a:r>
          </a:p>
          <a:p>
            <a:r>
              <a:rPr lang="en-US" dirty="0"/>
              <a:t>Figure 14-28a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200400"/>
            <a:ext cx="5791200" cy="31274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30981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storage area network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rgbClr val="A52439"/>
                </a:solidFill>
              </a:rPr>
              <a:t>SAN</a:t>
            </a:r>
            <a:r>
              <a:rPr lang="en-US" dirty="0"/>
              <a:t>) is a high-speed network that provides storage to other servers to which it is attached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Discovering Computers : Chapter 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Page 749</a:t>
            </a:r>
          </a:p>
          <a:p>
            <a:r>
              <a:rPr lang="en-US" dirty="0"/>
              <a:t>Figure 14-28b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124199"/>
            <a:ext cx="6833703" cy="32233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07607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Security Risks</a:t>
            </a:r>
          </a:p>
        </p:txBody>
      </p:sp>
      <p:pic>
        <p:nvPicPr>
          <p:cNvPr id="7" name="Content Placeholder 6" descr="Fig11-01.gif"/>
          <p:cNvPicPr>
            <a:picLocks noGrp="1" noChangeAspect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762000" y="2019300"/>
            <a:ext cx="7620000" cy="38100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71155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Steps of an Attack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pPr eaLnBrk="1" hangingPunct="1"/>
            <a:r>
              <a:rPr lang="en-US" dirty="0"/>
              <a:t>The five steps that make up an attack</a:t>
            </a:r>
          </a:p>
          <a:p>
            <a:pPr lvl="1" eaLnBrk="1" hangingPunct="1"/>
            <a:r>
              <a:rPr lang="en-US" dirty="0"/>
              <a:t>Probe for information</a:t>
            </a:r>
          </a:p>
          <a:p>
            <a:pPr lvl="1" eaLnBrk="1" hangingPunct="1"/>
            <a:r>
              <a:rPr lang="en-US" dirty="0"/>
              <a:t>Penetrate any defenses</a:t>
            </a:r>
          </a:p>
          <a:p>
            <a:pPr lvl="1" eaLnBrk="1" hangingPunct="1"/>
            <a:r>
              <a:rPr lang="en-US" dirty="0"/>
              <a:t>Modify security settings</a:t>
            </a:r>
          </a:p>
          <a:p>
            <a:pPr lvl="1" eaLnBrk="1" hangingPunct="1"/>
            <a:r>
              <a:rPr lang="en-US" dirty="0"/>
              <a:t>Circulate to other systems</a:t>
            </a:r>
          </a:p>
          <a:p>
            <a:pPr lvl="1" eaLnBrk="1" hangingPunct="1"/>
            <a:r>
              <a:rPr lang="en-US" dirty="0"/>
              <a:t>Paralyze networks and devices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724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Types of Attacks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Attacks can result in one of a few general consequences:</a:t>
            </a:r>
          </a:p>
          <a:p>
            <a:pPr lvl="1" eaLnBrk="1" hangingPunct="1"/>
            <a:r>
              <a:rPr lang="en-US" dirty="0"/>
              <a:t>A loss of </a:t>
            </a:r>
            <a:r>
              <a:rPr lang="en-US" b="1" dirty="0"/>
              <a:t>confidentiality</a:t>
            </a:r>
            <a:r>
              <a:rPr lang="en-US" dirty="0"/>
              <a:t> where information is disclosed to unauthorized individuals.</a:t>
            </a:r>
          </a:p>
          <a:p>
            <a:pPr lvl="1" eaLnBrk="1" hangingPunct="1"/>
            <a:r>
              <a:rPr lang="en-US" dirty="0"/>
              <a:t>A loss of </a:t>
            </a:r>
            <a:r>
              <a:rPr lang="en-US" b="1" dirty="0"/>
              <a:t>integrity</a:t>
            </a:r>
            <a:r>
              <a:rPr lang="en-US" dirty="0"/>
              <a:t> where information is modified by unauthorized individuals. </a:t>
            </a:r>
          </a:p>
          <a:p>
            <a:pPr lvl="1" eaLnBrk="1" hangingPunct="1"/>
            <a:r>
              <a:rPr lang="en-US" dirty="0"/>
              <a:t>A loss of </a:t>
            </a:r>
            <a:r>
              <a:rPr lang="en-US" b="1" dirty="0"/>
              <a:t>availability</a:t>
            </a:r>
            <a:r>
              <a:rPr lang="en-US" dirty="0"/>
              <a:t> where information or the systems processing it are not available for authorized users.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067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Defenses against Attacks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47800"/>
            <a:ext cx="8229600" cy="4800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/>
              <a:t>Layering</a:t>
            </a:r>
          </a:p>
          <a:p>
            <a:pPr lvl="1" eaLnBrk="1" hangingPunct="1"/>
            <a:r>
              <a:rPr lang="en-US" sz="1600"/>
              <a:t>A layered approach can also be useful in resisting a variety of attacks</a:t>
            </a:r>
          </a:p>
          <a:p>
            <a:pPr lvl="1" eaLnBrk="1" hangingPunct="1"/>
            <a:r>
              <a:rPr lang="en-US" sz="1600"/>
              <a:t>Layered security provides the most comprehensive protection</a:t>
            </a:r>
          </a:p>
          <a:p>
            <a:pPr eaLnBrk="1" hangingPunct="1"/>
            <a:r>
              <a:rPr lang="en-US"/>
              <a:t>Limiting</a:t>
            </a:r>
          </a:p>
          <a:p>
            <a:pPr lvl="1" eaLnBrk="1" hangingPunct="1"/>
            <a:r>
              <a:rPr lang="en-US" sz="1600"/>
              <a:t>Limiting access to information reduces the threat against it</a:t>
            </a:r>
          </a:p>
          <a:p>
            <a:pPr lvl="1" eaLnBrk="1" hangingPunct="1"/>
            <a:r>
              <a:rPr lang="en-US" sz="1600"/>
              <a:t>Only those who must use data should have access to it</a:t>
            </a:r>
          </a:p>
          <a:p>
            <a:pPr lvl="1" eaLnBrk="1" hangingPunct="1"/>
            <a:r>
              <a:rPr lang="en-US" sz="1600"/>
              <a:t>In addition, the amount of access granted to someone should be limited to what that person needs to know</a:t>
            </a:r>
          </a:p>
          <a:p>
            <a:pPr eaLnBrk="1" hangingPunct="1"/>
            <a:r>
              <a:rPr lang="en-US"/>
              <a:t>Diversity</a:t>
            </a:r>
          </a:p>
          <a:p>
            <a:pPr lvl="1" eaLnBrk="1" hangingPunct="1"/>
            <a:r>
              <a:rPr lang="en-US" sz="1600"/>
              <a:t>Layers must be different (diverse)</a:t>
            </a:r>
          </a:p>
          <a:p>
            <a:pPr lvl="1" eaLnBrk="1" hangingPunct="1"/>
            <a:r>
              <a:rPr lang="en-US" sz="1600"/>
              <a:t>If attackers penetrate one layer, they cannot use the same techniques to break through all other layers</a:t>
            </a:r>
          </a:p>
          <a:p>
            <a:pPr lvl="1" eaLnBrk="1" hangingPunct="1"/>
            <a:r>
              <a:rPr lang="en-US" sz="1600"/>
              <a:t>Using diverse layers of defense means that breaching one security layer does not compromise the whole system.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335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Defenses against Attacks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pPr eaLnBrk="1" hangingPunct="1"/>
            <a:r>
              <a:rPr lang="en-US"/>
              <a:t>Obscurity</a:t>
            </a:r>
          </a:p>
          <a:p>
            <a:pPr lvl="1" eaLnBrk="1" hangingPunct="1"/>
            <a:r>
              <a:rPr lang="en-US" sz="1600"/>
              <a:t>An example of obscurity would be not revealing the type of computer, operating system, software, and network connection a computer uses</a:t>
            </a:r>
          </a:p>
          <a:p>
            <a:pPr lvl="1" eaLnBrk="1" hangingPunct="1"/>
            <a:r>
              <a:rPr lang="en-US" sz="1600"/>
              <a:t>An attacker who knows that information can more easily determine the weaknesses of the system to attack it</a:t>
            </a:r>
          </a:p>
          <a:p>
            <a:pPr lvl="1" eaLnBrk="1" hangingPunct="1"/>
            <a:r>
              <a:rPr lang="en-US" sz="1600"/>
              <a:t>Obscuring information can be an important way to protect information</a:t>
            </a:r>
          </a:p>
          <a:p>
            <a:pPr eaLnBrk="1" hangingPunct="1"/>
            <a:r>
              <a:rPr lang="en-US"/>
              <a:t>Simplicity</a:t>
            </a:r>
          </a:p>
          <a:p>
            <a:pPr lvl="1" eaLnBrk="1" hangingPunct="1"/>
            <a:r>
              <a:rPr lang="en-US" sz="1600"/>
              <a:t>As much as possible, a secure system should be simple for those on the inside to understand and use</a:t>
            </a:r>
          </a:p>
          <a:p>
            <a:pPr lvl="1" eaLnBrk="1" hangingPunct="1"/>
            <a:r>
              <a:rPr lang="en-US" sz="1600"/>
              <a:t>Complex security schemes are often compromised to make them easier for trusted users to work with</a:t>
            </a:r>
          </a:p>
          <a:p>
            <a:pPr lvl="1" eaLnBrk="1" hangingPunct="1"/>
            <a:r>
              <a:rPr lang="en-US" sz="1600"/>
              <a:t>Keeping a system simple from the inside but complex on the outside can sometimes be difficult but reaps a major benefit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944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and Network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Information transmitted over networks has a higher degree of security risk than information kept on an organization’s premises</a:t>
            </a:r>
          </a:p>
          <a:p>
            <a:r>
              <a:rPr lang="en-US" sz="2800" dirty="0"/>
              <a:t>An </a:t>
            </a:r>
            <a:r>
              <a:rPr lang="en-US" sz="2800" b="1" dirty="0">
                <a:solidFill>
                  <a:srgbClr val="DB7531"/>
                </a:solidFill>
              </a:rPr>
              <a:t>online security service</a:t>
            </a:r>
            <a:r>
              <a:rPr lang="en-US" sz="2800" dirty="0">
                <a:solidFill>
                  <a:srgbClr val="DB7531"/>
                </a:solidFill>
              </a:rPr>
              <a:t> </a:t>
            </a:r>
            <a:r>
              <a:rPr lang="en-US" sz="2800" dirty="0"/>
              <a:t>is a Web site that evaluates your computer to check for Internet and e-mail vulnerabilities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7" name="Picture 6" descr="Fig11-02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00400" y="4114800"/>
            <a:ext cx="4971142" cy="19573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75584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and Network Attacks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5-Point Star 5"/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21982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DF49C2D-05D9-4AC8-99BE-D63A05FFFE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0DF49C2D-05D9-4AC8-99BE-D63A05FFFE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77DDE5-3639-4D27-BD5B-E3B852AACF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D977DDE5-3639-4D27-BD5B-E3B852AACF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5522C7C-789F-4E7F-A9DB-7F10D31CFE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C5522C7C-789F-4E7F-A9DB-7F10D31CFE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B1DC207-015E-4BDB-B018-BDE343168F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CB1DC207-015E-4BDB-B018-BDE343168F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BF919F-FA0C-4433-9F3A-F37CF03F9C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B8BF919F-FA0C-4433-9F3A-F37CF03F9C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5DE05B-4DC9-4E9C-A300-4F73A62013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645DE05B-4DC9-4E9C-A300-4F73A62013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8F8EE4F-52D2-42E1-983F-D5CFC9F57C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78F8EE4F-52D2-42E1-983F-D5CFC9F57C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4077436-973E-423C-B543-C98D138401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84077436-973E-423C-B543-C98D138401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and Network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infected computer has one or more of the following symptoms: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7" name="Diagram 6"/>
          <p:cNvGraphicFramePr/>
          <p:nvPr/>
        </p:nvGraphicFramePr>
        <p:xfrm>
          <a:off x="0" y="2743200"/>
          <a:ext cx="9144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5-Point Star 5"/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01514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677E389-0665-4AE5-BC34-D7E05E47FE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C677E389-0665-4AE5-BC34-D7E05E47FE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D26E93C-86E7-419E-BB18-BF52BFEF9B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1D26E93C-86E7-419E-BB18-BF52BFEF9B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BD5E9DE-E2BA-4D0D-8713-3F9E8EB856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DBD5E9DE-E2BA-4D0D-8713-3F9E8EB856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13C0BD2-A815-4149-88D7-946088698A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013C0BD2-A815-4149-88D7-946088698A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94AD8C6-C19F-4DA1-8AF9-1563D741E8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194AD8C6-C19F-4DA1-8AF9-1563D741E8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6F774B4-8F21-4CD7-9A75-642ADF2F0D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A6F774B4-8F21-4CD7-9A75-642ADF2F0D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134D6B5-D40E-4E8F-985C-5890A0F8FA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5134D6B5-D40E-4E8F-985C-5890A0F8FA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770F09-A47B-4A8E-9B5E-A128FEAB86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83770F09-A47B-4A8E-9B5E-A128FEAB86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3BB5626-B6E2-4044-B769-845C9D0C95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B3BB5626-B6E2-4044-B769-845C9D0C95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AD1FCF-E74F-49F4-9C83-E220EED00C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5FAD1FCF-E74F-49F4-9C83-E220EED00C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FEF3064-1C90-47C0-A900-EDF3B304FC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graphicEl>
                                              <a:dgm id="{BFEF3064-1C90-47C0-A900-EDF3B304FC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Video: Attack of the Mobile Viruses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Discovering Computers : Chapter 11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5-Point Star 5">
            <a:extLst>
              <a:ext uri="{FF2B5EF4-FFF2-40B4-BE49-F238E27FC236}">
                <a16:creationId xmlns:a16="http://schemas.microsoft.com/office/drawing/2014/main" id="{652F090A-1BC7-41F8-95A4-27C9B6A10ECB}"/>
              </a:ext>
            </a:extLst>
          </p:cNvPr>
          <p:cNvSpPr/>
          <p:nvPr/>
        </p:nvSpPr>
        <p:spPr>
          <a:xfrm>
            <a:off x="7543800" y="9144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" name="Online Media 2">
            <a:hlinkClick r:id="" action="ppaction://media"/>
            <a:extLst>
              <a:ext uri="{FF2B5EF4-FFF2-40B4-BE49-F238E27FC236}">
                <a16:creationId xmlns:a16="http://schemas.microsoft.com/office/drawing/2014/main" id="{565C2A13-2A7A-44E1-A717-E032FE6580F1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515204" y="1297960"/>
            <a:ext cx="7061579" cy="52961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1518607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and Network Attacks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9" name="Content Placeholder 8" descr="CFig11-03.gif"/>
          <p:cNvPicPr>
            <a:picLocks noGrp="1" noChangeAspect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702279" y="1600200"/>
            <a:ext cx="7739442" cy="464820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63265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and Network Attacks</a:t>
            </a:r>
          </a:p>
        </p:txBody>
      </p:sp>
      <p:pic>
        <p:nvPicPr>
          <p:cNvPr id="10" name="Content Placeholder 9" descr="CFig11-06.gif"/>
          <p:cNvPicPr>
            <a:picLocks noGrp="1" noChangeAspect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1593278" y="1600200"/>
            <a:ext cx="5957443" cy="46482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72894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and Network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Users can take several precautions to protect their home and work computers and mobile devices from these malicious infections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9" name="Content Placeholder 8" descr="Fig11-07.gif"/>
          <p:cNvPicPr>
            <a:picLocks noGrp="1" noChangeAspect="1"/>
          </p:cNvPicPr>
          <p:nvPr>
            <p:ph sz="half" idx="2"/>
          </p:nvPr>
        </p:nvPicPr>
        <p:blipFill>
          <a:blip r:embed="rId4" cstate="print"/>
          <a:stretch>
            <a:fillRect/>
          </a:stretch>
        </p:blipFill>
        <p:spPr>
          <a:xfrm>
            <a:off x="4648200" y="1622108"/>
            <a:ext cx="4038600" cy="4482146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92669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and Network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 err="1">
                <a:solidFill>
                  <a:srgbClr val="DB7531"/>
                </a:solidFill>
              </a:rPr>
              <a:t>botnet</a:t>
            </a:r>
            <a:r>
              <a:rPr lang="en-US" sz="2400" dirty="0"/>
              <a:t> is a group of compromised computers connected to a network</a:t>
            </a:r>
          </a:p>
          <a:p>
            <a:pPr lvl="1"/>
            <a:r>
              <a:rPr lang="en-US" sz="2000" dirty="0"/>
              <a:t>A compromised computer is known as a </a:t>
            </a:r>
            <a:r>
              <a:rPr lang="en-US" sz="2000" b="1" dirty="0">
                <a:solidFill>
                  <a:srgbClr val="DB7531"/>
                </a:solidFill>
              </a:rPr>
              <a:t>zombie</a:t>
            </a:r>
            <a:endParaRPr lang="en-US" sz="2000" dirty="0">
              <a:solidFill>
                <a:srgbClr val="DB7531"/>
              </a:solidFill>
            </a:endParaRPr>
          </a:p>
          <a:p>
            <a:r>
              <a:rPr lang="en-US" sz="2400" dirty="0"/>
              <a:t>A </a:t>
            </a:r>
            <a:r>
              <a:rPr lang="en-US" sz="2400" b="1" dirty="0">
                <a:solidFill>
                  <a:srgbClr val="DB7531"/>
                </a:solidFill>
              </a:rPr>
              <a:t>denial of service attack </a:t>
            </a:r>
            <a:r>
              <a:rPr lang="en-US" sz="2400" dirty="0"/>
              <a:t>(</a:t>
            </a:r>
            <a:r>
              <a:rPr lang="en-US" sz="2400" b="1" dirty="0" err="1">
                <a:solidFill>
                  <a:srgbClr val="DB7531"/>
                </a:solidFill>
              </a:rPr>
              <a:t>DoS</a:t>
            </a:r>
            <a:r>
              <a:rPr lang="en-US" sz="2400" b="1" dirty="0">
                <a:solidFill>
                  <a:srgbClr val="DB7531"/>
                </a:solidFill>
              </a:rPr>
              <a:t> attack</a:t>
            </a:r>
            <a:r>
              <a:rPr lang="en-US" sz="2400" dirty="0"/>
              <a:t>) disrupts computer access to Internet services</a:t>
            </a:r>
          </a:p>
          <a:p>
            <a:pPr lvl="1"/>
            <a:r>
              <a:rPr lang="en-US" sz="2000" dirty="0"/>
              <a:t>Distributed </a:t>
            </a:r>
            <a:r>
              <a:rPr lang="en-US" sz="2000" dirty="0" err="1"/>
              <a:t>DoS</a:t>
            </a:r>
            <a:r>
              <a:rPr lang="en-US" sz="2000" dirty="0"/>
              <a:t> (</a:t>
            </a:r>
            <a:r>
              <a:rPr lang="en-US" sz="2000" dirty="0" err="1"/>
              <a:t>DDoS</a:t>
            </a:r>
            <a:r>
              <a:rPr lang="en-US" sz="2000" dirty="0"/>
              <a:t>)</a:t>
            </a:r>
          </a:p>
          <a:p>
            <a:r>
              <a:rPr lang="en-US" sz="2400" dirty="0"/>
              <a:t>A </a:t>
            </a:r>
            <a:r>
              <a:rPr lang="en-US" sz="2400" b="1" dirty="0">
                <a:solidFill>
                  <a:srgbClr val="DB7531"/>
                </a:solidFill>
              </a:rPr>
              <a:t>back door</a:t>
            </a:r>
            <a:r>
              <a:rPr lang="en-US" sz="2400" dirty="0">
                <a:solidFill>
                  <a:srgbClr val="DB7531"/>
                </a:solidFill>
              </a:rPr>
              <a:t> </a:t>
            </a:r>
            <a:r>
              <a:rPr lang="en-US" sz="2400" dirty="0"/>
              <a:t>is a program or set of instructions in a program that allow users to bypass security controls</a:t>
            </a:r>
          </a:p>
          <a:p>
            <a:r>
              <a:rPr lang="en-US" sz="2400" b="1" dirty="0">
                <a:solidFill>
                  <a:srgbClr val="DB7531"/>
                </a:solidFill>
              </a:rPr>
              <a:t>Spoofing</a:t>
            </a:r>
            <a:r>
              <a:rPr lang="en-US" sz="2400" dirty="0"/>
              <a:t> is a technique intruders use to make their network or Internet transmission appear legitimate</a:t>
            </a:r>
            <a:endParaRPr lang="en-US"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AF147A72-C2EB-4C7A-ADE8-914BCF178EC6}"/>
              </a:ext>
            </a:extLst>
          </p:cNvPr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46221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and Network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DB7531"/>
                </a:solidFill>
              </a:rPr>
              <a:t>firewall</a:t>
            </a:r>
            <a:r>
              <a:rPr lang="en-US" dirty="0"/>
              <a:t> is hardware and/or software that protects a network’s resources from intrusion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743200"/>
            <a:ext cx="5943600" cy="3592860"/>
          </a:xfrm>
          <a:prstGeom prst="rect">
            <a:avLst/>
          </a:prstGeom>
        </p:spPr>
      </p:pic>
      <p:sp>
        <p:nvSpPr>
          <p:cNvPr id="6" name="5-Point Star 5"/>
          <p:cNvSpPr/>
          <p:nvPr/>
        </p:nvSpPr>
        <p:spPr>
          <a:xfrm>
            <a:off x="7536455" y="457200"/>
            <a:ext cx="1447800" cy="13716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93749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and Network Attacks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78644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C9A06F-C7E9-4A00-9426-196D95EF46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F3C9A06F-C7E9-4A00-9426-196D95EF46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15071F8-32D4-4A7D-B719-6092ED4573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C15071F8-32D4-4A7D-B719-6092ED4573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D9006E7-01AA-405C-AA1A-08BB73FB93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6D9006E7-01AA-405C-AA1A-08BB73FB93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8EFF360-BDFF-4E5B-8450-EC9DAF1C1F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48EFF360-BDFF-4E5B-8450-EC9DAF1C1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News about Cyber Security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b="1" dirty="0"/>
              <a:t>Cyber attacks in Singapore</a:t>
            </a:r>
          </a:p>
          <a:p>
            <a:r>
              <a:rPr lang="en-SG" dirty="0">
                <a:hlinkClick r:id="rId3"/>
              </a:rPr>
              <a:t>http://www.straitstimes.com/singapore/take-steps-to-secure-online-accounts-experts-urge</a:t>
            </a:r>
            <a:endParaRPr lang="en-SG" dirty="0"/>
          </a:p>
          <a:p>
            <a:r>
              <a:rPr lang="en-SG" dirty="0"/>
              <a:t>Advice:</a:t>
            </a:r>
          </a:p>
          <a:p>
            <a:pPr marL="0" indent="0">
              <a:buNone/>
            </a:pPr>
            <a:r>
              <a:rPr lang="en-SG" i="1" dirty="0"/>
              <a:t>If you are using your NRIC and telephone numbers or birth date as a password to secure online accounts, </a:t>
            </a:r>
            <a:r>
              <a:rPr lang="en-SG" i="1" dirty="0">
                <a:solidFill>
                  <a:srgbClr val="FF0000"/>
                </a:solidFill>
              </a:rPr>
              <a:t>change it immediately</a:t>
            </a:r>
            <a:r>
              <a:rPr lang="en-SG" i="1"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004166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3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cademicPresentation1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7B6A5FA-AEDC-493D-A38F-607DB1F387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AcademicPresentation1</Template>
  <TotalTime>0</TotalTime>
  <Words>1340</Words>
  <Application>Microsoft Office PowerPoint</Application>
  <PresentationFormat>On-screen Show (4:3)</PresentationFormat>
  <Paragraphs>227</Paragraphs>
  <Slides>35</Slides>
  <Notes>29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Times New Roman</vt:lpstr>
      <vt:lpstr>Tw Cen MT</vt:lpstr>
      <vt:lpstr>Wingdings</vt:lpstr>
      <vt:lpstr>Wingdings 2</vt:lpstr>
      <vt:lpstr>AcademicPresentation1</vt:lpstr>
      <vt:lpstr>ITP171 it fundamentals AND PROJECT</vt:lpstr>
      <vt:lpstr>What Is Enterprise Computing?</vt:lpstr>
      <vt:lpstr>What Is Enterprise Computing?</vt:lpstr>
      <vt:lpstr>ERP – Enterprise Resource Planning</vt:lpstr>
      <vt:lpstr>Virtualization</vt:lpstr>
      <vt:lpstr>Enterprise Hardware</vt:lpstr>
      <vt:lpstr>High Availability, Scalability,  and Interoperability</vt:lpstr>
      <vt:lpstr>High Availability, Scalability,  and Interoperability</vt:lpstr>
      <vt:lpstr>Backup Procedures</vt:lpstr>
      <vt:lpstr>Backup Procedures</vt:lpstr>
      <vt:lpstr>Enterprise Storage</vt:lpstr>
      <vt:lpstr>Enterprise Storage</vt:lpstr>
      <vt:lpstr>Enterprise Hardware</vt:lpstr>
      <vt:lpstr>RAID 0 or striping</vt:lpstr>
      <vt:lpstr>RAID 1 - mirroring</vt:lpstr>
      <vt:lpstr>RAID 5</vt:lpstr>
      <vt:lpstr>What is RAID 0,1,5 &amp;10?</vt:lpstr>
      <vt:lpstr>Enterprise Hardware</vt:lpstr>
      <vt:lpstr>Enterprise Hardware</vt:lpstr>
      <vt:lpstr>Computer Security Risks</vt:lpstr>
      <vt:lpstr>Steps of an Attack</vt:lpstr>
      <vt:lpstr>Types of Attacks</vt:lpstr>
      <vt:lpstr>Defenses against Attacks</vt:lpstr>
      <vt:lpstr>Defenses against Attacks</vt:lpstr>
      <vt:lpstr>Internet and Network Attacks</vt:lpstr>
      <vt:lpstr>Internet and Network Attacks</vt:lpstr>
      <vt:lpstr>Internet and Network Attacks</vt:lpstr>
      <vt:lpstr>Video: Attack of the Mobile Viruses</vt:lpstr>
      <vt:lpstr>Internet and Network Attacks</vt:lpstr>
      <vt:lpstr>Internet and Network Attacks</vt:lpstr>
      <vt:lpstr>Internet and Network Attacks</vt:lpstr>
      <vt:lpstr>Internet and Network Attacks</vt:lpstr>
      <vt:lpstr>Internet and Network Attacks</vt:lpstr>
      <vt:lpstr>Internet and Network Attacks</vt:lpstr>
      <vt:lpstr>News about Cyber Security Attacks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2013-01-08T07:38:58Z</dcterms:created>
  <dcterms:modified xsi:type="dcterms:W3CDTF">2018-06-21T02:32:27Z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  <property fmtid="{D5CDD505-2E9C-101B-9397-08002B2CF9AE}" pid="3" name="ArticulateGUID">
    <vt:lpwstr>6811D352-990B-43DC-967F-9FAD187A10A8</vt:lpwstr>
  </property>
  <property fmtid="{D5CDD505-2E9C-101B-9397-08002B2CF9AE}" pid="4" name="ArticulatePath">
    <vt:lpwstr>Week7-Lecture-Enterprise</vt:lpwstr>
  </property>
</Properties>
</file>