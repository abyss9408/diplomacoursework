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Arial Black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ArialBlack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95847" y="182879"/>
            <a:ext cx="84928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SG" sz="7200" u="none" cap="none" strike="noStrike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WeTransport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FFCC"/>
              </a:buClr>
              <a:buSzPts val="4400"/>
              <a:buFont typeface="Arial Black"/>
              <a:buNone/>
            </a:pPr>
            <a:r>
              <a:rPr b="0" i="0" lang="en-SG" sz="4400" u="none" cap="none" strike="noStrike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What’s our project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38200" y="1870364"/>
            <a:ext cx="1094093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5400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To create an application that will help to enhance commuter’s transportation experience!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type="title"/>
          </p:nvPr>
        </p:nvSpPr>
        <p:spPr>
          <a:xfrm>
            <a:off x="4791670" y="-140981"/>
            <a:ext cx="312404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SG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287191" y="1076516"/>
            <a:ext cx="2004753" cy="942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SG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Tay Jing Yi (Leader)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9983584" y="564177"/>
            <a:ext cx="2917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 Ang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3601180" y="1087397"/>
            <a:ext cx="2380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Goh Tiong Hui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30450" y="1087397"/>
            <a:ext cx="21773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Marcus Chain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FFCC"/>
              </a:buClr>
              <a:buSzPts val="4400"/>
              <a:buFont typeface="Arial Black"/>
              <a:buNone/>
            </a:pPr>
            <a:r>
              <a:rPr b="0" i="0" lang="en-SG" sz="4400" u="none" cap="none" strike="noStrike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Task Allocation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435033" y="1690688"/>
            <a:ext cx="11393444" cy="449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CFFCC"/>
              </a:buClr>
              <a:buSzPts val="2200"/>
              <a:buFont typeface="Arial"/>
              <a:buChar char="•"/>
            </a:pPr>
            <a:r>
              <a:rPr lang="en-SG" sz="2200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Jing Yi ( Product Page, FAQ Page, Design Thinking Page, Marvel Prototype, Social media and email for company, Web design , Script for company video and presentation and also this PowerPoint)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CCFFC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CFFCC"/>
              </a:buClr>
              <a:buSzPts val="2200"/>
              <a:buFont typeface="Arial"/>
              <a:buChar char="•"/>
            </a:pPr>
            <a:r>
              <a:rPr lang="en-SG" sz="2200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Tiong Hui ( App Update Page, Contact Us Page, Integration of website, did responsive website, web issues and web design)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CCFFC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CFFCC"/>
              </a:buClr>
              <a:buSzPts val="2200"/>
              <a:buFont typeface="Arial"/>
              <a:buChar char="•"/>
            </a:pPr>
            <a:r>
              <a:rPr lang="en-SG" sz="2200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Bryan ( Home Page, Beta sign up page, assist in Design Thinking Page ,marvel prototype and integration of website , resolve web issues, Make Contact Us Box work, web design)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CCFFCC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CFFCC"/>
              </a:buClr>
              <a:buSzPts val="2200"/>
              <a:buFont typeface="Arial"/>
              <a:buChar char="•"/>
            </a:pPr>
            <a:r>
              <a:rPr lang="en-SG" sz="2200">
                <a:solidFill>
                  <a:srgbClr val="CCFFCC"/>
                </a:solidFill>
                <a:latin typeface="Arial Black"/>
                <a:ea typeface="Arial Black"/>
                <a:cs typeface="Arial Black"/>
                <a:sym typeface="Arial Black"/>
              </a:rPr>
              <a:t>Marcus ( About Us Page, App Review Page, assist in marvel prototype, Edit Company video, Create App Video and company logo, web design) 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