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"/>
  </p:notesMasterIdLst>
  <p:sldIdLst>
    <p:sldId id="256" r:id="rId2"/>
    <p:sldId id="407" r:id="rId3"/>
    <p:sldId id="408" r:id="rId4"/>
    <p:sldId id="409" r:id="rId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9E63B6-08C8-4444-B43B-6137E374DB1E}">
  <a:tblStyle styleId="{129E63B6-08C8-4444-B43B-6137E374DB1E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72218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1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5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59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28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1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14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30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2FF7-FDD2-4C4E-9C39-E1165898CA2B}" type="datetime1">
              <a:rPr lang="en-US" smtClean="0">
                <a:solidFill>
                  <a:srgbClr val="696464"/>
                </a:solidFill>
              </a:rPr>
              <a:pPr/>
              <a:t>4/6/2018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IT2533 Lecture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793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385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0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18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28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875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8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0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97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601425"/>
            <a:ext cx="5810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78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95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9TRqZuZqtKY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nqYJ1ReIdV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/>
          </p:nvPr>
        </p:nvSpPr>
        <p:spPr>
          <a:xfrm>
            <a:off x="753266" y="2223754"/>
            <a:ext cx="79248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 smtClean="0"/>
              <a:t>IT2757</a:t>
            </a:r>
            <a:br>
              <a:rPr lang="en" sz="2400" dirty="0" smtClean="0"/>
            </a:br>
            <a:r>
              <a:rPr lang="en" sz="2400" dirty="0" smtClean="0"/>
              <a:t>Server and Services Security Management</a:t>
            </a:r>
            <a:br>
              <a:rPr lang="en" sz="2400" dirty="0" smtClean="0"/>
            </a:br>
            <a:r>
              <a:rPr lang="en" sz="2400" dirty="0" smtClean="0"/>
              <a:t>- </a:t>
            </a:r>
            <a:r>
              <a:rPr lang="en" sz="2400" dirty="0" smtClean="0"/>
              <a:t>PATCH MANGEMENT AND INCIDENT EVENT MANAGEMENT</a:t>
            </a:r>
            <a:endParaRPr lang="en" sz="2400" dirty="0"/>
          </a:p>
        </p:txBody>
      </p:sp>
      <p:grpSp>
        <p:nvGrpSpPr>
          <p:cNvPr id="99" name="Shape 99"/>
          <p:cNvGrpSpPr/>
          <p:nvPr/>
        </p:nvGrpSpPr>
        <p:grpSpPr>
          <a:xfrm>
            <a:off x="753266" y="1029785"/>
            <a:ext cx="964540" cy="1011306"/>
            <a:chOff x="5961125" y="1623900"/>
            <a:chExt cx="427450" cy="448175"/>
          </a:xfrm>
        </p:grpSpPr>
        <p:sp>
          <p:nvSpPr>
            <p:cNvPr id="100" name="Shape 10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Security Information and Event Management (SIEM)</a:t>
            </a:r>
            <a:endParaRPr lang="en-SG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484583" y="1538530"/>
            <a:ext cx="3067247" cy="3006176"/>
          </a:xfrm>
        </p:spPr>
        <p:txBody>
          <a:bodyPr/>
          <a:lstStyle/>
          <a:p>
            <a:r>
              <a:rPr lang="en-SG" dirty="0" smtClean="0"/>
              <a:t>What is SIEM</a:t>
            </a:r>
          </a:p>
          <a:p>
            <a:pPr lvl="1"/>
            <a:r>
              <a:rPr lang="en-SG" dirty="0"/>
              <a:t>combine security information management (SIM) and security event management (SEM). They provide real-time analysis of security alerts generated by network hardware and applications.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6" name="Picture 5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555" y="1490264"/>
            <a:ext cx="4848823" cy="32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Artificial Intelligence and SIEM</a:t>
            </a:r>
            <a:endParaRPr lang="en-SG" dirty="0"/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8" y="519523"/>
            <a:ext cx="7578347" cy="395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4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5306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195</TotalTime>
  <Words>46</Words>
  <Application>Microsoft Office PowerPoint</Application>
  <PresentationFormat>On-screen Show (16:9)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Arial</vt:lpstr>
      <vt:lpstr>Celestial</vt:lpstr>
      <vt:lpstr>IT2757 Server and Services Security Management - PATCH MANGEMENT AND INCIDENT EVENT MANAGEMENT</vt:lpstr>
      <vt:lpstr>Security Information and Event Management (SIEM)</vt:lpstr>
      <vt:lpstr>Artificial Intelligence and SIEM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LAM SIMON</dc:creator>
  <cp:lastModifiedBy>LAM SIMON</cp:lastModifiedBy>
  <cp:revision>31</cp:revision>
  <dcterms:modified xsi:type="dcterms:W3CDTF">2018-04-06T06:51:53Z</dcterms:modified>
</cp:coreProperties>
</file>