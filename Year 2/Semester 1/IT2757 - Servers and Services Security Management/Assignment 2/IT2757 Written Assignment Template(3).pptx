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4" r:id="rId4"/>
    <p:sldId id="257" r:id="rId5"/>
    <p:sldId id="259" r:id="rId6"/>
    <p:sldId id="260" r:id="rId7"/>
    <p:sldId id="261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 smtClean="0"/>
              <a:t>IT2757 Written ASSINGMENT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 smtClean="0"/>
              <a:t>Group MEMBER 1 (Name, ADMIN. No.)</a:t>
            </a:r>
          </a:p>
          <a:p>
            <a:r>
              <a:rPr lang="en-SG" dirty="0" smtClean="0"/>
              <a:t>Group MEMBER 2…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588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INSTRUCTIONS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This </a:t>
            </a:r>
            <a:r>
              <a:rPr lang="en-SG" dirty="0" err="1" smtClean="0"/>
              <a:t>Powerpoint</a:t>
            </a:r>
            <a:r>
              <a:rPr lang="en-SG" dirty="0" smtClean="0"/>
              <a:t> template is a guide to for you to use</a:t>
            </a:r>
          </a:p>
          <a:p>
            <a:r>
              <a:rPr lang="en-SG" dirty="0" smtClean="0"/>
              <a:t>You should provide something better</a:t>
            </a:r>
          </a:p>
          <a:p>
            <a:r>
              <a:rPr lang="en-SG" dirty="0" smtClean="0"/>
              <a:t>You should also do research outside of the video to elaborate on the points you want to make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9314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MARKING SCHEME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420279"/>
              </p:ext>
            </p:extLst>
          </p:nvPr>
        </p:nvGraphicFramePr>
        <p:xfrm>
          <a:off x="1450975" y="2016125"/>
          <a:ext cx="535477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1185">
                  <a:extLst>
                    <a:ext uri="{9D8B030D-6E8A-4147-A177-3AD203B41FA5}">
                      <a16:colId xmlns:a16="http://schemas.microsoft.com/office/drawing/2014/main" val="297952528"/>
                    </a:ext>
                  </a:extLst>
                </a:gridCol>
                <a:gridCol w="953589">
                  <a:extLst>
                    <a:ext uri="{9D8B030D-6E8A-4147-A177-3AD203B41FA5}">
                      <a16:colId xmlns:a16="http://schemas.microsoft.com/office/drawing/2014/main" val="1785604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Item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smtClean="0"/>
                        <a:t>Marks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816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Content Organization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SG" dirty="0" smtClean="0"/>
                        <a:t>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674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Answering</a:t>
                      </a:r>
                      <a:r>
                        <a:rPr lang="en-SG" baseline="0" dirty="0" smtClean="0"/>
                        <a:t> the given questions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SG" dirty="0" smtClean="0"/>
                        <a:t>5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905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 smtClean="0"/>
                        <a:t>Content Originality and development</a:t>
                      </a:r>
                      <a:r>
                        <a:rPr lang="en-SG" baseline="0" dirty="0" smtClean="0"/>
                        <a:t> (effort to provide additional research)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SG" smtClean="0"/>
                        <a:t>10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268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686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WHAT IS STUXNET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Was </a:t>
            </a:r>
            <a:r>
              <a:rPr lang="en-SG" dirty="0" err="1" smtClean="0"/>
              <a:t>Stuxnet</a:t>
            </a:r>
            <a:r>
              <a:rPr lang="en-SG" dirty="0" smtClean="0"/>
              <a:t> a Windows operating system virus</a:t>
            </a:r>
          </a:p>
          <a:p>
            <a:r>
              <a:rPr lang="en-SG" dirty="0" smtClean="0"/>
              <a:t>What type of equipment was the virus trying to target, if it is not a Windows operating system</a:t>
            </a:r>
          </a:p>
          <a:p>
            <a:r>
              <a:rPr lang="en-SG" dirty="0" smtClean="0"/>
              <a:t>What is the brand, model of the equipment that was the target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878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WHAT WAS THE STRATEGY USED TO INFECT STATION WITH STUXNET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You can use the pictures or words to describe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73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 smtClean="0"/>
              <a:t>WHAT WAS SO UNIQUE ABOUT STUXNET THAT MADE STRANGE OR DIFFERENT FROM OTHER VIRUS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There should be at least </a:t>
            </a:r>
            <a:r>
              <a:rPr lang="en-SG" dirty="0"/>
              <a:t>3</a:t>
            </a:r>
            <a:r>
              <a:rPr lang="en-SG" dirty="0" smtClean="0"/>
              <a:t> </a:t>
            </a:r>
            <a:r>
              <a:rPr lang="en-SG" dirty="0" smtClean="0"/>
              <a:t>points.</a:t>
            </a:r>
          </a:p>
          <a:p>
            <a:r>
              <a:rPr lang="en-SG" dirty="0" smtClean="0"/>
              <a:t>Please elaborate on the 3 points and not just state them</a:t>
            </a:r>
          </a:p>
        </p:txBody>
      </p:sp>
    </p:spTree>
    <p:extLst>
      <p:ext uri="{BB962C8B-B14F-4D97-AF65-F5344CB8AC3E}">
        <p14:creationId xmlns:p14="http://schemas.microsoft.com/office/powerpoint/2010/main" val="315691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STUXNET INTENTION AN DESIGN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How many attack payloads were there actually in </a:t>
            </a:r>
            <a:r>
              <a:rPr lang="en-SG" dirty="0" err="1" smtClean="0"/>
              <a:t>Stuxnet</a:t>
            </a:r>
            <a:r>
              <a:rPr lang="en-SG" dirty="0" smtClean="0"/>
              <a:t> ?</a:t>
            </a:r>
          </a:p>
          <a:p>
            <a:r>
              <a:rPr lang="en-SG" dirty="0" smtClean="0"/>
              <a:t>What was the design and purpose of each of each of the bombs?</a:t>
            </a:r>
          </a:p>
          <a:p>
            <a:r>
              <a:rPr lang="en-SG" dirty="0" smtClean="0"/>
              <a:t>What were the 5 things in the bomb ?</a:t>
            </a:r>
          </a:p>
          <a:p>
            <a:r>
              <a:rPr lang="en-SG" dirty="0" smtClean="0"/>
              <a:t>What was the number 164 in the virus code referring to ?</a:t>
            </a:r>
          </a:p>
          <a:p>
            <a:r>
              <a:rPr lang="en-SG" dirty="0" smtClean="0"/>
              <a:t>Research and explain what is system function calls ? And in Windows, what is the term used to refer to system function calls?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2533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REFLECTION/ORIGINALITY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By doing Google/research on protecting Industrial Control Systems (ICS), find and explain </a:t>
            </a:r>
            <a:r>
              <a:rPr lang="en-SG" dirty="0" smtClean="0"/>
              <a:t>4 </a:t>
            </a:r>
            <a:r>
              <a:rPr lang="en-SG" dirty="0" smtClean="0"/>
              <a:t>solutions to stop cyber attacks against ICS systems. </a:t>
            </a:r>
          </a:p>
          <a:p>
            <a:r>
              <a:rPr lang="en-SG" dirty="0" smtClean="0"/>
              <a:t>You can also read the attached paper “Hacking UK Trident” </a:t>
            </a:r>
            <a:r>
              <a:rPr lang="en-SG" dirty="0" smtClean="0"/>
              <a:t>and “Hacking </a:t>
            </a:r>
            <a:r>
              <a:rPr lang="en-SG" smtClean="0"/>
              <a:t>Industrial Report” </a:t>
            </a:r>
            <a:r>
              <a:rPr lang="en-SG" smtClean="0"/>
              <a:t>as </a:t>
            </a:r>
            <a:r>
              <a:rPr lang="en-SG" dirty="0" smtClean="0"/>
              <a:t>part of your research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0732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THE END</a:t>
            </a:r>
            <a:endParaRPr lang="en-SG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39759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35</TotalTime>
  <Words>294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IT2757 Written ASSINGMENT</vt:lpstr>
      <vt:lpstr>INSTRUCTIONS</vt:lpstr>
      <vt:lpstr>MARKING SCHEME</vt:lpstr>
      <vt:lpstr>WHAT IS STUXNET</vt:lpstr>
      <vt:lpstr>WHAT WAS THE STRATEGY USED TO INFECT STATION WITH STUXNET</vt:lpstr>
      <vt:lpstr>WHAT WAS SO UNIQUE ABOUT STUXNET THAT MADE STRANGE OR DIFFERENT FROM OTHER VIRUS</vt:lpstr>
      <vt:lpstr>STUXNET INTENTION AN DESIGN</vt:lpstr>
      <vt:lpstr>REFLECTION/ORIGINALITY</vt:lpstr>
      <vt:lpstr>THE END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IT2757 Written ASSINGMENT</dc:title>
  <dc:creator>LAM SIMON</dc:creator>
  <cp:lastModifiedBy>LAM SIMON</cp:lastModifiedBy>
  <cp:revision>9</cp:revision>
  <dcterms:created xsi:type="dcterms:W3CDTF">2017-04-19T07:07:17Z</dcterms:created>
  <dcterms:modified xsi:type="dcterms:W3CDTF">2017-07-17T07:16:39Z</dcterms:modified>
</cp:coreProperties>
</file>