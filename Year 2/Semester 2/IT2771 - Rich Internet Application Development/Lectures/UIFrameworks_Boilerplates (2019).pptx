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tags/tag2.xml" ContentType="application/vnd.openxmlformats-officedocument.presentationml.tags+xml"/>
  <Override PartName="/ppt/tags/tag3.xml" ContentType="application/vnd.openxmlformats-officedocument.presentationml.tags+xml"/>
  <Override PartName="/ppt/notesSlides/notesSlide3.xml" ContentType="application/vnd.openxmlformats-officedocument.presentationml.notesSlide+xml"/>
  <Override PartName="/ppt/tags/tag4.xml" ContentType="application/vnd.openxmlformats-officedocument.presentationml.tags+xml"/>
  <Override PartName="/ppt/tags/tag5.xml" ContentType="application/vnd.openxmlformats-officedocument.presentationml.tags+xml"/>
  <Override PartName="/ppt/notesSlides/notesSlide4.xml" ContentType="application/vnd.openxmlformats-officedocument.presentationml.notesSlide+xml"/>
  <Override PartName="/ppt/tags/tag6.xml" ContentType="application/vnd.openxmlformats-officedocument.presentationml.tags+xml"/>
  <Override PartName="/ppt/notesSlides/notesSlide5.xml" ContentType="application/vnd.openxmlformats-officedocument.presentationml.notesSlide+xml"/>
  <Override PartName="/ppt/tags/tag7.xml" ContentType="application/vnd.openxmlformats-officedocument.presentationml.tags+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73" r:id="rId1"/>
  </p:sldMasterIdLst>
  <p:notesMasterIdLst>
    <p:notesMasterId r:id="rId12"/>
  </p:notesMasterIdLst>
  <p:handoutMasterIdLst>
    <p:handoutMasterId r:id="rId13"/>
  </p:handoutMasterIdLst>
  <p:sldIdLst>
    <p:sldId id="256" r:id="rId2"/>
    <p:sldId id="297" r:id="rId3"/>
    <p:sldId id="287" r:id="rId4"/>
    <p:sldId id="298" r:id="rId5"/>
    <p:sldId id="288" r:id="rId6"/>
    <p:sldId id="289" r:id="rId7"/>
    <p:sldId id="290" r:id="rId8"/>
    <p:sldId id="291" r:id="rId9"/>
    <p:sldId id="292" r:id="rId10"/>
    <p:sldId id="293" r:id="rId11"/>
  </p:sldIdLst>
  <p:sldSz cx="9144000" cy="6858000" type="screen4x3"/>
  <p:notesSz cx="6858000" cy="9144000"/>
  <p:custDataLst>
    <p:tags r:id="rId14"/>
  </p:custDataLst>
  <p:defaultTextStyle>
    <a:defPPr>
      <a:defRPr lang="es-E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3366"/>
    <a:srgbClr val="006666"/>
    <a:srgbClr val="422C16"/>
    <a:srgbClr val="0C788E"/>
    <a:srgbClr val="0099CC"/>
    <a:srgbClr val="660066"/>
    <a:srgbClr val="CC0000"/>
    <a:srgbClr val="33333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323" autoAdjust="0"/>
    <p:restoredTop sz="75714" autoAdjust="0"/>
  </p:normalViewPr>
  <p:slideViewPr>
    <p:cSldViewPr>
      <p:cViewPr varScale="1">
        <p:scale>
          <a:sx n="51" d="100"/>
          <a:sy n="51" d="100"/>
        </p:scale>
        <p:origin x="1884" y="4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00" d="100"/>
        <a:sy n="100" d="100"/>
      </p:scale>
      <p:origin x="0" y="0"/>
    </p:cViewPr>
  </p:sorterViewPr>
  <p:notesViewPr>
    <p:cSldViewPr>
      <p:cViewPr varScale="1">
        <p:scale>
          <a:sx n="88" d="100"/>
          <a:sy n="88" d="100"/>
        </p:scale>
        <p:origin x="-3858" y="-120"/>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handoutMaster" Target="handoutMasters/handoutMaster1.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gs" Target="tags/tag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wrap="square" lIns="91440" tIns="45720" rIns="91440" bIns="45720" numCol="1" anchor="t" anchorCtr="0" compatLnSpc="1">
            <a:prstTxWarp prst="textNoShape">
              <a:avLst/>
            </a:prstTxWarp>
          </a:bodyPr>
          <a:lstStyle>
            <a:lvl1pPr eaLnBrk="1" hangingPunct="1">
              <a:defRPr sz="1200"/>
            </a:lvl1pPr>
          </a:lstStyle>
          <a:p>
            <a:pPr>
              <a:defRPr/>
            </a:pPr>
            <a:endParaRPr lang="en-US" altLang="en-US"/>
          </a:p>
        </p:txBody>
      </p:sp>
      <p:sp>
        <p:nvSpPr>
          <p:cNvPr id="3" name="Date Placeholder 2"/>
          <p:cNvSpPr>
            <a:spLocks noGrp="1"/>
          </p:cNvSpPr>
          <p:nvPr>
            <p:ph type="dt" sz="quarter" idx="1"/>
          </p:nvPr>
        </p:nvSpPr>
        <p:spPr>
          <a:xfrm>
            <a:off x="3884613" y="0"/>
            <a:ext cx="2971800" cy="457200"/>
          </a:xfrm>
          <a:prstGeom prst="rect">
            <a:avLst/>
          </a:prstGeom>
        </p:spPr>
        <p:txBody>
          <a:bodyPr vert="horz" wrap="square" lIns="91440" tIns="45720" rIns="91440" bIns="45720" numCol="1" anchor="t" anchorCtr="0" compatLnSpc="1">
            <a:prstTxWarp prst="textNoShape">
              <a:avLst/>
            </a:prstTxWarp>
          </a:bodyPr>
          <a:lstStyle>
            <a:lvl1pPr algn="r" eaLnBrk="1" hangingPunct="1">
              <a:defRPr sz="1200"/>
            </a:lvl1pPr>
          </a:lstStyle>
          <a:p>
            <a:pPr>
              <a:defRPr/>
            </a:pPr>
            <a:fld id="{E86F1E32-D32A-4657-B621-DA8CFEE5D26D}" type="datetimeFigureOut">
              <a:rPr lang="en-US" altLang="en-US"/>
              <a:pPr>
                <a:defRPr/>
              </a:pPr>
              <a:t>10/29/2019</a:t>
            </a:fld>
            <a:endParaRPr lang="en-US" altLang="en-US"/>
          </a:p>
        </p:txBody>
      </p:sp>
      <p:sp>
        <p:nvSpPr>
          <p:cNvPr id="4" name="Footer Placeholder 3"/>
          <p:cNvSpPr>
            <a:spLocks noGrp="1"/>
          </p:cNvSpPr>
          <p:nvPr>
            <p:ph type="ftr" sz="quarter" idx="2"/>
          </p:nvPr>
        </p:nvSpPr>
        <p:spPr>
          <a:xfrm>
            <a:off x="0" y="8685213"/>
            <a:ext cx="2971800" cy="457200"/>
          </a:xfrm>
          <a:prstGeom prst="rect">
            <a:avLst/>
          </a:prstGeom>
        </p:spPr>
        <p:txBody>
          <a:bodyPr vert="horz" wrap="square" lIns="91440" tIns="45720" rIns="91440" bIns="45720" numCol="1" anchor="b" anchorCtr="0" compatLnSpc="1">
            <a:prstTxWarp prst="textNoShape">
              <a:avLst/>
            </a:prstTxWarp>
          </a:bodyPr>
          <a:lstStyle>
            <a:lvl1pPr eaLnBrk="1" hangingPunct="1">
              <a:defRPr sz="1200"/>
            </a:lvl1pPr>
          </a:lstStyle>
          <a:p>
            <a:pPr>
              <a:defRPr/>
            </a:pPr>
            <a:endParaRPr lang="en-US" alt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eaLnBrk="1" hangingPunct="1">
              <a:defRPr sz="1200"/>
            </a:lvl1pPr>
          </a:lstStyle>
          <a:p>
            <a:pPr>
              <a:defRPr/>
            </a:pPr>
            <a:fld id="{71123CB4-8C53-409D-8D0C-5934CF6D072F}" type="slidenum">
              <a:rPr lang="en-US" altLang="en-US"/>
              <a:pPr>
                <a:defRPr/>
              </a:pPr>
              <a:t>‹#›</a:t>
            </a:fld>
            <a:endParaRPr lang="en-US" altLang="en-US"/>
          </a:p>
        </p:txBody>
      </p:sp>
    </p:spTree>
    <p:extLst>
      <p:ext uri="{BB962C8B-B14F-4D97-AF65-F5344CB8AC3E}">
        <p14:creationId xmlns:p14="http://schemas.microsoft.com/office/powerpoint/2010/main" val="262534953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wrap="square" lIns="91440" tIns="45720" rIns="91440" bIns="45720" numCol="1" anchor="t" anchorCtr="0" compatLnSpc="1">
            <a:prstTxWarp prst="textNoShape">
              <a:avLst/>
            </a:prstTxWarp>
          </a:bodyPr>
          <a:lstStyle>
            <a:lvl1pPr eaLnBrk="1" hangingPunct="1">
              <a:defRPr sz="1200"/>
            </a:lvl1pPr>
          </a:lstStyle>
          <a:p>
            <a:pPr>
              <a:defRPr/>
            </a:pPr>
            <a:endParaRPr lang="en-US" altLang="en-US"/>
          </a:p>
        </p:txBody>
      </p:sp>
      <p:sp>
        <p:nvSpPr>
          <p:cNvPr id="3" name="Date Placeholder 2"/>
          <p:cNvSpPr>
            <a:spLocks noGrp="1"/>
          </p:cNvSpPr>
          <p:nvPr>
            <p:ph type="dt" idx="1"/>
          </p:nvPr>
        </p:nvSpPr>
        <p:spPr>
          <a:xfrm>
            <a:off x="3884613" y="0"/>
            <a:ext cx="2971800" cy="457200"/>
          </a:xfrm>
          <a:prstGeom prst="rect">
            <a:avLst/>
          </a:prstGeom>
        </p:spPr>
        <p:txBody>
          <a:bodyPr vert="horz" wrap="square" lIns="91440" tIns="45720" rIns="91440" bIns="45720" numCol="1" anchor="t" anchorCtr="0" compatLnSpc="1">
            <a:prstTxWarp prst="textNoShape">
              <a:avLst/>
            </a:prstTxWarp>
          </a:bodyPr>
          <a:lstStyle>
            <a:lvl1pPr algn="r" eaLnBrk="1" hangingPunct="1">
              <a:defRPr sz="1200"/>
            </a:lvl1pPr>
          </a:lstStyle>
          <a:p>
            <a:pPr>
              <a:defRPr/>
            </a:pPr>
            <a:fld id="{BF3FB4C9-2198-438B-9D68-D6761BF7B403}" type="datetimeFigureOut">
              <a:rPr lang="en-US" altLang="en-US"/>
              <a:pPr>
                <a:defRPr/>
              </a:pPr>
              <a:t>10/29/2019</a:t>
            </a:fld>
            <a:endParaRPr lang="en-US" alt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6" name="Footer Placeholder 5"/>
          <p:cNvSpPr>
            <a:spLocks noGrp="1"/>
          </p:cNvSpPr>
          <p:nvPr>
            <p:ph type="ftr" sz="quarter" idx="4"/>
          </p:nvPr>
        </p:nvSpPr>
        <p:spPr>
          <a:xfrm>
            <a:off x="0" y="8685213"/>
            <a:ext cx="2971800" cy="457200"/>
          </a:xfrm>
          <a:prstGeom prst="rect">
            <a:avLst/>
          </a:prstGeom>
        </p:spPr>
        <p:txBody>
          <a:bodyPr vert="horz" wrap="square" lIns="91440" tIns="45720" rIns="91440" bIns="45720" numCol="1" anchor="b" anchorCtr="0" compatLnSpc="1">
            <a:prstTxWarp prst="textNoShape">
              <a:avLst/>
            </a:prstTxWarp>
          </a:bodyPr>
          <a:lstStyle>
            <a:lvl1pPr eaLnBrk="1" hangingPunct="1">
              <a:defRPr sz="1200"/>
            </a:lvl1pPr>
          </a:lstStyle>
          <a:p>
            <a:pPr>
              <a:defRPr/>
            </a:pPr>
            <a:endParaRPr lang="en-US" alt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eaLnBrk="1" hangingPunct="1">
              <a:defRPr sz="1200"/>
            </a:lvl1pPr>
          </a:lstStyle>
          <a:p>
            <a:pPr>
              <a:defRPr/>
            </a:pPr>
            <a:fld id="{CD00D1C7-40C3-4850-AB08-2D781C6E091D}" type="slidenum">
              <a:rPr lang="en-US" altLang="en-US"/>
              <a:pPr>
                <a:defRPr/>
              </a:pPr>
              <a:t>‹#›</a:t>
            </a:fld>
            <a:endParaRPr lang="en-US" altLang="en-US"/>
          </a:p>
        </p:txBody>
      </p:sp>
    </p:spTree>
    <p:extLst>
      <p:ext uri="{BB962C8B-B14F-4D97-AF65-F5344CB8AC3E}">
        <p14:creationId xmlns:p14="http://schemas.microsoft.com/office/powerpoint/2010/main" val="2117154039"/>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9219" name="Notes Placeholder 2"/>
          <p:cNvSpPr>
            <a:spLocks noGrp="1"/>
          </p:cNvSpPr>
          <p:nvPr>
            <p:ph type="body" idx="1"/>
          </p:nvPr>
        </p:nvSpPr>
        <p:spPr bwMode="auto">
          <a:xfrm>
            <a:off x="685800" y="4343400"/>
            <a:ext cx="5486400" cy="411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
        <p:nvSpPr>
          <p:cNvPr id="9220"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91787E62-DA08-419B-9AF9-67D7EA38EAFA}" type="slidenum">
              <a:rPr lang="en-US" altLang="en-US" smtClean="0"/>
              <a:pPr/>
              <a:t>1</a:t>
            </a:fld>
            <a:endParaRPr lang="en-US" altLang="en-US"/>
          </a:p>
        </p:txBody>
      </p:sp>
    </p:spTree>
    <p:extLst>
      <p:ext uri="{BB962C8B-B14F-4D97-AF65-F5344CB8AC3E}">
        <p14:creationId xmlns:p14="http://schemas.microsoft.com/office/powerpoint/2010/main" val="41709723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 name="Notes Placeholder 2"/>
          <p:cNvSpPr>
            <a:spLocks noGrp="1"/>
          </p:cNvSpPr>
          <p:nvPr>
            <p:ph type="body" idx="1"/>
          </p:nvPr>
        </p:nvSpPr>
        <p:spPr>
          <a:xfrm>
            <a:off x="685800" y="4400550"/>
            <a:ext cx="5486400" cy="3600450"/>
          </a:xfrm>
          <a:prstGeom prst="rect">
            <a:avLst/>
          </a:prstGeom>
        </p:spPr>
        <p:txBody>
          <a:bodyPr/>
          <a:lstStyle/>
          <a:p>
            <a:pPr>
              <a:defRPr/>
            </a:pPr>
            <a:r>
              <a:rPr lang="en-US" dirty="0">
                <a:solidFill>
                  <a:schemeClr val="tx2">
                    <a:lumMod val="50000"/>
                    <a:lumOff val="50000"/>
                  </a:schemeClr>
                </a:solidFill>
              </a:rPr>
              <a:t>http://www.sitepoint.com/boilerplate-bootstrap/</a:t>
            </a:r>
            <a:endParaRPr lang="en-US" dirty="0"/>
          </a:p>
        </p:txBody>
      </p:sp>
      <p:sp>
        <p:nvSpPr>
          <p:cNvPr id="47108"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9AE1BEDF-37C4-40EF-942E-52042E540F0C}" type="slidenum">
              <a:rPr lang="en-US" altLang="en-US" smtClean="0"/>
              <a:pPr/>
              <a:t>3</a:t>
            </a:fld>
            <a:endParaRPr lang="en-US" altLang="en-US"/>
          </a:p>
        </p:txBody>
      </p:sp>
    </p:spTree>
    <p:extLst>
      <p:ext uri="{BB962C8B-B14F-4D97-AF65-F5344CB8AC3E}">
        <p14:creationId xmlns:p14="http://schemas.microsoft.com/office/powerpoint/2010/main" val="136732448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1203" name="Notes Placeholder 2"/>
          <p:cNvSpPr>
            <a:spLocks noGrp="1"/>
          </p:cNvSpPr>
          <p:nvPr>
            <p:ph type="body" idx="1"/>
          </p:nvPr>
        </p:nvSpPr>
        <p:spPr bwMode="auto">
          <a:xfrm>
            <a:off x="685800" y="4400550"/>
            <a:ext cx="5486400" cy="360045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
        <p:nvSpPr>
          <p:cNvPr id="51204"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72D5F611-48DE-4E80-90FA-5871738E412E}" type="slidenum">
              <a:rPr lang="en-US" altLang="en-US" smtClean="0"/>
              <a:pPr/>
              <a:t>6</a:t>
            </a:fld>
            <a:endParaRPr lang="en-US" altLang="en-US"/>
          </a:p>
        </p:txBody>
      </p:sp>
    </p:spTree>
    <p:extLst>
      <p:ext uri="{BB962C8B-B14F-4D97-AF65-F5344CB8AC3E}">
        <p14:creationId xmlns:p14="http://schemas.microsoft.com/office/powerpoint/2010/main" val="43628050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4275" name="Notes Placeholder 2"/>
          <p:cNvSpPr>
            <a:spLocks noGrp="1"/>
          </p:cNvSpPr>
          <p:nvPr>
            <p:ph type="body" idx="1"/>
          </p:nvPr>
        </p:nvSpPr>
        <p:spPr bwMode="auto">
          <a:xfrm>
            <a:off x="685800" y="4400550"/>
            <a:ext cx="5486400" cy="360045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
        <p:nvSpPr>
          <p:cNvPr id="54276"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8D4E72AE-9628-477D-9908-9D5C4235C4E8}" type="slidenum">
              <a:rPr lang="en-US" altLang="en-US" smtClean="0"/>
              <a:pPr/>
              <a:t>8</a:t>
            </a:fld>
            <a:endParaRPr lang="en-US" altLang="en-US"/>
          </a:p>
        </p:txBody>
      </p:sp>
    </p:spTree>
    <p:extLst>
      <p:ext uri="{BB962C8B-B14F-4D97-AF65-F5344CB8AC3E}">
        <p14:creationId xmlns:p14="http://schemas.microsoft.com/office/powerpoint/2010/main" val="410063793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6323" name="Notes Placeholder 2"/>
          <p:cNvSpPr>
            <a:spLocks noGrp="1"/>
          </p:cNvSpPr>
          <p:nvPr>
            <p:ph type="body" idx="1"/>
          </p:nvPr>
        </p:nvSpPr>
        <p:spPr bwMode="auto">
          <a:xfrm>
            <a:off x="685800" y="4400550"/>
            <a:ext cx="5486400" cy="360045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
        <p:nvSpPr>
          <p:cNvPr id="56324"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7D994968-BF0A-4E37-BA69-D7B92E1342B8}" type="slidenum">
              <a:rPr lang="en-US" altLang="en-US" smtClean="0"/>
              <a:pPr/>
              <a:t>9</a:t>
            </a:fld>
            <a:endParaRPr lang="en-US" altLang="en-US"/>
          </a:p>
        </p:txBody>
      </p:sp>
    </p:spTree>
    <p:extLst>
      <p:ext uri="{BB962C8B-B14F-4D97-AF65-F5344CB8AC3E}">
        <p14:creationId xmlns:p14="http://schemas.microsoft.com/office/powerpoint/2010/main" val="425418656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8371" name="Notes Placeholder 2"/>
          <p:cNvSpPr>
            <a:spLocks noGrp="1"/>
          </p:cNvSpPr>
          <p:nvPr>
            <p:ph type="body" idx="1"/>
          </p:nvPr>
        </p:nvSpPr>
        <p:spPr bwMode="auto">
          <a:xfrm>
            <a:off x="685800" y="4400550"/>
            <a:ext cx="5486400" cy="360045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
        <p:nvSpPr>
          <p:cNvPr id="58372"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F014BD7A-A539-4002-B534-231484ADD50A}" type="slidenum">
              <a:rPr lang="en-US" altLang="en-US" smtClean="0"/>
              <a:pPr/>
              <a:t>10</a:t>
            </a:fld>
            <a:endParaRPr lang="en-US" altLang="en-US"/>
          </a:p>
        </p:txBody>
      </p:sp>
    </p:spTree>
    <p:extLst>
      <p:ext uri="{BB962C8B-B14F-4D97-AF65-F5344CB8AC3E}">
        <p14:creationId xmlns:p14="http://schemas.microsoft.com/office/powerpoint/2010/main" val="1599329365"/>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cid:image002.jpg@01CD5B5F.D3AC7D50" TargetMode="External"/><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866442" y="1447801"/>
            <a:ext cx="6620968" cy="3329581"/>
          </a:xfrm>
        </p:spPr>
        <p:txBody>
          <a:bodyPr anchor="b"/>
          <a:lstStyle>
            <a:lvl1pPr>
              <a:defRPr sz="7200"/>
            </a:lvl1pPr>
          </a:lstStyle>
          <a:p>
            <a:r>
              <a:rPr lang="en-US"/>
              <a:t>Click to edit Master title style</a:t>
            </a:r>
            <a:endParaRPr lang="en-US" dirty="0"/>
          </a:p>
        </p:txBody>
      </p:sp>
      <p:sp>
        <p:nvSpPr>
          <p:cNvPr id="3" name="Subtitle 2"/>
          <p:cNvSpPr>
            <a:spLocks noGrp="1"/>
          </p:cNvSpPr>
          <p:nvPr>
            <p:ph type="subTitle" idx="1"/>
          </p:nvPr>
        </p:nvSpPr>
        <p:spPr>
          <a:xfrm>
            <a:off x="866442" y="4777380"/>
            <a:ext cx="6620968" cy="861420"/>
          </a:xfrm>
        </p:spPr>
        <p:txBody>
          <a:bodyPr anchor="t"/>
          <a:lstStyle>
            <a:lvl1pPr marL="0" indent="0" algn="l">
              <a:buNone/>
              <a:defRPr cap="all">
                <a:solidFill>
                  <a:schemeClr val="bg2">
                    <a:lumMod val="40000"/>
                    <a:lumOff val="6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pPr>
              <a:defRPr/>
            </a:pPr>
            <a:endParaRPr lang="en-US" altLang="en-US"/>
          </a:p>
        </p:txBody>
      </p:sp>
      <p:sp>
        <p:nvSpPr>
          <p:cNvPr id="5" name="Footer Placeholder 4"/>
          <p:cNvSpPr>
            <a:spLocks noGrp="1"/>
          </p:cNvSpPr>
          <p:nvPr>
            <p:ph type="ftr" sz="quarter" idx="11"/>
          </p:nvPr>
        </p:nvSpPr>
        <p:spPr/>
        <p:txBody>
          <a:bodyPr/>
          <a:lstStyle/>
          <a:p>
            <a:pPr>
              <a:defRPr/>
            </a:pPr>
            <a:endParaRPr lang="en-US" altLang="en-US"/>
          </a:p>
        </p:txBody>
      </p:sp>
      <p:sp>
        <p:nvSpPr>
          <p:cNvPr id="6" name="Slide Number Placeholder 5"/>
          <p:cNvSpPr>
            <a:spLocks noGrp="1"/>
          </p:cNvSpPr>
          <p:nvPr>
            <p:ph type="sldNum" sz="quarter" idx="12"/>
          </p:nvPr>
        </p:nvSpPr>
        <p:spPr/>
        <p:txBody>
          <a:bodyPr/>
          <a:lstStyle/>
          <a:p>
            <a:pPr>
              <a:defRPr/>
            </a:pPr>
            <a:r>
              <a:rPr lang="en-US"/>
              <a:t>Copyright© 2012 NYP, Singapore.</a:t>
            </a:r>
          </a:p>
          <a:p>
            <a:pPr>
              <a:defRPr/>
            </a:pPr>
            <a:r>
              <a:rPr lang="en-US"/>
              <a:t> All rights reserved. </a:t>
            </a:r>
          </a:p>
        </p:txBody>
      </p:sp>
      <p:pic>
        <p:nvPicPr>
          <p:cNvPr id="7" name="Picture 6" descr="cid:image002.jpg@01CD5B5F.D3AC7D50"/>
          <p:cNvPicPr>
            <a:picLocks noChangeAspect="1" noChangeArrowheads="1"/>
          </p:cNvPicPr>
          <p:nvPr userDrawn="1"/>
        </p:nvPicPr>
        <p:blipFill>
          <a:blip r:embed="rId2" r:link="rId3">
            <a:extLst>
              <a:ext uri="{28A0092B-C50C-407E-A947-70E740481C1C}">
                <a14:useLocalDpi xmlns:a14="http://schemas.microsoft.com/office/drawing/2010/main" val="0"/>
              </a:ext>
            </a:extLst>
          </a:blip>
          <a:srcRect/>
          <a:stretch>
            <a:fillRect/>
          </a:stretch>
        </p:blipFill>
        <p:spPr bwMode="auto">
          <a:xfrm>
            <a:off x="7610475" y="0"/>
            <a:ext cx="1533525" cy="449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01044099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3"/>
          <p:cNvSpPr>
            <a:spLocks noGrp="1"/>
          </p:cNvSpPr>
          <p:nvPr>
            <p:ph type="dt" sz="half" idx="10"/>
          </p:nvPr>
        </p:nvSpPr>
        <p:spPr/>
        <p:txBody>
          <a:bodyPr/>
          <a:lstStyle/>
          <a:p>
            <a:pPr>
              <a:defRPr/>
            </a:pPr>
            <a:endParaRPr lang="en-US" altLang="en-US"/>
          </a:p>
        </p:txBody>
      </p:sp>
      <p:sp>
        <p:nvSpPr>
          <p:cNvPr id="5" name="Footer Placeholder 4"/>
          <p:cNvSpPr>
            <a:spLocks noGrp="1"/>
          </p:cNvSpPr>
          <p:nvPr>
            <p:ph type="ftr" sz="quarter" idx="11"/>
          </p:nvPr>
        </p:nvSpPr>
        <p:spPr/>
        <p:txBody>
          <a:bodyPr/>
          <a:lstStyle/>
          <a:p>
            <a:pPr>
              <a:defRPr/>
            </a:pPr>
            <a:endParaRPr lang="en-US" altLang="en-US"/>
          </a:p>
        </p:txBody>
      </p:sp>
      <p:sp>
        <p:nvSpPr>
          <p:cNvPr id="6" name="Slide Number Placeholder 5"/>
          <p:cNvSpPr>
            <a:spLocks noGrp="1"/>
          </p:cNvSpPr>
          <p:nvPr>
            <p:ph type="sldNum" sz="quarter" idx="12"/>
          </p:nvPr>
        </p:nvSpPr>
        <p:spPr/>
        <p:txBody>
          <a:bodyPr/>
          <a:lstStyle/>
          <a:p>
            <a:pPr>
              <a:defRPr/>
            </a:pPr>
            <a:r>
              <a:rPr lang="en-US" sz="1000"/>
              <a:t>Copyright© 2012 NYP, Singapore.</a:t>
            </a:r>
          </a:p>
          <a:p>
            <a:pPr>
              <a:defRPr/>
            </a:pPr>
            <a:r>
              <a:rPr lang="en-US"/>
              <a:t> All rights reserved. </a:t>
            </a:r>
            <a:endParaRPr lang="en-US" dirty="0"/>
          </a:p>
        </p:txBody>
      </p:sp>
    </p:spTree>
    <p:extLst>
      <p:ext uri="{BB962C8B-B14F-4D97-AF65-F5344CB8AC3E}">
        <p14:creationId xmlns:p14="http://schemas.microsoft.com/office/powerpoint/2010/main" val="202297684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66443" y="2861734"/>
            <a:ext cx="6620967" cy="1915647"/>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866442" y="4777381"/>
            <a:ext cx="6620968" cy="860400"/>
          </a:xfrm>
        </p:spPr>
        <p:txBody>
          <a:bodyPr anchor="t"/>
          <a:lstStyle>
            <a:lvl1pPr marL="0" indent="0" algn="l">
              <a:buNone/>
              <a:defRPr sz="2000" cap="all">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pPr>
              <a:defRPr/>
            </a:pPr>
            <a:endParaRPr lang="en-US" altLang="en-US"/>
          </a:p>
        </p:txBody>
      </p:sp>
      <p:sp>
        <p:nvSpPr>
          <p:cNvPr id="5" name="Footer Placeholder 4"/>
          <p:cNvSpPr>
            <a:spLocks noGrp="1"/>
          </p:cNvSpPr>
          <p:nvPr>
            <p:ph type="ftr" sz="quarter" idx="11"/>
          </p:nvPr>
        </p:nvSpPr>
        <p:spPr/>
        <p:txBody>
          <a:bodyPr/>
          <a:lstStyle/>
          <a:p>
            <a:pPr>
              <a:defRPr/>
            </a:pPr>
            <a:endParaRPr lang="en-US" altLang="en-US"/>
          </a:p>
        </p:txBody>
      </p:sp>
      <p:sp>
        <p:nvSpPr>
          <p:cNvPr id="6" name="Slide Number Placeholder 5"/>
          <p:cNvSpPr>
            <a:spLocks noGrp="1"/>
          </p:cNvSpPr>
          <p:nvPr>
            <p:ph type="sldNum" sz="quarter" idx="12"/>
          </p:nvPr>
        </p:nvSpPr>
        <p:spPr/>
        <p:txBody>
          <a:bodyPr/>
          <a:lstStyle/>
          <a:p>
            <a:pPr>
              <a:defRPr/>
            </a:pPr>
            <a:r>
              <a:rPr lang="en-US" altLang="en-US" sz="1100"/>
              <a:t>Copyright© 2012 NYP Singapore.</a:t>
            </a:r>
          </a:p>
          <a:p>
            <a:pPr>
              <a:defRPr/>
            </a:pPr>
            <a:r>
              <a:rPr lang="en-US" altLang="en-US"/>
              <a:t> All rights reserved. </a:t>
            </a:r>
          </a:p>
          <a:p>
            <a:pPr>
              <a:defRPr/>
            </a:pPr>
            <a:endParaRPr lang="es-ES" altLang="en-US" sz="800"/>
          </a:p>
        </p:txBody>
      </p:sp>
    </p:spTree>
    <p:extLst>
      <p:ext uri="{BB962C8B-B14F-4D97-AF65-F5344CB8AC3E}">
        <p14:creationId xmlns:p14="http://schemas.microsoft.com/office/powerpoint/2010/main" val="287863989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27700" y="2060576"/>
            <a:ext cx="3298113"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241975" y="2056093"/>
            <a:ext cx="3298115"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pPr>
              <a:defRPr/>
            </a:pPr>
            <a:endParaRPr lang="en-US" altLang="en-US"/>
          </a:p>
        </p:txBody>
      </p:sp>
      <p:sp>
        <p:nvSpPr>
          <p:cNvPr id="6" name="Footer Placeholder 5"/>
          <p:cNvSpPr>
            <a:spLocks noGrp="1"/>
          </p:cNvSpPr>
          <p:nvPr>
            <p:ph type="ftr" sz="quarter" idx="11"/>
          </p:nvPr>
        </p:nvSpPr>
        <p:spPr/>
        <p:txBody>
          <a:bodyPr/>
          <a:lstStyle/>
          <a:p>
            <a:pPr>
              <a:defRPr/>
            </a:pPr>
            <a:r>
              <a:rPr lang="en-US" altLang="en-US"/>
              <a:t>Copyright© 2012 NYP, Singapore.</a:t>
            </a:r>
          </a:p>
          <a:p>
            <a:pPr>
              <a:defRPr/>
            </a:pPr>
            <a:r>
              <a:rPr lang="en-US" altLang="en-US" sz="1000"/>
              <a:t> All rights reserved. </a:t>
            </a:r>
          </a:p>
          <a:p>
            <a:pPr>
              <a:defRPr/>
            </a:pPr>
            <a:endParaRPr lang="es-ES" altLang="en-US" sz="1000"/>
          </a:p>
        </p:txBody>
      </p:sp>
      <p:sp>
        <p:nvSpPr>
          <p:cNvPr id="7" name="Slide Number Placeholder 6"/>
          <p:cNvSpPr>
            <a:spLocks noGrp="1"/>
          </p:cNvSpPr>
          <p:nvPr>
            <p:ph type="sldNum" sz="quarter" idx="12"/>
          </p:nvPr>
        </p:nvSpPr>
        <p:spPr/>
        <p:txBody>
          <a:bodyPr/>
          <a:lstStyle/>
          <a:p>
            <a:pPr>
              <a:defRPr/>
            </a:pPr>
            <a:fld id="{9FFE521F-38CA-4356-BE6B-6C538888B05A}" type="slidenum">
              <a:rPr lang="es-ES" altLang="en-US" smtClean="0"/>
              <a:pPr>
                <a:defRPr/>
              </a:pPr>
              <a:t>‹#›</a:t>
            </a:fld>
            <a:endParaRPr lang="es-ES" altLang="en-US"/>
          </a:p>
        </p:txBody>
      </p:sp>
    </p:spTree>
    <p:extLst>
      <p:ext uri="{BB962C8B-B14F-4D97-AF65-F5344CB8AC3E}">
        <p14:creationId xmlns:p14="http://schemas.microsoft.com/office/powerpoint/2010/main" val="10147705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827700" y="1905000"/>
            <a:ext cx="3298112"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27700" y="2514600"/>
            <a:ext cx="3298113"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241976" y="1905000"/>
            <a:ext cx="3298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241976" y="2514600"/>
            <a:ext cx="3298113"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pPr>
              <a:defRPr/>
            </a:pPr>
            <a:endParaRPr lang="en-US" altLang="en-US"/>
          </a:p>
        </p:txBody>
      </p:sp>
      <p:sp>
        <p:nvSpPr>
          <p:cNvPr id="8" name="Footer Placeholder 7"/>
          <p:cNvSpPr>
            <a:spLocks noGrp="1"/>
          </p:cNvSpPr>
          <p:nvPr>
            <p:ph type="ftr" sz="quarter" idx="11"/>
          </p:nvPr>
        </p:nvSpPr>
        <p:spPr/>
        <p:txBody>
          <a:bodyPr/>
          <a:lstStyle/>
          <a:p>
            <a:pPr>
              <a:defRPr/>
            </a:pPr>
            <a:r>
              <a:rPr lang="en-US" altLang="en-US"/>
              <a:t>Copyright© 2012 NYP, Singapore.</a:t>
            </a:r>
          </a:p>
          <a:p>
            <a:pPr>
              <a:defRPr/>
            </a:pPr>
            <a:r>
              <a:rPr lang="en-US" altLang="en-US" sz="1000"/>
              <a:t> All rights reserved. </a:t>
            </a:r>
          </a:p>
          <a:p>
            <a:pPr>
              <a:defRPr/>
            </a:pPr>
            <a:endParaRPr lang="es-ES" altLang="en-US" sz="1000"/>
          </a:p>
        </p:txBody>
      </p:sp>
      <p:sp>
        <p:nvSpPr>
          <p:cNvPr id="9" name="Slide Number Placeholder 8"/>
          <p:cNvSpPr>
            <a:spLocks noGrp="1"/>
          </p:cNvSpPr>
          <p:nvPr>
            <p:ph type="sldNum" sz="quarter" idx="12"/>
          </p:nvPr>
        </p:nvSpPr>
        <p:spPr/>
        <p:txBody>
          <a:bodyPr/>
          <a:lstStyle/>
          <a:p>
            <a:pPr>
              <a:defRPr/>
            </a:pPr>
            <a:fld id="{9FFE521F-38CA-4356-BE6B-6C538888B05A}" type="slidenum">
              <a:rPr lang="es-ES" altLang="en-US" smtClean="0"/>
              <a:pPr>
                <a:defRPr/>
              </a:pPr>
              <a:t>‹#›</a:t>
            </a:fld>
            <a:endParaRPr lang="es-ES" altLang="en-US"/>
          </a:p>
        </p:txBody>
      </p:sp>
    </p:spTree>
    <p:extLst>
      <p:ext uri="{BB962C8B-B14F-4D97-AF65-F5344CB8AC3E}">
        <p14:creationId xmlns:p14="http://schemas.microsoft.com/office/powerpoint/2010/main" val="232725151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7" name="Date Placeholder 2"/>
          <p:cNvSpPr>
            <a:spLocks noGrp="1"/>
          </p:cNvSpPr>
          <p:nvPr>
            <p:ph type="dt" sz="half" idx="10"/>
          </p:nvPr>
        </p:nvSpPr>
        <p:spPr/>
        <p:txBody>
          <a:bodyPr/>
          <a:lstStyle/>
          <a:p>
            <a:pPr>
              <a:defRPr/>
            </a:pPr>
            <a:endParaRPr lang="en-US" altLang="en-US"/>
          </a:p>
        </p:txBody>
      </p:sp>
      <p:sp>
        <p:nvSpPr>
          <p:cNvPr id="5" name="Footer Placeholder 3"/>
          <p:cNvSpPr>
            <a:spLocks noGrp="1"/>
          </p:cNvSpPr>
          <p:nvPr>
            <p:ph type="ftr" sz="quarter" idx="11"/>
          </p:nvPr>
        </p:nvSpPr>
        <p:spPr/>
        <p:txBody>
          <a:bodyPr/>
          <a:lstStyle/>
          <a:p>
            <a:pPr>
              <a:defRPr/>
            </a:pPr>
            <a:r>
              <a:rPr lang="en-US" altLang="en-US"/>
              <a:t>Copyright© 2012 NYP, Singapore.</a:t>
            </a:r>
          </a:p>
          <a:p>
            <a:pPr>
              <a:defRPr/>
            </a:pPr>
            <a:r>
              <a:rPr lang="en-US" altLang="en-US" sz="1000"/>
              <a:t> All rights reserved. </a:t>
            </a:r>
          </a:p>
          <a:p>
            <a:pPr>
              <a:defRPr/>
            </a:pPr>
            <a:endParaRPr lang="es-ES" altLang="en-US" sz="1000"/>
          </a:p>
        </p:txBody>
      </p:sp>
      <p:sp>
        <p:nvSpPr>
          <p:cNvPr id="6" name="Slide Number Placeholder 4"/>
          <p:cNvSpPr>
            <a:spLocks noGrp="1"/>
          </p:cNvSpPr>
          <p:nvPr>
            <p:ph type="sldNum" sz="quarter" idx="12"/>
          </p:nvPr>
        </p:nvSpPr>
        <p:spPr/>
        <p:txBody>
          <a:bodyPr/>
          <a:lstStyle/>
          <a:p>
            <a:pPr>
              <a:defRPr/>
            </a:pPr>
            <a:fld id="{9FFE521F-38CA-4356-BE6B-6C538888B05A}" type="slidenum">
              <a:rPr lang="es-ES" altLang="en-US" smtClean="0"/>
              <a:pPr>
                <a:defRPr/>
              </a:pPr>
              <a:t>‹#›</a:t>
            </a:fld>
            <a:endParaRPr lang="es-ES" altLang="en-US"/>
          </a:p>
        </p:txBody>
      </p:sp>
    </p:spTree>
    <p:extLst>
      <p:ext uri="{BB962C8B-B14F-4D97-AF65-F5344CB8AC3E}">
        <p14:creationId xmlns:p14="http://schemas.microsoft.com/office/powerpoint/2010/main" val="166479071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pPr>
              <a:defRPr/>
            </a:pPr>
            <a:endParaRPr lang="en-US" altLang="en-US"/>
          </a:p>
        </p:txBody>
      </p:sp>
      <p:sp>
        <p:nvSpPr>
          <p:cNvPr id="5" name="Footer Placeholder 2"/>
          <p:cNvSpPr>
            <a:spLocks noGrp="1"/>
          </p:cNvSpPr>
          <p:nvPr>
            <p:ph type="ftr" sz="quarter" idx="11"/>
          </p:nvPr>
        </p:nvSpPr>
        <p:spPr/>
        <p:txBody>
          <a:bodyPr/>
          <a:lstStyle/>
          <a:p>
            <a:pPr>
              <a:defRPr/>
            </a:pPr>
            <a:r>
              <a:rPr lang="en-US" altLang="en-US"/>
              <a:t>Copyright© 2012 NYP, Singapore.</a:t>
            </a:r>
          </a:p>
          <a:p>
            <a:pPr>
              <a:defRPr/>
            </a:pPr>
            <a:r>
              <a:rPr lang="en-US" altLang="en-US" sz="1000"/>
              <a:t> All rights reserved. </a:t>
            </a:r>
          </a:p>
          <a:p>
            <a:pPr>
              <a:defRPr/>
            </a:pPr>
            <a:endParaRPr lang="es-ES" altLang="en-US" sz="1000"/>
          </a:p>
        </p:txBody>
      </p:sp>
      <p:sp>
        <p:nvSpPr>
          <p:cNvPr id="6" name="Slide Number Placeholder 3"/>
          <p:cNvSpPr>
            <a:spLocks noGrp="1"/>
          </p:cNvSpPr>
          <p:nvPr>
            <p:ph type="sldNum" sz="quarter" idx="12"/>
          </p:nvPr>
        </p:nvSpPr>
        <p:spPr/>
        <p:txBody>
          <a:bodyPr/>
          <a:lstStyle/>
          <a:p>
            <a:pPr>
              <a:defRPr/>
            </a:pPr>
            <a:fld id="{9FFE521F-38CA-4356-BE6B-6C538888B05A}" type="slidenum">
              <a:rPr lang="es-ES" altLang="en-US" smtClean="0"/>
              <a:pPr>
                <a:defRPr/>
              </a:pPr>
              <a:t>‹#›</a:t>
            </a:fld>
            <a:endParaRPr lang="es-ES" altLang="en-US"/>
          </a:p>
        </p:txBody>
      </p:sp>
    </p:spTree>
    <p:extLst>
      <p:ext uri="{BB962C8B-B14F-4D97-AF65-F5344CB8AC3E}">
        <p14:creationId xmlns:p14="http://schemas.microsoft.com/office/powerpoint/2010/main" val="42731013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66441" y="1447800"/>
            <a:ext cx="2551462" cy="14478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3589397" y="1447800"/>
            <a:ext cx="3898013"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66441" y="3129281"/>
            <a:ext cx="2551462"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7" name="Date Placeholder 4"/>
          <p:cNvSpPr>
            <a:spLocks noGrp="1"/>
          </p:cNvSpPr>
          <p:nvPr>
            <p:ph type="dt" sz="half" idx="10"/>
          </p:nvPr>
        </p:nvSpPr>
        <p:spPr/>
        <p:txBody>
          <a:bodyPr/>
          <a:lstStyle/>
          <a:p>
            <a:pPr>
              <a:defRPr/>
            </a:pPr>
            <a:endParaRPr lang="en-US" altLang="en-US"/>
          </a:p>
        </p:txBody>
      </p:sp>
      <p:sp>
        <p:nvSpPr>
          <p:cNvPr id="5" name="Footer Placeholder 5"/>
          <p:cNvSpPr>
            <a:spLocks noGrp="1"/>
          </p:cNvSpPr>
          <p:nvPr>
            <p:ph type="ftr" sz="quarter" idx="11"/>
          </p:nvPr>
        </p:nvSpPr>
        <p:spPr/>
        <p:txBody>
          <a:bodyPr/>
          <a:lstStyle/>
          <a:p>
            <a:pPr>
              <a:defRPr/>
            </a:pPr>
            <a:r>
              <a:rPr lang="en-US" altLang="en-US"/>
              <a:t>Copyright© 2012 NYP, Singapore.</a:t>
            </a:r>
          </a:p>
          <a:p>
            <a:pPr>
              <a:defRPr/>
            </a:pPr>
            <a:r>
              <a:rPr lang="en-US" altLang="en-US" sz="1000"/>
              <a:t> All rights reserved. </a:t>
            </a:r>
          </a:p>
          <a:p>
            <a:pPr>
              <a:defRPr/>
            </a:pPr>
            <a:endParaRPr lang="es-ES" altLang="en-US" sz="1000"/>
          </a:p>
        </p:txBody>
      </p:sp>
      <p:sp>
        <p:nvSpPr>
          <p:cNvPr id="6" name="Slide Number Placeholder 6"/>
          <p:cNvSpPr>
            <a:spLocks noGrp="1"/>
          </p:cNvSpPr>
          <p:nvPr>
            <p:ph type="sldNum" sz="quarter" idx="12"/>
          </p:nvPr>
        </p:nvSpPr>
        <p:spPr/>
        <p:txBody>
          <a:bodyPr/>
          <a:lstStyle/>
          <a:p>
            <a:pPr>
              <a:defRPr/>
            </a:pPr>
            <a:fld id="{9FFE521F-38CA-4356-BE6B-6C538888B05A}" type="slidenum">
              <a:rPr lang="es-ES" altLang="en-US" smtClean="0"/>
              <a:pPr>
                <a:defRPr/>
              </a:pPr>
              <a:t>‹#›</a:t>
            </a:fld>
            <a:endParaRPr lang="es-ES" altLang="en-US"/>
          </a:p>
        </p:txBody>
      </p:sp>
    </p:spTree>
    <p:extLst>
      <p:ext uri="{BB962C8B-B14F-4D97-AF65-F5344CB8AC3E}">
        <p14:creationId xmlns:p14="http://schemas.microsoft.com/office/powerpoint/2010/main" val="52189441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65656" y="1854192"/>
            <a:ext cx="3820674" cy="1574808"/>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5213517" y="1143000"/>
            <a:ext cx="2400925"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866441" y="3657600"/>
            <a:ext cx="3814728"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pPr>
              <a:defRPr/>
            </a:pPr>
            <a:endParaRPr lang="en-US" altLang="en-US"/>
          </a:p>
        </p:txBody>
      </p:sp>
      <p:sp>
        <p:nvSpPr>
          <p:cNvPr id="6" name="Footer Placeholder 5"/>
          <p:cNvSpPr>
            <a:spLocks noGrp="1"/>
          </p:cNvSpPr>
          <p:nvPr>
            <p:ph type="ftr" sz="quarter" idx="11"/>
          </p:nvPr>
        </p:nvSpPr>
        <p:spPr/>
        <p:txBody>
          <a:bodyPr/>
          <a:lstStyle/>
          <a:p>
            <a:pPr>
              <a:defRPr/>
            </a:pPr>
            <a:r>
              <a:rPr lang="en-US" altLang="en-US"/>
              <a:t>Copyright© 2012 NYP, Singapore.</a:t>
            </a:r>
          </a:p>
          <a:p>
            <a:pPr>
              <a:defRPr/>
            </a:pPr>
            <a:r>
              <a:rPr lang="en-US" altLang="en-US" sz="1000"/>
              <a:t> All rights reserved. </a:t>
            </a:r>
          </a:p>
          <a:p>
            <a:pPr>
              <a:defRPr/>
            </a:pPr>
            <a:endParaRPr lang="es-ES" altLang="en-US" sz="1000"/>
          </a:p>
        </p:txBody>
      </p:sp>
      <p:sp>
        <p:nvSpPr>
          <p:cNvPr id="7" name="Slide Number Placeholder 6"/>
          <p:cNvSpPr>
            <a:spLocks noGrp="1"/>
          </p:cNvSpPr>
          <p:nvPr>
            <p:ph type="sldNum" sz="quarter" idx="12"/>
          </p:nvPr>
        </p:nvSpPr>
        <p:spPr/>
        <p:txBody>
          <a:bodyPr/>
          <a:lstStyle/>
          <a:p>
            <a:pPr>
              <a:defRPr/>
            </a:pPr>
            <a:fld id="{9FFE521F-38CA-4356-BE6B-6C538888B05A}" type="slidenum">
              <a:rPr lang="es-ES" altLang="en-US" smtClean="0"/>
              <a:pPr>
                <a:defRPr/>
              </a:pPr>
              <a:t>‹#›</a:t>
            </a:fld>
            <a:endParaRPr lang="es-ES" altLang="en-US"/>
          </a:p>
        </p:txBody>
      </p:sp>
    </p:spTree>
    <p:extLst>
      <p:ext uri="{BB962C8B-B14F-4D97-AF65-F5344CB8AC3E}">
        <p14:creationId xmlns:p14="http://schemas.microsoft.com/office/powerpoint/2010/main" val="160931431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66443" y="4800587"/>
            <a:ext cx="66209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866442" y="685800"/>
            <a:ext cx="662096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866443" y="5367325"/>
            <a:ext cx="662096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pPr>
              <a:defRPr/>
            </a:pPr>
            <a:endParaRPr lang="en-US" altLang="en-US"/>
          </a:p>
        </p:txBody>
      </p:sp>
      <p:sp>
        <p:nvSpPr>
          <p:cNvPr id="6" name="Footer Placeholder 5"/>
          <p:cNvSpPr>
            <a:spLocks noGrp="1"/>
          </p:cNvSpPr>
          <p:nvPr>
            <p:ph type="ftr" sz="quarter" idx="11"/>
          </p:nvPr>
        </p:nvSpPr>
        <p:spPr/>
        <p:txBody>
          <a:bodyPr/>
          <a:lstStyle/>
          <a:p>
            <a:pPr>
              <a:defRPr/>
            </a:pPr>
            <a:r>
              <a:rPr lang="en-US" altLang="en-US"/>
              <a:t>Copyright© 2012 NYP, Singapore.</a:t>
            </a:r>
          </a:p>
          <a:p>
            <a:pPr>
              <a:defRPr/>
            </a:pPr>
            <a:r>
              <a:rPr lang="en-US" altLang="en-US" sz="1000"/>
              <a:t> All rights reserved. </a:t>
            </a:r>
          </a:p>
          <a:p>
            <a:pPr>
              <a:defRPr/>
            </a:pPr>
            <a:endParaRPr lang="es-ES" altLang="en-US" sz="1000"/>
          </a:p>
        </p:txBody>
      </p:sp>
      <p:sp>
        <p:nvSpPr>
          <p:cNvPr id="7" name="Slide Number Placeholder 6"/>
          <p:cNvSpPr>
            <a:spLocks noGrp="1"/>
          </p:cNvSpPr>
          <p:nvPr>
            <p:ph type="sldNum" sz="quarter" idx="12"/>
          </p:nvPr>
        </p:nvSpPr>
        <p:spPr/>
        <p:txBody>
          <a:bodyPr/>
          <a:lstStyle/>
          <a:p>
            <a:pPr>
              <a:defRPr/>
            </a:pPr>
            <a:fld id="{9FFE521F-38CA-4356-BE6B-6C538888B05A}" type="slidenum">
              <a:rPr lang="es-ES" altLang="en-US" smtClean="0"/>
              <a:pPr>
                <a:defRPr/>
              </a:pPr>
              <a:t>‹#›</a:t>
            </a:fld>
            <a:endParaRPr lang="es-ES" altLang="en-US"/>
          </a:p>
        </p:txBody>
      </p:sp>
    </p:spTree>
    <p:extLst>
      <p:ext uri="{BB962C8B-B14F-4D97-AF65-F5344CB8AC3E}">
        <p14:creationId xmlns:p14="http://schemas.microsoft.com/office/powerpoint/2010/main" val="155669611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866442" y="1447800"/>
            <a:ext cx="6620968" cy="1981200"/>
          </a:xfrm>
        </p:spPr>
        <p:txBody>
          <a:bodyPr/>
          <a:lstStyle>
            <a:lvl1pPr>
              <a:defRPr sz="4800"/>
            </a:lvl1pPr>
          </a:lstStyle>
          <a:p>
            <a:r>
              <a:rPr lang="en-US"/>
              <a:t>Click to edit Master title style</a:t>
            </a:r>
            <a:endParaRPr lang="en-US" dirty="0"/>
          </a:p>
        </p:txBody>
      </p:sp>
      <p:sp>
        <p:nvSpPr>
          <p:cNvPr id="8" name="Text Placeholder 3"/>
          <p:cNvSpPr>
            <a:spLocks noGrp="1"/>
          </p:cNvSpPr>
          <p:nvPr>
            <p:ph type="body" sz="half" idx="2"/>
          </p:nvPr>
        </p:nvSpPr>
        <p:spPr>
          <a:xfrm>
            <a:off x="866442" y="3657600"/>
            <a:ext cx="6620968"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pPr>
              <a:defRPr/>
            </a:pPr>
            <a:endParaRPr lang="en-US" altLang="en-US"/>
          </a:p>
        </p:txBody>
      </p:sp>
      <p:sp>
        <p:nvSpPr>
          <p:cNvPr id="5" name="Footer Placeholder 4"/>
          <p:cNvSpPr>
            <a:spLocks noGrp="1"/>
          </p:cNvSpPr>
          <p:nvPr>
            <p:ph type="ftr" sz="quarter" idx="11"/>
          </p:nvPr>
        </p:nvSpPr>
        <p:spPr/>
        <p:txBody>
          <a:bodyPr/>
          <a:lstStyle/>
          <a:p>
            <a:pPr>
              <a:defRPr/>
            </a:pPr>
            <a:r>
              <a:rPr lang="en-US" altLang="en-US"/>
              <a:t>Copyright© 2012 NYP, Singapore.</a:t>
            </a:r>
          </a:p>
          <a:p>
            <a:pPr>
              <a:defRPr/>
            </a:pPr>
            <a:r>
              <a:rPr lang="en-US" altLang="en-US" sz="1000"/>
              <a:t> All rights reserved. </a:t>
            </a:r>
          </a:p>
          <a:p>
            <a:pPr>
              <a:defRPr/>
            </a:pPr>
            <a:endParaRPr lang="es-ES" altLang="en-US" sz="1000"/>
          </a:p>
        </p:txBody>
      </p:sp>
      <p:sp>
        <p:nvSpPr>
          <p:cNvPr id="6" name="Slide Number Placeholder 5"/>
          <p:cNvSpPr>
            <a:spLocks noGrp="1"/>
          </p:cNvSpPr>
          <p:nvPr>
            <p:ph type="sldNum" sz="quarter" idx="12"/>
          </p:nvPr>
        </p:nvSpPr>
        <p:spPr/>
        <p:txBody>
          <a:bodyPr/>
          <a:lstStyle/>
          <a:p>
            <a:pPr>
              <a:defRPr/>
            </a:pPr>
            <a:fld id="{9FFE521F-38CA-4356-BE6B-6C538888B05A}" type="slidenum">
              <a:rPr lang="es-ES" altLang="en-US" smtClean="0"/>
              <a:pPr>
                <a:defRPr/>
              </a:pPr>
              <a:t>‹#›</a:t>
            </a:fld>
            <a:endParaRPr lang="es-ES" altLang="en-US"/>
          </a:p>
        </p:txBody>
      </p:sp>
    </p:spTree>
    <p:extLst>
      <p:ext uri="{BB962C8B-B14F-4D97-AF65-F5344CB8AC3E}">
        <p14:creationId xmlns:p14="http://schemas.microsoft.com/office/powerpoint/2010/main" val="377752821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81409" y="1447800"/>
            <a:ext cx="6001049" cy="2323374"/>
          </a:xfrm>
        </p:spPr>
        <p:txBody>
          <a:bodyPr/>
          <a:lstStyle>
            <a:lvl1pPr>
              <a:defRPr sz="4800"/>
            </a:lvl1pPr>
          </a:lstStyle>
          <a:p>
            <a:r>
              <a:rPr lang="en-US"/>
              <a:t>Click to edit Master title style</a:t>
            </a:r>
            <a:endParaRPr lang="en-US" dirty="0"/>
          </a:p>
        </p:txBody>
      </p:sp>
      <p:sp>
        <p:nvSpPr>
          <p:cNvPr id="11" name="Text Placeholder 3"/>
          <p:cNvSpPr>
            <a:spLocks noGrp="1"/>
          </p:cNvSpPr>
          <p:nvPr>
            <p:ph type="body" sz="half" idx="14"/>
          </p:nvPr>
        </p:nvSpPr>
        <p:spPr>
          <a:xfrm>
            <a:off x="1448177" y="3771174"/>
            <a:ext cx="5461159" cy="342174"/>
          </a:xfrm>
        </p:spPr>
        <p:txBody>
          <a:bodyPr vert="horz" lIns="91440" tIns="45720" rIns="91440" bIns="45720" rtlCol="0" anchor="t">
            <a:normAutofit/>
          </a:bodyPr>
          <a:lstStyle>
            <a:lvl1pPr marL="0" indent="0">
              <a:buNone/>
              <a:defRPr lang="en-US" sz="1400" b="0" i="0" kern="1200" cap="small" dirty="0">
                <a:solidFill>
                  <a:schemeClr val="bg2">
                    <a:lumMod val="40000"/>
                    <a:lumOff val="60000"/>
                  </a:schemeClr>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lvl="0" indent="0">
              <a:buNone/>
            </a:pPr>
            <a:r>
              <a:rPr lang="en-US"/>
              <a:t>Click to edit Master text styles</a:t>
            </a:r>
          </a:p>
        </p:txBody>
      </p:sp>
      <p:sp>
        <p:nvSpPr>
          <p:cNvPr id="10" name="Text Placeholder 3"/>
          <p:cNvSpPr>
            <a:spLocks noGrp="1"/>
          </p:cNvSpPr>
          <p:nvPr>
            <p:ph type="body" sz="half" idx="2"/>
          </p:nvPr>
        </p:nvSpPr>
        <p:spPr>
          <a:xfrm>
            <a:off x="866442" y="4350657"/>
            <a:ext cx="6620968"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pPr>
              <a:defRPr/>
            </a:pPr>
            <a:endParaRPr lang="en-US" altLang="en-US"/>
          </a:p>
        </p:txBody>
      </p:sp>
      <p:sp>
        <p:nvSpPr>
          <p:cNvPr id="5" name="Footer Placeholder 4"/>
          <p:cNvSpPr>
            <a:spLocks noGrp="1"/>
          </p:cNvSpPr>
          <p:nvPr>
            <p:ph type="ftr" sz="quarter" idx="11"/>
          </p:nvPr>
        </p:nvSpPr>
        <p:spPr/>
        <p:txBody>
          <a:bodyPr/>
          <a:lstStyle/>
          <a:p>
            <a:pPr>
              <a:defRPr/>
            </a:pPr>
            <a:r>
              <a:rPr lang="en-US" altLang="en-US"/>
              <a:t>Copyright© 2012 NYP, Singapore.</a:t>
            </a:r>
          </a:p>
          <a:p>
            <a:pPr>
              <a:defRPr/>
            </a:pPr>
            <a:r>
              <a:rPr lang="en-US" altLang="en-US" sz="1000"/>
              <a:t> All rights reserved. </a:t>
            </a:r>
          </a:p>
          <a:p>
            <a:pPr>
              <a:defRPr/>
            </a:pPr>
            <a:endParaRPr lang="es-ES" altLang="en-US" sz="1000"/>
          </a:p>
        </p:txBody>
      </p:sp>
      <p:sp>
        <p:nvSpPr>
          <p:cNvPr id="6" name="Slide Number Placeholder 5"/>
          <p:cNvSpPr>
            <a:spLocks noGrp="1"/>
          </p:cNvSpPr>
          <p:nvPr>
            <p:ph type="sldNum" sz="quarter" idx="12"/>
          </p:nvPr>
        </p:nvSpPr>
        <p:spPr/>
        <p:txBody>
          <a:bodyPr/>
          <a:lstStyle/>
          <a:p>
            <a:pPr>
              <a:defRPr/>
            </a:pPr>
            <a:fld id="{9FFE521F-38CA-4356-BE6B-6C538888B05A}" type="slidenum">
              <a:rPr lang="es-ES" altLang="en-US" smtClean="0"/>
              <a:pPr>
                <a:defRPr/>
              </a:pPr>
              <a:t>‹#›</a:t>
            </a:fld>
            <a:endParaRPr lang="es-ES" altLang="en-US"/>
          </a:p>
        </p:txBody>
      </p:sp>
      <p:sp>
        <p:nvSpPr>
          <p:cNvPr id="12" name="TextBox 11"/>
          <p:cNvSpPr txBox="1"/>
          <p:nvPr/>
        </p:nvSpPr>
        <p:spPr>
          <a:xfrm>
            <a:off x="673897" y="971253"/>
            <a:ext cx="601591"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sz="12200" dirty="0"/>
              <a:t>“</a:t>
            </a:r>
          </a:p>
        </p:txBody>
      </p:sp>
      <p:sp>
        <p:nvSpPr>
          <p:cNvPr id="15" name="TextBox 14"/>
          <p:cNvSpPr txBox="1"/>
          <p:nvPr/>
        </p:nvSpPr>
        <p:spPr>
          <a:xfrm>
            <a:off x="6999690" y="2613787"/>
            <a:ext cx="601591"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sz="12200" dirty="0"/>
              <a:t>”</a:t>
            </a:r>
          </a:p>
        </p:txBody>
      </p:sp>
    </p:spTree>
    <p:extLst>
      <p:ext uri="{BB962C8B-B14F-4D97-AF65-F5344CB8AC3E}">
        <p14:creationId xmlns:p14="http://schemas.microsoft.com/office/powerpoint/2010/main" val="156501094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866441" y="3124201"/>
            <a:ext cx="6620969" cy="165318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866442" y="4777381"/>
            <a:ext cx="6620968" cy="860400"/>
          </a:xfrm>
        </p:spPr>
        <p:txBody>
          <a:bodyPr anchor="t"/>
          <a:lstStyle>
            <a:lvl1pPr marL="0" indent="0" algn="l">
              <a:buNone/>
              <a:defRPr sz="2000" cap="none">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pPr>
              <a:defRPr/>
            </a:pPr>
            <a:endParaRPr lang="en-US" altLang="en-US"/>
          </a:p>
        </p:txBody>
      </p:sp>
      <p:sp>
        <p:nvSpPr>
          <p:cNvPr id="5" name="Footer Placeholder 4"/>
          <p:cNvSpPr>
            <a:spLocks noGrp="1"/>
          </p:cNvSpPr>
          <p:nvPr>
            <p:ph type="ftr" sz="quarter" idx="11"/>
          </p:nvPr>
        </p:nvSpPr>
        <p:spPr/>
        <p:txBody>
          <a:bodyPr/>
          <a:lstStyle/>
          <a:p>
            <a:pPr>
              <a:defRPr/>
            </a:pPr>
            <a:r>
              <a:rPr lang="en-US" altLang="en-US"/>
              <a:t>Copyright© 2012 NYP, Singapore.</a:t>
            </a:r>
          </a:p>
          <a:p>
            <a:pPr>
              <a:defRPr/>
            </a:pPr>
            <a:r>
              <a:rPr lang="en-US" altLang="en-US" sz="1000"/>
              <a:t> All rights reserved. </a:t>
            </a:r>
          </a:p>
          <a:p>
            <a:pPr>
              <a:defRPr/>
            </a:pPr>
            <a:endParaRPr lang="es-ES" altLang="en-US" sz="1000"/>
          </a:p>
        </p:txBody>
      </p:sp>
      <p:sp>
        <p:nvSpPr>
          <p:cNvPr id="6" name="Slide Number Placeholder 5"/>
          <p:cNvSpPr>
            <a:spLocks noGrp="1"/>
          </p:cNvSpPr>
          <p:nvPr>
            <p:ph type="sldNum" sz="quarter" idx="12"/>
          </p:nvPr>
        </p:nvSpPr>
        <p:spPr/>
        <p:txBody>
          <a:bodyPr/>
          <a:lstStyle/>
          <a:p>
            <a:pPr>
              <a:defRPr/>
            </a:pPr>
            <a:fld id="{9FFE521F-38CA-4356-BE6B-6C538888B05A}" type="slidenum">
              <a:rPr lang="es-ES" altLang="en-US" smtClean="0"/>
              <a:pPr>
                <a:defRPr/>
              </a:pPr>
              <a:t>‹#›</a:t>
            </a:fld>
            <a:endParaRPr lang="es-ES" altLang="en-US"/>
          </a:p>
        </p:txBody>
      </p:sp>
    </p:spTree>
    <p:extLst>
      <p:ext uri="{BB962C8B-B14F-4D97-AF65-F5344CB8AC3E}">
        <p14:creationId xmlns:p14="http://schemas.microsoft.com/office/powerpoint/2010/main" val="85283866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474834" y="1981200"/>
            <a:ext cx="2210725"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489475" y="2667000"/>
            <a:ext cx="219608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2913504" y="1981200"/>
            <a:ext cx="2202754"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2905586" y="2667000"/>
            <a:ext cx="2210671"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5344917" y="1981200"/>
            <a:ext cx="2199658"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5344917" y="2667000"/>
            <a:ext cx="2199658"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2795334"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5223030"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pPr>
              <a:defRPr/>
            </a:pPr>
            <a:endParaRPr lang="en-US" altLang="en-US"/>
          </a:p>
        </p:txBody>
      </p:sp>
      <p:sp>
        <p:nvSpPr>
          <p:cNvPr id="4" name="Footer Placeholder 4"/>
          <p:cNvSpPr>
            <a:spLocks noGrp="1"/>
          </p:cNvSpPr>
          <p:nvPr>
            <p:ph type="ftr" sz="quarter" idx="11"/>
          </p:nvPr>
        </p:nvSpPr>
        <p:spPr/>
        <p:txBody>
          <a:bodyPr/>
          <a:lstStyle/>
          <a:p>
            <a:pPr>
              <a:defRPr/>
            </a:pPr>
            <a:r>
              <a:rPr lang="en-US" altLang="en-US"/>
              <a:t>Copyright© 2012 NYP, Singapore.</a:t>
            </a:r>
          </a:p>
          <a:p>
            <a:pPr>
              <a:defRPr/>
            </a:pPr>
            <a:r>
              <a:rPr lang="en-US" altLang="en-US" sz="1000"/>
              <a:t> All rights reserved. </a:t>
            </a:r>
          </a:p>
          <a:p>
            <a:pPr>
              <a:defRPr/>
            </a:pPr>
            <a:endParaRPr lang="es-ES" altLang="en-US" sz="1000"/>
          </a:p>
        </p:txBody>
      </p:sp>
      <p:sp>
        <p:nvSpPr>
          <p:cNvPr id="6" name="Slide Number Placeholder 5"/>
          <p:cNvSpPr>
            <a:spLocks noGrp="1"/>
          </p:cNvSpPr>
          <p:nvPr>
            <p:ph type="sldNum" sz="quarter" idx="12"/>
          </p:nvPr>
        </p:nvSpPr>
        <p:spPr/>
        <p:txBody>
          <a:bodyPr/>
          <a:lstStyle/>
          <a:p>
            <a:pPr>
              <a:defRPr/>
            </a:pPr>
            <a:fld id="{9FFE521F-38CA-4356-BE6B-6C538888B05A}" type="slidenum">
              <a:rPr lang="es-ES" altLang="en-US" smtClean="0"/>
              <a:pPr>
                <a:defRPr/>
              </a:pPr>
              <a:t>‹#›</a:t>
            </a:fld>
            <a:endParaRPr lang="es-ES" altLang="en-US"/>
          </a:p>
        </p:txBody>
      </p:sp>
    </p:spTree>
    <p:extLst>
      <p:ext uri="{BB962C8B-B14F-4D97-AF65-F5344CB8AC3E}">
        <p14:creationId xmlns:p14="http://schemas.microsoft.com/office/powerpoint/2010/main" val="309237749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489475" y="4250949"/>
            <a:ext cx="2205612"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9" name="Picture Placeholder 2"/>
          <p:cNvSpPr>
            <a:spLocks noGrp="1" noChangeAspect="1"/>
          </p:cNvSpPr>
          <p:nvPr>
            <p:ph type="pic" idx="15"/>
          </p:nvPr>
        </p:nvSpPr>
        <p:spPr>
          <a:xfrm>
            <a:off x="489475" y="2209800"/>
            <a:ext cx="2205612"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489475" y="4827212"/>
            <a:ext cx="2205612"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2917792" y="4250949"/>
            <a:ext cx="2198466"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0" name="Picture Placeholder 2"/>
          <p:cNvSpPr>
            <a:spLocks noGrp="1" noChangeAspect="1"/>
          </p:cNvSpPr>
          <p:nvPr>
            <p:ph type="pic" idx="21"/>
          </p:nvPr>
        </p:nvSpPr>
        <p:spPr>
          <a:xfrm>
            <a:off x="2917791" y="2209800"/>
            <a:ext cx="2198466"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2916776" y="4827211"/>
            <a:ext cx="2201378"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5344917" y="4250949"/>
            <a:ext cx="2199658"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1" name="Picture Placeholder 2"/>
          <p:cNvSpPr>
            <a:spLocks noGrp="1" noChangeAspect="1"/>
          </p:cNvSpPr>
          <p:nvPr>
            <p:ph type="pic" idx="22"/>
          </p:nvPr>
        </p:nvSpPr>
        <p:spPr>
          <a:xfrm>
            <a:off x="5344916" y="2209800"/>
            <a:ext cx="2199658"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5344824" y="4827209"/>
            <a:ext cx="2202571"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9" name="Straight Connector 18"/>
          <p:cNvCxnSpPr/>
          <p:nvPr/>
        </p:nvCxnSpPr>
        <p:spPr>
          <a:xfrm>
            <a:off x="2795334"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5223030"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pPr>
              <a:defRPr/>
            </a:pPr>
            <a:endParaRPr lang="en-US" altLang="en-US"/>
          </a:p>
        </p:txBody>
      </p:sp>
      <p:sp>
        <p:nvSpPr>
          <p:cNvPr id="4" name="Footer Placeholder 4"/>
          <p:cNvSpPr>
            <a:spLocks noGrp="1"/>
          </p:cNvSpPr>
          <p:nvPr>
            <p:ph type="ftr" sz="quarter" idx="11"/>
          </p:nvPr>
        </p:nvSpPr>
        <p:spPr/>
        <p:txBody>
          <a:bodyPr/>
          <a:lstStyle/>
          <a:p>
            <a:pPr>
              <a:defRPr/>
            </a:pPr>
            <a:r>
              <a:rPr lang="en-US" altLang="en-US"/>
              <a:t>Copyright© 2012 NYP, Singapore.</a:t>
            </a:r>
          </a:p>
          <a:p>
            <a:pPr>
              <a:defRPr/>
            </a:pPr>
            <a:r>
              <a:rPr lang="en-US" altLang="en-US" sz="1000"/>
              <a:t> All rights reserved. </a:t>
            </a:r>
          </a:p>
          <a:p>
            <a:pPr>
              <a:defRPr/>
            </a:pPr>
            <a:endParaRPr lang="es-ES" altLang="en-US" sz="1000"/>
          </a:p>
        </p:txBody>
      </p:sp>
      <p:sp>
        <p:nvSpPr>
          <p:cNvPr id="6" name="Slide Number Placeholder 5"/>
          <p:cNvSpPr>
            <a:spLocks noGrp="1"/>
          </p:cNvSpPr>
          <p:nvPr>
            <p:ph type="sldNum" sz="quarter" idx="12"/>
          </p:nvPr>
        </p:nvSpPr>
        <p:spPr/>
        <p:txBody>
          <a:bodyPr/>
          <a:lstStyle/>
          <a:p>
            <a:pPr>
              <a:defRPr/>
            </a:pPr>
            <a:fld id="{9FFE521F-38CA-4356-BE6B-6C538888B05A}" type="slidenum">
              <a:rPr lang="es-ES" altLang="en-US" smtClean="0"/>
              <a:pPr>
                <a:defRPr/>
              </a:pPr>
              <a:t>‹#›</a:t>
            </a:fld>
            <a:endParaRPr lang="es-ES" altLang="en-US"/>
          </a:p>
        </p:txBody>
      </p:sp>
    </p:spTree>
    <p:extLst>
      <p:ext uri="{BB962C8B-B14F-4D97-AF65-F5344CB8AC3E}">
        <p14:creationId xmlns:p14="http://schemas.microsoft.com/office/powerpoint/2010/main" val="83370825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pPr>
              <a:defRPr/>
            </a:pPr>
            <a:endParaRPr lang="en-US" altLang="en-US"/>
          </a:p>
        </p:txBody>
      </p:sp>
      <p:sp>
        <p:nvSpPr>
          <p:cNvPr id="5" name="Footer Placeholder 4"/>
          <p:cNvSpPr>
            <a:spLocks noGrp="1"/>
          </p:cNvSpPr>
          <p:nvPr>
            <p:ph type="ftr" sz="quarter" idx="11"/>
          </p:nvPr>
        </p:nvSpPr>
        <p:spPr/>
        <p:txBody>
          <a:bodyPr/>
          <a:lstStyle/>
          <a:p>
            <a:pPr>
              <a:defRPr/>
            </a:pPr>
            <a:r>
              <a:rPr lang="en-US" altLang="en-US"/>
              <a:t>Copyright© 2012 NYP, Singapore.</a:t>
            </a:r>
          </a:p>
          <a:p>
            <a:pPr>
              <a:defRPr/>
            </a:pPr>
            <a:r>
              <a:rPr lang="en-US" altLang="en-US" sz="1000"/>
              <a:t> All rights reserved. </a:t>
            </a:r>
          </a:p>
          <a:p>
            <a:pPr>
              <a:defRPr/>
            </a:pPr>
            <a:endParaRPr lang="es-ES" altLang="en-US" sz="1000"/>
          </a:p>
        </p:txBody>
      </p:sp>
      <p:sp>
        <p:nvSpPr>
          <p:cNvPr id="6" name="Slide Number Placeholder 5"/>
          <p:cNvSpPr>
            <a:spLocks noGrp="1"/>
          </p:cNvSpPr>
          <p:nvPr>
            <p:ph type="sldNum" sz="quarter" idx="12"/>
          </p:nvPr>
        </p:nvSpPr>
        <p:spPr/>
        <p:txBody>
          <a:bodyPr/>
          <a:lstStyle/>
          <a:p>
            <a:pPr>
              <a:defRPr/>
            </a:pPr>
            <a:fld id="{9FFE521F-38CA-4356-BE6B-6C538888B05A}" type="slidenum">
              <a:rPr lang="es-ES" altLang="en-US" smtClean="0"/>
              <a:pPr>
                <a:defRPr/>
              </a:pPr>
              <a:t>‹#›</a:t>
            </a:fld>
            <a:endParaRPr lang="es-ES" altLang="en-US"/>
          </a:p>
        </p:txBody>
      </p:sp>
    </p:spTree>
    <p:extLst>
      <p:ext uri="{BB962C8B-B14F-4D97-AF65-F5344CB8AC3E}">
        <p14:creationId xmlns:p14="http://schemas.microsoft.com/office/powerpoint/2010/main" val="428874822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229782" y="430214"/>
            <a:ext cx="1314793" cy="5826125"/>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489475" y="773205"/>
            <a:ext cx="5568812" cy="548313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pPr>
              <a:defRPr/>
            </a:pPr>
            <a:endParaRPr lang="en-US" altLang="en-US"/>
          </a:p>
        </p:txBody>
      </p:sp>
      <p:sp>
        <p:nvSpPr>
          <p:cNvPr id="5" name="Footer Placeholder 4"/>
          <p:cNvSpPr>
            <a:spLocks noGrp="1"/>
          </p:cNvSpPr>
          <p:nvPr>
            <p:ph type="ftr" sz="quarter" idx="11"/>
          </p:nvPr>
        </p:nvSpPr>
        <p:spPr/>
        <p:txBody>
          <a:bodyPr/>
          <a:lstStyle/>
          <a:p>
            <a:pPr>
              <a:defRPr/>
            </a:pPr>
            <a:r>
              <a:rPr lang="en-US" altLang="en-US"/>
              <a:t>Copyright© 2012 NYP, Singapore.</a:t>
            </a:r>
          </a:p>
          <a:p>
            <a:pPr>
              <a:defRPr/>
            </a:pPr>
            <a:r>
              <a:rPr lang="en-US" altLang="en-US" sz="1000"/>
              <a:t> All rights reserved. </a:t>
            </a:r>
          </a:p>
          <a:p>
            <a:pPr>
              <a:defRPr/>
            </a:pPr>
            <a:endParaRPr lang="es-ES" altLang="en-US" sz="1000"/>
          </a:p>
        </p:txBody>
      </p:sp>
      <p:sp>
        <p:nvSpPr>
          <p:cNvPr id="6" name="Slide Number Placeholder 5"/>
          <p:cNvSpPr>
            <a:spLocks noGrp="1"/>
          </p:cNvSpPr>
          <p:nvPr>
            <p:ph type="sldNum" sz="quarter" idx="12"/>
          </p:nvPr>
        </p:nvSpPr>
        <p:spPr/>
        <p:txBody>
          <a:bodyPr/>
          <a:lstStyle/>
          <a:p>
            <a:pPr>
              <a:defRPr/>
            </a:pPr>
            <a:fld id="{9FFE521F-38CA-4356-BE6B-6C538888B05A}" type="slidenum">
              <a:rPr lang="es-ES" altLang="en-US" smtClean="0"/>
              <a:pPr>
                <a:defRPr/>
              </a:pPr>
              <a:t>‹#›</a:t>
            </a:fld>
            <a:endParaRPr lang="es-ES" altLang="en-US"/>
          </a:p>
        </p:txBody>
      </p:sp>
    </p:spTree>
    <p:extLst>
      <p:ext uri="{BB962C8B-B14F-4D97-AF65-F5344CB8AC3E}">
        <p14:creationId xmlns:p14="http://schemas.microsoft.com/office/powerpoint/2010/main" val="322440279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2" name="Oval 21"/>
          <p:cNvSpPr/>
          <p:nvPr/>
        </p:nvSpPr>
        <p:spPr>
          <a:xfrm>
            <a:off x="629943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3" name="Oval 22"/>
          <p:cNvSpPr/>
          <p:nvPr/>
        </p:nvSpPr>
        <p:spPr>
          <a:xfrm>
            <a:off x="5689832" y="-457200"/>
            <a:ext cx="1600200" cy="1600200"/>
          </a:xfrm>
          <a:prstGeom prst="ellipse">
            <a:avLst/>
          </a:prstGeom>
          <a:gradFill flip="none" rotWithShape="1">
            <a:gsLst>
              <a:gs pos="0">
                <a:schemeClr val="bg2">
                  <a:lumMod val="60000"/>
                  <a:lumOff val="40000"/>
                  <a:alpha val="14000"/>
                </a:schemeClr>
              </a:gs>
              <a:gs pos="73000">
                <a:schemeClr val="bg2">
                  <a:lumMod val="60000"/>
                  <a:lumOff val="40000"/>
                  <a:alpha val="0"/>
                </a:schemeClr>
              </a:gs>
              <a:gs pos="36000">
                <a:schemeClr val="bg2">
                  <a:lumMod val="60000"/>
                  <a:lumOff val="4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4" name="Oval 23"/>
          <p:cNvSpPr/>
          <p:nvPr/>
        </p:nvSpPr>
        <p:spPr>
          <a:xfrm>
            <a:off x="6299432" y="6096000"/>
            <a:ext cx="990600" cy="990600"/>
          </a:xfrm>
          <a:prstGeom prst="ellipse">
            <a:avLst/>
          </a:prstGeom>
          <a:gradFill flip="none" rotWithShape="1">
            <a:gsLst>
              <a:gs pos="0">
                <a:schemeClr val="bg2">
                  <a:lumMod val="60000"/>
                  <a:lumOff val="40000"/>
                  <a:alpha val="9000"/>
                </a:schemeClr>
              </a:gs>
              <a:gs pos="66000">
                <a:schemeClr val="bg2">
                  <a:lumMod val="60000"/>
                  <a:lumOff val="40000"/>
                  <a:alpha val="0"/>
                </a:schemeClr>
              </a:gs>
              <a:gs pos="36000">
                <a:schemeClr val="bg2">
                  <a:lumMod val="60000"/>
                  <a:lumOff val="40000"/>
                  <a:alpha val="5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153988" y="2667000"/>
            <a:ext cx="4191000" cy="4191000"/>
          </a:xfrm>
          <a:prstGeom prst="ellipse">
            <a:avLst/>
          </a:prstGeom>
          <a:gradFill flip="none" rotWithShape="1">
            <a:gsLst>
              <a:gs pos="0">
                <a:schemeClr val="bg2">
                  <a:lumMod val="60000"/>
                  <a:lumOff val="40000"/>
                  <a:alpha val="11000"/>
                </a:schemeClr>
              </a:gs>
              <a:gs pos="75000">
                <a:schemeClr val="bg2">
                  <a:lumMod val="60000"/>
                  <a:lumOff val="40000"/>
                  <a:alpha val="0"/>
                </a:schemeClr>
              </a:gs>
              <a:gs pos="36000">
                <a:schemeClr val="bg2">
                  <a:lumMod val="60000"/>
                  <a:lumOff val="40000"/>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839788" y="2895600"/>
            <a:ext cx="2362200" cy="2362200"/>
          </a:xfrm>
          <a:prstGeom prst="ellipse">
            <a:avLst/>
          </a:prstGeom>
          <a:gradFill flip="none" rotWithShape="1">
            <a:gsLst>
              <a:gs pos="0">
                <a:schemeClr val="bg2">
                  <a:lumMod val="60000"/>
                  <a:lumOff val="40000"/>
                  <a:alpha val="8000"/>
                </a:schemeClr>
              </a:gs>
              <a:gs pos="72000">
                <a:schemeClr val="bg2">
                  <a:lumMod val="60000"/>
                  <a:lumOff val="40000"/>
                  <a:alpha val="0"/>
                </a:schemeClr>
              </a:gs>
              <a:gs pos="36000">
                <a:schemeClr val="bg2">
                  <a:lumMod val="60000"/>
                  <a:lumOff val="40000"/>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Rectangle 18"/>
          <p:cNvSpPr/>
          <p:nvPr/>
        </p:nvSpPr>
        <p:spPr>
          <a:xfrm>
            <a:off x="7745644" y="0"/>
            <a:ext cx="685800" cy="1099458"/>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484710" y="452718"/>
            <a:ext cx="7055380" cy="1400530"/>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p:cNvSpPr>
            <a:spLocks noGrp="1"/>
          </p:cNvSpPr>
          <p:nvPr>
            <p:ph type="body" idx="1"/>
          </p:nvPr>
        </p:nvSpPr>
        <p:spPr>
          <a:xfrm>
            <a:off x="827700" y="2052925"/>
            <a:ext cx="6711654" cy="419548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rot="5400000">
            <a:off x="7494989" y="1828771"/>
            <a:ext cx="990599" cy="22865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pPr>
              <a:defRPr/>
            </a:pPr>
            <a:endParaRPr lang="en-US" altLang="en-US"/>
          </a:p>
        </p:txBody>
      </p:sp>
      <p:sp>
        <p:nvSpPr>
          <p:cNvPr id="5" name="Footer Placeholder 4"/>
          <p:cNvSpPr>
            <a:spLocks noGrp="1"/>
          </p:cNvSpPr>
          <p:nvPr>
            <p:ph type="ftr" sz="quarter" idx="3"/>
          </p:nvPr>
        </p:nvSpPr>
        <p:spPr>
          <a:xfrm rot="5400000">
            <a:off x="6233335" y="3263371"/>
            <a:ext cx="3859795" cy="228660"/>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pPr>
              <a:defRPr/>
            </a:pPr>
            <a:r>
              <a:rPr lang="en-US" altLang="en-US"/>
              <a:t>Copyright© 2012 NYP, Singapore.</a:t>
            </a:r>
          </a:p>
          <a:p>
            <a:pPr>
              <a:defRPr/>
            </a:pPr>
            <a:r>
              <a:rPr lang="en-US" altLang="en-US" sz="1000"/>
              <a:t> All rights reserved. </a:t>
            </a:r>
          </a:p>
          <a:p>
            <a:pPr>
              <a:defRPr/>
            </a:pPr>
            <a:endParaRPr lang="es-ES" altLang="en-US" sz="1000"/>
          </a:p>
        </p:txBody>
      </p:sp>
      <p:sp>
        <p:nvSpPr>
          <p:cNvPr id="6" name="Slide Number Placeholder 5"/>
          <p:cNvSpPr>
            <a:spLocks noGrp="1"/>
          </p:cNvSpPr>
          <p:nvPr>
            <p:ph type="sldNum" sz="quarter" idx="4"/>
          </p:nvPr>
        </p:nvSpPr>
        <p:spPr bwMode="gray">
          <a:xfrm>
            <a:off x="7766431" y="295736"/>
            <a:ext cx="628813" cy="767687"/>
          </a:xfrm>
          <a:prstGeom prst="rect">
            <a:avLst/>
          </a:prstGeom>
        </p:spPr>
        <p:txBody>
          <a:bodyPr vert="horz" lIns="91440" tIns="45720" rIns="91440" bIns="45720" rtlCol="0" anchor="b"/>
          <a:lstStyle>
            <a:lvl1pPr algn="ctr">
              <a:defRPr sz="2801" b="0" i="0">
                <a:solidFill>
                  <a:schemeClr val="tx1">
                    <a:tint val="75000"/>
                  </a:schemeClr>
                </a:solidFill>
              </a:defRPr>
            </a:lvl1pPr>
          </a:lstStyle>
          <a:p>
            <a:pPr>
              <a:defRPr/>
            </a:pPr>
            <a:fld id="{9FFE521F-38CA-4356-BE6B-6C538888B05A}" type="slidenum">
              <a:rPr lang="es-ES" altLang="en-US" smtClean="0"/>
              <a:pPr>
                <a:defRPr/>
              </a:pPr>
              <a:t>‹#›</a:t>
            </a:fld>
            <a:endParaRPr lang="es-ES" altLang="en-US"/>
          </a:p>
        </p:txBody>
      </p:sp>
    </p:spTree>
    <p:extLst>
      <p:ext uri="{BB962C8B-B14F-4D97-AF65-F5344CB8AC3E}">
        <p14:creationId xmlns:p14="http://schemas.microsoft.com/office/powerpoint/2010/main" val="2530516873"/>
      </p:ext>
    </p:extLst>
  </p:cSld>
  <p:clrMap bg1="dk1" tx1="lt1" bg2="dk2" tx2="lt2" accent1="accent1" accent2="accent2" accent3="accent3" accent4="accent4" accent5="accent5" accent6="accent6" hlink="hlink" folHlink="folHlink"/>
  <p:sldLayoutIdLst>
    <p:sldLayoutId id="2147483774" r:id="rId1"/>
    <p:sldLayoutId id="2147483775" r:id="rId2"/>
    <p:sldLayoutId id="2147483776" r:id="rId3"/>
    <p:sldLayoutId id="2147483777" r:id="rId4"/>
    <p:sldLayoutId id="2147483778" r:id="rId5"/>
    <p:sldLayoutId id="2147483779" r:id="rId6"/>
    <p:sldLayoutId id="2147483780" r:id="rId7"/>
    <p:sldLayoutId id="2147483781" r:id="rId8"/>
    <p:sldLayoutId id="2147483782" r:id="rId9"/>
    <p:sldLayoutId id="2147483783" r:id="rId10"/>
    <p:sldLayoutId id="2147483784" r:id="rId11"/>
    <p:sldLayoutId id="2147483785" r:id="rId12"/>
    <p:sldLayoutId id="2147483786" r:id="rId13"/>
    <p:sldLayoutId id="2147483787" r:id="rId14"/>
    <p:sldLayoutId id="2147483788" r:id="rId15"/>
    <p:sldLayoutId id="2147483789" r:id="rId16"/>
    <p:sldLayoutId id="2147483790" r:id="rId17"/>
  </p:sldLayoutIdLst>
  <p:txStyles>
    <p:titleStyle>
      <a:lvl1pPr algn="l" defTabSz="457207"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6" indent="-342906" algn="l" defTabSz="457207"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62" indent="-285755" algn="l" defTabSz="457207"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20" indent="-228604" algn="l" defTabSz="457207"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27" indent="-228604" algn="l" defTabSz="457207"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34" indent="-228604" algn="l" defTabSz="457207"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14642" indent="-228604" algn="l" defTabSz="457207"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49" indent="-228604" algn="l" defTabSz="457207"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57" indent="-228604" algn="l" defTabSz="457207"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64" indent="-228604" algn="l" defTabSz="457207"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7" rtl="0" eaLnBrk="1" latinLnBrk="0" hangingPunct="1">
        <a:defRPr sz="1800" kern="1200">
          <a:solidFill>
            <a:schemeClr val="tx1"/>
          </a:solidFill>
          <a:latin typeface="+mn-lt"/>
          <a:ea typeface="+mn-ea"/>
          <a:cs typeface="+mn-cs"/>
        </a:defRPr>
      </a:lvl1pPr>
      <a:lvl2pPr marL="457207" algn="l" defTabSz="457207" rtl="0" eaLnBrk="1" latinLnBrk="0" hangingPunct="1">
        <a:defRPr sz="1800" kern="1200">
          <a:solidFill>
            <a:schemeClr val="tx1"/>
          </a:solidFill>
          <a:latin typeface="+mn-lt"/>
          <a:ea typeface="+mn-ea"/>
          <a:cs typeface="+mn-cs"/>
        </a:defRPr>
      </a:lvl2pPr>
      <a:lvl3pPr marL="914415" algn="l" defTabSz="457207" rtl="0" eaLnBrk="1" latinLnBrk="0" hangingPunct="1">
        <a:defRPr sz="1800" kern="1200">
          <a:solidFill>
            <a:schemeClr val="tx1"/>
          </a:solidFill>
          <a:latin typeface="+mn-lt"/>
          <a:ea typeface="+mn-ea"/>
          <a:cs typeface="+mn-cs"/>
        </a:defRPr>
      </a:lvl3pPr>
      <a:lvl4pPr marL="1371622" algn="l" defTabSz="457207" rtl="0" eaLnBrk="1" latinLnBrk="0" hangingPunct="1">
        <a:defRPr sz="1800" kern="1200">
          <a:solidFill>
            <a:schemeClr val="tx1"/>
          </a:solidFill>
          <a:latin typeface="+mn-lt"/>
          <a:ea typeface="+mn-ea"/>
          <a:cs typeface="+mn-cs"/>
        </a:defRPr>
      </a:lvl4pPr>
      <a:lvl5pPr marL="1828831" algn="l" defTabSz="457207" rtl="0" eaLnBrk="1" latinLnBrk="0" hangingPunct="1">
        <a:defRPr sz="1800" kern="1200">
          <a:solidFill>
            <a:schemeClr val="tx1"/>
          </a:solidFill>
          <a:latin typeface="+mn-lt"/>
          <a:ea typeface="+mn-ea"/>
          <a:cs typeface="+mn-cs"/>
        </a:defRPr>
      </a:lvl5pPr>
      <a:lvl6pPr marL="2286038" algn="l" defTabSz="457207" rtl="0" eaLnBrk="1" latinLnBrk="0" hangingPunct="1">
        <a:defRPr sz="1800" kern="1200">
          <a:solidFill>
            <a:schemeClr val="tx1"/>
          </a:solidFill>
          <a:latin typeface="+mn-lt"/>
          <a:ea typeface="+mn-ea"/>
          <a:cs typeface="+mn-cs"/>
        </a:defRPr>
      </a:lvl6pPr>
      <a:lvl7pPr marL="2743246" algn="l" defTabSz="457207" rtl="0" eaLnBrk="1" latinLnBrk="0" hangingPunct="1">
        <a:defRPr sz="1800" kern="1200">
          <a:solidFill>
            <a:schemeClr val="tx1"/>
          </a:solidFill>
          <a:latin typeface="+mn-lt"/>
          <a:ea typeface="+mn-ea"/>
          <a:cs typeface="+mn-cs"/>
        </a:defRPr>
      </a:lvl7pPr>
      <a:lvl8pPr marL="3200453" algn="l" defTabSz="457207" rtl="0" eaLnBrk="1" latinLnBrk="0" hangingPunct="1">
        <a:defRPr sz="1800" kern="1200">
          <a:solidFill>
            <a:schemeClr val="tx1"/>
          </a:solidFill>
          <a:latin typeface="+mn-lt"/>
          <a:ea typeface="+mn-ea"/>
          <a:cs typeface="+mn-cs"/>
        </a:defRPr>
      </a:lvl8pPr>
      <a:lvl9pPr marL="3657661" algn="l" defTabSz="457207"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https://www.youtube.com/watch?v=V7x_hosDoIo" TargetMode="External"/><Relationship Id="rId2" Type="http://schemas.openxmlformats.org/officeDocument/2006/relationships/hyperlink" Target="https://www.youtube.com/watch?v=zJ78W_kdmCA" TargetMode="Externa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hyperlink" Target="https://www.youtube.com/watch?v=dJ8v1XZS7uc" TargetMode="Externa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xm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tags" Target="../tags/tag3.xml"/><Relationship Id="rId5" Type="http://schemas.openxmlformats.org/officeDocument/2006/relationships/hyperlink" Target="http://www.adobe.com/devnet/articles/crossdomain_policy_file_spec.html" TargetMode="External"/><Relationship Id="rId4" Type="http://schemas.openxmlformats.org/officeDocument/2006/relationships/hyperlink" Target="https://github.com/h5bp/server-configs" TargetMode="External"/></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4.xml"/></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xml"/><Relationship Id="rId1" Type="http://schemas.openxmlformats.org/officeDocument/2006/relationships/tags" Target="../tags/tag5.xm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2.xml"/><Relationship Id="rId1" Type="http://schemas.openxmlformats.org/officeDocument/2006/relationships/tags" Target="../tags/tag6.xml"/></Relationships>
</file>

<file path=ppt/slides/_rels/slide10.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notesSlide" Target="../notesSlides/notesSlide6.xml"/><Relationship Id="rId7" Type="http://schemas.openxmlformats.org/officeDocument/2006/relationships/image" Target="../media/image4.png"/><Relationship Id="rId2" Type="http://schemas.openxmlformats.org/officeDocument/2006/relationships/slideLayout" Target="../slideLayouts/slideLayout2.xml"/><Relationship Id="rId1" Type="http://schemas.openxmlformats.org/officeDocument/2006/relationships/tags" Target="../tags/tag7.xml"/><Relationship Id="rId6" Type="http://schemas.openxmlformats.org/officeDocument/2006/relationships/hyperlink" Target="http://html5boilerplate.com/" TargetMode="External"/><Relationship Id="rId5" Type="http://schemas.openxmlformats.org/officeDocument/2006/relationships/hyperlink" Target="http://www.getskeleton.com/" TargetMode="External"/><Relationship Id="rId10" Type="http://schemas.openxmlformats.org/officeDocument/2006/relationships/image" Target="../media/image7.png"/><Relationship Id="rId4" Type="http://schemas.openxmlformats.org/officeDocument/2006/relationships/hyperlink" Target="http://www.sitepoint.com/google-launches-web-starter-kit/" TargetMode="External"/><Relationship Id="rId9" Type="http://schemas.openxmlformats.org/officeDocument/2006/relationships/image" Target="../media/image6.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04" name="Rectangle 6"/>
          <p:cNvSpPr>
            <a:spLocks noGrp="1" noChangeArrowheads="1"/>
          </p:cNvSpPr>
          <p:nvPr>
            <p:ph type="sldNum" sz="quarter" idx="12"/>
          </p:nvPr>
        </p:nvSpPr>
        <p:spPr>
          <a:xfrm>
            <a:off x="6757988" y="6543675"/>
            <a:ext cx="2365375" cy="31432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r>
              <a:rPr lang="en-US" altLang="en-US" sz="800"/>
              <a:t>Copyright© 2012 NYP, Singapore.</a:t>
            </a:r>
          </a:p>
          <a:p>
            <a:pPr>
              <a:spcBef>
                <a:spcPct val="0"/>
              </a:spcBef>
              <a:buFontTx/>
              <a:buNone/>
            </a:pPr>
            <a:r>
              <a:rPr lang="en-US" altLang="en-US" sz="800"/>
              <a:t> All rights reserved. </a:t>
            </a:r>
          </a:p>
        </p:txBody>
      </p:sp>
      <p:sp>
        <p:nvSpPr>
          <p:cNvPr id="3" name="TextBox 2"/>
          <p:cNvSpPr txBox="1"/>
          <p:nvPr/>
        </p:nvSpPr>
        <p:spPr>
          <a:xfrm>
            <a:off x="467544" y="1772816"/>
            <a:ext cx="8133958" cy="1077218"/>
          </a:xfrm>
          <a:prstGeom prst="rect">
            <a:avLst/>
          </a:prstGeom>
          <a:noFill/>
        </p:spPr>
        <p:txBody>
          <a:bodyPr wrap="none" rtlCol="0">
            <a:spAutoFit/>
          </a:bodyPr>
          <a:lstStyle/>
          <a:p>
            <a:r>
              <a:rPr lang="en-US" altLang="en-US" sz="3200" b="1" dirty="0"/>
              <a:t>UI Frameworks, </a:t>
            </a:r>
            <a:r>
              <a:rPr lang="en-US" altLang="en-US" sz="3200" b="1" dirty="0" err="1"/>
              <a:t>Boilerlates</a:t>
            </a:r>
            <a:r>
              <a:rPr lang="en-US" altLang="en-US" sz="3200" b="1" dirty="0"/>
              <a:t> &amp; Bootstraps</a:t>
            </a:r>
            <a:endParaRPr lang="en-US" altLang="en-US" sz="1100" b="1" dirty="0">
              <a:latin typeface="Calibri" panose="020F0502020204030204" pitchFamily="34" charset="0"/>
              <a:ea typeface="SimSun" panose="02010600030101010101" pitchFamily="2" charset="-122"/>
              <a:cs typeface="Times New Roman" panose="02020603050405020304" pitchFamily="18" charset="0"/>
            </a:endParaRPr>
          </a:p>
          <a:p>
            <a:endParaRPr lang="en-US" sz="3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Title 1"/>
          <p:cNvSpPr>
            <a:spLocks noGrp="1"/>
          </p:cNvSpPr>
          <p:nvPr>
            <p:ph type="title"/>
          </p:nvPr>
        </p:nvSpPr>
        <p:spPr/>
        <p:txBody>
          <a:bodyPr/>
          <a:lstStyle/>
          <a:p>
            <a:r>
              <a:rPr lang="en-US" altLang="en-US"/>
              <a:t>UI Frameworks, Boilerplates &amp; Bootstraps</a:t>
            </a:r>
          </a:p>
        </p:txBody>
      </p:sp>
      <p:sp>
        <p:nvSpPr>
          <p:cNvPr id="47107" name="Content Placeholder 2"/>
          <p:cNvSpPr>
            <a:spLocks noGrp="1"/>
          </p:cNvSpPr>
          <p:nvPr>
            <p:ph idx="1"/>
          </p:nvPr>
        </p:nvSpPr>
        <p:spPr/>
        <p:txBody>
          <a:bodyPr>
            <a:normAutofit lnSpcReduction="10000"/>
          </a:bodyPr>
          <a:lstStyle/>
          <a:p>
            <a:pPr>
              <a:defRPr/>
            </a:pPr>
            <a:r>
              <a:rPr lang="en-US" altLang="en-US" dirty="0"/>
              <a:t>What and how useful they are?</a:t>
            </a:r>
          </a:p>
          <a:p>
            <a:pPr>
              <a:defRPr/>
            </a:pPr>
            <a:r>
              <a:rPr lang="en-US" altLang="en-US" dirty="0"/>
              <a:t>Explanation Video (3min):</a:t>
            </a:r>
          </a:p>
          <a:p>
            <a:pPr marL="0" indent="0">
              <a:buFontTx/>
              <a:buNone/>
              <a:defRPr/>
            </a:pPr>
            <a:r>
              <a:rPr lang="en-US" altLang="en-US" sz="2400" dirty="0"/>
              <a:t>    </a:t>
            </a:r>
            <a:r>
              <a:rPr lang="en-US" altLang="en-US" sz="2400" dirty="0">
                <a:hlinkClick r:id="rId2"/>
              </a:rPr>
              <a:t>https://www.youtube.com/watch?v=zJ78W_kdmCA</a:t>
            </a:r>
            <a:r>
              <a:rPr lang="en-US" altLang="en-US" sz="2400" dirty="0"/>
              <a:t> </a:t>
            </a:r>
          </a:p>
          <a:p>
            <a:pPr>
              <a:defRPr/>
            </a:pPr>
            <a:r>
              <a:rPr lang="en-US" altLang="en-US" dirty="0"/>
              <a:t>Bootstrap: </a:t>
            </a:r>
            <a:r>
              <a:rPr lang="en-US" altLang="en-US" sz="2400" dirty="0">
                <a:hlinkClick r:id="rId3"/>
              </a:rPr>
              <a:t>https://www.youtube.com/watch?v=V7x_hosDoIo</a:t>
            </a:r>
            <a:endParaRPr lang="en-US" altLang="en-US" sz="2400" dirty="0"/>
          </a:p>
          <a:p>
            <a:pPr>
              <a:defRPr/>
            </a:pPr>
            <a:r>
              <a:rPr lang="en-US" altLang="en-US" dirty="0"/>
              <a:t>Top 10 UI Frameworks</a:t>
            </a:r>
          </a:p>
          <a:p>
            <a:pPr marL="0" indent="0">
              <a:buFontTx/>
              <a:buNone/>
              <a:defRPr/>
            </a:pPr>
            <a:r>
              <a:rPr lang="en-US" altLang="en-US" sz="2400" dirty="0"/>
              <a:t>     https://www.keycdn.com/blog/front-end-frameworks/</a:t>
            </a:r>
          </a:p>
          <a:p>
            <a:pPr>
              <a:defRPr/>
            </a:pPr>
            <a:endParaRPr lang="en-US" alt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Title 1"/>
          <p:cNvSpPr>
            <a:spLocks noGrp="1"/>
          </p:cNvSpPr>
          <p:nvPr>
            <p:ph type="title"/>
          </p:nvPr>
        </p:nvSpPr>
        <p:spPr/>
        <p:txBody>
          <a:bodyPr/>
          <a:lstStyle/>
          <a:p>
            <a:r>
              <a:rPr lang="en-US" altLang="en-US" sz="3600"/>
              <a:t>What is Boilerplate?</a:t>
            </a:r>
          </a:p>
        </p:txBody>
      </p:sp>
      <p:sp>
        <p:nvSpPr>
          <p:cNvPr id="3" name="Content Placeholder 2"/>
          <p:cNvSpPr>
            <a:spLocks noGrp="1"/>
          </p:cNvSpPr>
          <p:nvPr>
            <p:ph idx="1"/>
          </p:nvPr>
        </p:nvSpPr>
        <p:spPr>
          <a:xfrm>
            <a:off x="439738" y="1417638"/>
            <a:ext cx="8229600" cy="2227262"/>
          </a:xfrm>
        </p:spPr>
        <p:txBody>
          <a:bodyPr/>
          <a:lstStyle/>
          <a:p>
            <a:pPr>
              <a:defRPr/>
            </a:pPr>
            <a:r>
              <a:rPr lang="en-US" sz="2000" dirty="0"/>
              <a:t>In computer programming, boilerplate is the sections of code that have to be included in many places with little or no alteration. </a:t>
            </a:r>
            <a:r>
              <a:rPr lang="en-US" sz="1800" dirty="0">
                <a:solidFill>
                  <a:schemeClr val="tx2">
                    <a:lumMod val="50000"/>
                    <a:lumOff val="50000"/>
                  </a:schemeClr>
                </a:solidFill>
              </a:rPr>
              <a:t>Such boilerplate is particularly salient when the programmer must include a lot of code for minimal functionality.</a:t>
            </a:r>
          </a:p>
          <a:p>
            <a:pPr>
              <a:defRPr/>
            </a:pPr>
            <a:endParaRPr lang="en-US" sz="2000" dirty="0">
              <a:solidFill>
                <a:schemeClr val="tx2">
                  <a:lumMod val="50000"/>
                  <a:lumOff val="50000"/>
                </a:schemeClr>
              </a:solidFill>
            </a:endParaRPr>
          </a:p>
          <a:p>
            <a:pPr>
              <a:defRPr/>
            </a:pPr>
            <a:endParaRPr lang="en-US" sz="2000" dirty="0">
              <a:solidFill>
                <a:schemeClr val="tx2">
                  <a:lumMod val="50000"/>
                  <a:lumOff val="50000"/>
                </a:schemeClr>
              </a:solidFill>
            </a:endParaRPr>
          </a:p>
          <a:p>
            <a:pPr>
              <a:defRPr/>
            </a:pPr>
            <a:endParaRPr lang="en-US" sz="2000" dirty="0">
              <a:solidFill>
                <a:schemeClr val="tx2">
                  <a:lumMod val="50000"/>
                  <a:lumOff val="50000"/>
                </a:schemeClr>
              </a:solidFill>
            </a:endParaRPr>
          </a:p>
          <a:p>
            <a:pPr>
              <a:defRPr/>
            </a:pPr>
            <a:endParaRPr lang="en-US" sz="2000" dirty="0">
              <a:solidFill>
                <a:schemeClr val="tx2">
                  <a:lumMod val="50000"/>
                  <a:lumOff val="50000"/>
                </a:schemeClr>
              </a:solidFill>
            </a:endParaRPr>
          </a:p>
        </p:txBody>
      </p:sp>
      <p:sp>
        <p:nvSpPr>
          <p:cNvPr id="4" name="Title 1"/>
          <p:cNvSpPr txBox="1">
            <a:spLocks/>
          </p:cNvSpPr>
          <p:nvPr/>
        </p:nvSpPr>
        <p:spPr bwMode="auto">
          <a:xfrm>
            <a:off x="651396" y="2539192"/>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lgn="ctr" rtl="0" eaLnBrk="0" fontAlgn="base" hangingPunct="0">
              <a:spcBef>
                <a:spcPct val="0"/>
              </a:spcBef>
              <a:spcAft>
                <a:spcPct val="0"/>
              </a:spcAft>
              <a:defRPr sz="44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Arial" charset="0"/>
                <a:cs typeface="Arial" charset="0"/>
              </a:defRPr>
            </a:lvl2pPr>
            <a:lvl3pPr algn="ctr" rtl="0" eaLnBrk="0" fontAlgn="base" hangingPunct="0">
              <a:spcBef>
                <a:spcPct val="0"/>
              </a:spcBef>
              <a:spcAft>
                <a:spcPct val="0"/>
              </a:spcAft>
              <a:defRPr sz="4400">
                <a:solidFill>
                  <a:schemeClr val="tx1"/>
                </a:solidFill>
                <a:latin typeface="Arial" charset="0"/>
                <a:cs typeface="Arial" charset="0"/>
              </a:defRPr>
            </a:lvl3pPr>
            <a:lvl4pPr algn="ctr" rtl="0" eaLnBrk="0" fontAlgn="base" hangingPunct="0">
              <a:spcBef>
                <a:spcPct val="0"/>
              </a:spcBef>
              <a:spcAft>
                <a:spcPct val="0"/>
              </a:spcAft>
              <a:defRPr sz="4400">
                <a:solidFill>
                  <a:schemeClr val="tx1"/>
                </a:solidFill>
                <a:latin typeface="Arial" charset="0"/>
                <a:cs typeface="Arial" charset="0"/>
              </a:defRPr>
            </a:lvl4pPr>
            <a:lvl5pPr algn="ctr" rtl="0" eaLnBrk="0" fontAlgn="base" hangingPunct="0">
              <a:spcBef>
                <a:spcPct val="0"/>
              </a:spcBef>
              <a:spcAft>
                <a:spcPct val="0"/>
              </a:spcAft>
              <a:defRPr sz="4400">
                <a:solidFill>
                  <a:schemeClr val="tx1"/>
                </a:solidFill>
                <a:latin typeface="Arial" charset="0"/>
                <a:cs typeface="Arial" charset="0"/>
              </a:defRPr>
            </a:lvl5pPr>
            <a:lvl6pPr marL="457200" algn="ctr" rtl="0" fontAlgn="base">
              <a:spcBef>
                <a:spcPct val="0"/>
              </a:spcBef>
              <a:spcAft>
                <a:spcPct val="0"/>
              </a:spcAft>
              <a:defRPr sz="4400">
                <a:solidFill>
                  <a:schemeClr val="tx2"/>
                </a:solidFill>
                <a:latin typeface="Arial" charset="0"/>
                <a:cs typeface="Arial" charset="0"/>
              </a:defRPr>
            </a:lvl6pPr>
            <a:lvl7pPr marL="914400" algn="ctr" rtl="0" fontAlgn="base">
              <a:spcBef>
                <a:spcPct val="0"/>
              </a:spcBef>
              <a:spcAft>
                <a:spcPct val="0"/>
              </a:spcAft>
              <a:defRPr sz="4400">
                <a:solidFill>
                  <a:schemeClr val="tx2"/>
                </a:solidFill>
                <a:latin typeface="Arial" charset="0"/>
                <a:cs typeface="Arial" charset="0"/>
              </a:defRPr>
            </a:lvl7pPr>
            <a:lvl8pPr marL="1371600" algn="ctr" rtl="0" fontAlgn="base">
              <a:spcBef>
                <a:spcPct val="0"/>
              </a:spcBef>
              <a:spcAft>
                <a:spcPct val="0"/>
              </a:spcAft>
              <a:defRPr sz="4400">
                <a:solidFill>
                  <a:schemeClr val="tx2"/>
                </a:solidFill>
                <a:latin typeface="Arial" charset="0"/>
                <a:cs typeface="Arial" charset="0"/>
              </a:defRPr>
            </a:lvl8pPr>
            <a:lvl9pPr marL="1828800" algn="ctr" rtl="0" fontAlgn="base">
              <a:spcBef>
                <a:spcPct val="0"/>
              </a:spcBef>
              <a:spcAft>
                <a:spcPct val="0"/>
              </a:spcAft>
              <a:defRPr sz="4400">
                <a:solidFill>
                  <a:schemeClr val="tx2"/>
                </a:solidFill>
                <a:latin typeface="Arial" charset="0"/>
                <a:cs typeface="Arial" charset="0"/>
              </a:defRPr>
            </a:lvl9pPr>
          </a:lstStyle>
          <a:p>
            <a:pPr algn="l">
              <a:defRPr/>
            </a:pPr>
            <a:r>
              <a:rPr lang="en-US" sz="3600" kern="0" dirty="0"/>
              <a:t>Why Boilerplate?</a:t>
            </a:r>
          </a:p>
        </p:txBody>
      </p:sp>
      <p:sp>
        <p:nvSpPr>
          <p:cNvPr id="5" name="Content Placeholder 2"/>
          <p:cNvSpPr txBox="1">
            <a:spLocks/>
          </p:cNvSpPr>
          <p:nvPr/>
        </p:nvSpPr>
        <p:spPr bwMode="auto">
          <a:xfrm>
            <a:off x="554038" y="3500438"/>
            <a:ext cx="8229600" cy="1892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cs typeface="+mn-cs"/>
              </a:defRPr>
            </a:lvl2pPr>
            <a:lvl3pPr marL="1143000" indent="-228600" algn="l" rtl="0" eaLnBrk="0" fontAlgn="base" hangingPunct="0">
              <a:spcBef>
                <a:spcPct val="20000"/>
              </a:spcBef>
              <a:spcAft>
                <a:spcPct val="0"/>
              </a:spcAft>
              <a:buChar char="•"/>
              <a:defRPr sz="2400">
                <a:solidFill>
                  <a:schemeClr val="tx1"/>
                </a:solidFill>
                <a:latin typeface="+mn-lt"/>
                <a:cs typeface="+mn-cs"/>
              </a:defRPr>
            </a:lvl3pPr>
            <a:lvl4pPr marL="1600200" indent="-228600" algn="l" rtl="0" eaLnBrk="0" fontAlgn="base" hangingPunct="0">
              <a:spcBef>
                <a:spcPct val="20000"/>
              </a:spcBef>
              <a:spcAft>
                <a:spcPct val="0"/>
              </a:spcAft>
              <a:buChar char="–"/>
              <a:defRPr sz="2000">
                <a:solidFill>
                  <a:schemeClr val="tx1"/>
                </a:solidFill>
                <a:latin typeface="+mn-lt"/>
                <a:cs typeface="+mn-cs"/>
              </a:defRPr>
            </a:lvl4pPr>
            <a:lvl5pPr marL="2057400" indent="-228600" algn="l" rtl="0" eaLnBrk="0" fontAlgn="base" hangingPunct="0">
              <a:spcBef>
                <a:spcPct val="20000"/>
              </a:spcBef>
              <a:spcAft>
                <a:spcPct val="0"/>
              </a:spcAft>
              <a:buChar char="»"/>
              <a:defRPr sz="2000">
                <a:solidFill>
                  <a:schemeClr val="tx1"/>
                </a:solidFill>
                <a:latin typeface="+mn-lt"/>
                <a:cs typeface="+mn-cs"/>
              </a:defRPr>
            </a:lvl5pPr>
            <a:lvl6pPr marL="2514600" indent="-228600" algn="l" rtl="0" fontAlgn="base">
              <a:spcBef>
                <a:spcPct val="20000"/>
              </a:spcBef>
              <a:spcAft>
                <a:spcPct val="0"/>
              </a:spcAft>
              <a:buChar char="»"/>
              <a:defRPr sz="2000">
                <a:solidFill>
                  <a:schemeClr val="tx1"/>
                </a:solidFill>
                <a:latin typeface="+mn-lt"/>
                <a:cs typeface="+mn-cs"/>
              </a:defRPr>
            </a:lvl6pPr>
            <a:lvl7pPr marL="2971800" indent="-228600" algn="l" rtl="0" fontAlgn="base">
              <a:spcBef>
                <a:spcPct val="20000"/>
              </a:spcBef>
              <a:spcAft>
                <a:spcPct val="0"/>
              </a:spcAft>
              <a:buChar char="»"/>
              <a:defRPr sz="2000">
                <a:solidFill>
                  <a:schemeClr val="tx1"/>
                </a:solidFill>
                <a:latin typeface="+mn-lt"/>
                <a:cs typeface="+mn-cs"/>
              </a:defRPr>
            </a:lvl7pPr>
            <a:lvl8pPr marL="3429000" indent="-228600" algn="l" rtl="0" fontAlgn="base">
              <a:spcBef>
                <a:spcPct val="20000"/>
              </a:spcBef>
              <a:spcAft>
                <a:spcPct val="0"/>
              </a:spcAft>
              <a:buChar char="»"/>
              <a:defRPr sz="2000">
                <a:solidFill>
                  <a:schemeClr val="tx1"/>
                </a:solidFill>
                <a:latin typeface="+mn-lt"/>
                <a:cs typeface="+mn-cs"/>
              </a:defRPr>
            </a:lvl8pPr>
            <a:lvl9pPr marL="3886200" indent="-228600" algn="l" rtl="0" fontAlgn="base">
              <a:spcBef>
                <a:spcPct val="20000"/>
              </a:spcBef>
              <a:spcAft>
                <a:spcPct val="0"/>
              </a:spcAft>
              <a:buChar char="»"/>
              <a:defRPr sz="2000">
                <a:solidFill>
                  <a:schemeClr val="tx1"/>
                </a:solidFill>
                <a:latin typeface="+mn-lt"/>
                <a:cs typeface="+mn-cs"/>
              </a:defRPr>
            </a:lvl9pPr>
          </a:lstStyle>
          <a:p>
            <a:pPr>
              <a:defRPr/>
            </a:pPr>
            <a:r>
              <a:rPr lang="en-US" sz="1800" dirty="0"/>
              <a:t>Boilerplate is a front-end </a:t>
            </a:r>
            <a:r>
              <a:rPr lang="en-US" sz="1800" dirty="0" err="1"/>
              <a:t>kickstart</a:t>
            </a:r>
            <a:r>
              <a:rPr lang="en-US" sz="1800" dirty="0"/>
              <a:t> template that contains a series of best practices and common inclusions. It offers a generic files/folders structure, HTML5-ready template and basic server-side global configurations.</a:t>
            </a:r>
          </a:p>
          <a:p>
            <a:pPr>
              <a:defRPr/>
            </a:pPr>
            <a:r>
              <a:rPr lang="en-US" sz="1800" dirty="0">
                <a:solidFill>
                  <a:schemeClr val="tx2">
                    <a:lumMod val="50000"/>
                    <a:lumOff val="50000"/>
                  </a:schemeClr>
                </a:solidFill>
              </a:rPr>
              <a:t>It’s like blueprint for your house, but without the building blocks. You have the idea what you’re going to build and you have made all preparation steps, but you don’t have the materials needed to actually build the house. You are free to include “the missing” HTML/CSS/JavaScript components from anywhere else, including from Bootstrap.</a:t>
            </a:r>
            <a:endParaRPr lang="en-US" sz="1600" kern="0" dirty="0">
              <a:solidFill>
                <a:schemeClr val="tx2">
                  <a:lumMod val="50000"/>
                  <a:lumOff val="50000"/>
                </a:schemeClr>
              </a:solidFill>
            </a:endParaRPr>
          </a:p>
          <a:p>
            <a:pPr>
              <a:defRPr/>
            </a:pPr>
            <a:endParaRPr lang="en-US" sz="1600" kern="0" dirty="0">
              <a:solidFill>
                <a:schemeClr val="tx2">
                  <a:lumMod val="50000"/>
                  <a:lumOff val="50000"/>
                </a:schemeClr>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Title 1"/>
          <p:cNvSpPr>
            <a:spLocks noGrp="1"/>
          </p:cNvSpPr>
          <p:nvPr>
            <p:ph type="title"/>
          </p:nvPr>
        </p:nvSpPr>
        <p:spPr>
          <a:xfrm>
            <a:off x="827584" y="692696"/>
            <a:ext cx="7055380" cy="1400530"/>
          </a:xfrm>
        </p:spPr>
        <p:txBody>
          <a:bodyPr/>
          <a:lstStyle/>
          <a:p>
            <a:r>
              <a:rPr lang="en-US" altLang="en-US" sz="4000" dirty="0"/>
              <a:t>HTML5 Boilerplate Resource</a:t>
            </a:r>
            <a:r>
              <a:rPr lang="en-US" altLang="en-US" sz="2800" dirty="0"/>
              <a:t> </a:t>
            </a:r>
          </a:p>
        </p:txBody>
      </p:sp>
      <p:sp>
        <p:nvSpPr>
          <p:cNvPr id="57347" name="Content Placeholder 2"/>
          <p:cNvSpPr>
            <a:spLocks noGrp="1"/>
          </p:cNvSpPr>
          <p:nvPr>
            <p:ph idx="1"/>
          </p:nvPr>
        </p:nvSpPr>
        <p:spPr>
          <a:xfrm>
            <a:off x="956690" y="1273497"/>
            <a:ext cx="6711654" cy="2587551"/>
          </a:xfrm>
        </p:spPr>
        <p:txBody>
          <a:bodyPr>
            <a:normAutofit fontScale="92500" lnSpcReduction="10000"/>
          </a:bodyPr>
          <a:lstStyle/>
          <a:p>
            <a:pPr>
              <a:defRPr/>
            </a:pPr>
            <a:r>
              <a:rPr lang="en-US" altLang="en-US" sz="2800" dirty="0"/>
              <a:t> </a:t>
            </a:r>
            <a:r>
              <a:rPr lang="en-SG" sz="2800" dirty="0">
                <a:hlinkClick r:id="rId2"/>
              </a:rPr>
              <a:t>https://www.youtube.com/watch?v=dJ8v1XZS7uc</a:t>
            </a:r>
            <a:endParaRPr lang="en-US" altLang="en-US" sz="2800" dirty="0"/>
          </a:p>
          <a:p>
            <a:pPr marL="0" indent="0">
              <a:buFontTx/>
              <a:buNone/>
              <a:defRPr/>
            </a:pPr>
            <a:endParaRPr lang="en-US" altLang="en-US" dirty="0"/>
          </a:p>
          <a:p>
            <a:pPr>
              <a:defRPr/>
            </a:pPr>
            <a:r>
              <a:rPr lang="en-US" altLang="en-US" dirty="0"/>
              <a:t>This video briefly explains the various components of the html5 boilerplate template and how it can be used to create a website project. </a:t>
            </a:r>
          </a:p>
        </p:txBody>
      </p:sp>
      <p:pic>
        <p:nvPicPr>
          <p:cNvPr id="2" name="Picture 1">
            <a:extLst>
              <a:ext uri="{FF2B5EF4-FFF2-40B4-BE49-F238E27FC236}">
                <a16:creationId xmlns:a16="http://schemas.microsoft.com/office/drawing/2014/main" id="{B38657BF-A606-4B9F-80F6-745CEE614266}"/>
              </a:ext>
            </a:extLst>
          </p:cNvPr>
          <p:cNvPicPr>
            <a:picLocks noChangeAspect="1"/>
          </p:cNvPicPr>
          <p:nvPr/>
        </p:nvPicPr>
        <p:blipFill>
          <a:blip r:embed="rId3"/>
          <a:stretch>
            <a:fillRect/>
          </a:stretch>
        </p:blipFill>
        <p:spPr>
          <a:xfrm>
            <a:off x="827584" y="3800475"/>
            <a:ext cx="7343775" cy="3057525"/>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Title 1"/>
          <p:cNvSpPr>
            <a:spLocks noGrp="1"/>
          </p:cNvSpPr>
          <p:nvPr>
            <p:ph type="title"/>
          </p:nvPr>
        </p:nvSpPr>
        <p:spPr>
          <a:xfrm>
            <a:off x="483974" y="1196752"/>
            <a:ext cx="7055380" cy="1400530"/>
          </a:xfrm>
        </p:spPr>
        <p:txBody>
          <a:bodyPr/>
          <a:lstStyle/>
          <a:p>
            <a:r>
              <a:rPr lang="en-US" altLang="en-US" sz="3600" dirty="0"/>
              <a:t>Why Boilerplate? Benefits:</a:t>
            </a:r>
          </a:p>
        </p:txBody>
      </p:sp>
      <p:sp>
        <p:nvSpPr>
          <p:cNvPr id="49155" name="Content Placeholder 2"/>
          <p:cNvSpPr>
            <a:spLocks noGrp="1"/>
          </p:cNvSpPr>
          <p:nvPr>
            <p:ph idx="1"/>
          </p:nvPr>
        </p:nvSpPr>
        <p:spPr/>
        <p:txBody>
          <a:bodyPr>
            <a:normAutofit lnSpcReduction="10000"/>
          </a:bodyPr>
          <a:lstStyle/>
          <a:p>
            <a:r>
              <a:rPr lang="en-US" altLang="en-US" sz="2000"/>
              <a:t>HTML5-ready template plus basic structure for your files and folders</a:t>
            </a:r>
          </a:p>
          <a:p>
            <a:r>
              <a:rPr lang="en-US" altLang="en-US" sz="2000"/>
              <a:t>Ready-to-use, performance optimized print styles</a:t>
            </a:r>
          </a:p>
          <a:p>
            <a:r>
              <a:rPr lang="en-US" altLang="en-US" sz="2000"/>
              <a:t>Cross-browser compatibility</a:t>
            </a:r>
          </a:p>
          <a:p>
            <a:r>
              <a:rPr lang="en-US" altLang="en-US" sz="2000"/>
              <a:t>Mobile browser optimizations</a:t>
            </a:r>
          </a:p>
          <a:p>
            <a:r>
              <a:rPr lang="en-US" altLang="en-US" sz="2000"/>
              <a:t>Progressive enhancement and graceful degradation</a:t>
            </a:r>
          </a:p>
          <a:p>
            <a:r>
              <a:rPr lang="en-US" altLang="en-US" sz="2000"/>
              <a:t>Best-practice server configurations</a:t>
            </a:r>
          </a:p>
          <a:p>
            <a:r>
              <a:rPr lang="en-US" altLang="en-US" sz="2000"/>
              <a:t>Optimal caching and compression rules</a:t>
            </a:r>
          </a:p>
          <a:p>
            <a:r>
              <a:rPr lang="en-US" altLang="en-US" sz="2000"/>
              <a:t>Optimized Google Analytics snippet code</a:t>
            </a:r>
          </a:p>
          <a:p>
            <a:r>
              <a:rPr lang="en-US" altLang="en-US" sz="2000"/>
              <a:t>and more…</a:t>
            </a:r>
          </a:p>
          <a:p>
            <a:endParaRPr lang="en-US" altLang="en-US" sz="2000"/>
          </a:p>
        </p:txBody>
      </p:sp>
    </p:spTree>
    <p:custDataLst>
      <p:tags r:id="rId1"/>
    </p:custData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Title 1"/>
          <p:cNvSpPr>
            <a:spLocks noGrp="1"/>
          </p:cNvSpPr>
          <p:nvPr>
            <p:ph type="title"/>
          </p:nvPr>
        </p:nvSpPr>
        <p:spPr>
          <a:xfrm>
            <a:off x="295932" y="188640"/>
            <a:ext cx="8229601" cy="1143000"/>
          </a:xfrm>
        </p:spPr>
        <p:txBody>
          <a:bodyPr/>
          <a:lstStyle/>
          <a:p>
            <a:r>
              <a:rPr lang="en-US" altLang="en-US" sz="3600" dirty="0"/>
              <a:t>Examples of boilerplate benefits:</a:t>
            </a:r>
          </a:p>
        </p:txBody>
      </p:sp>
      <p:sp>
        <p:nvSpPr>
          <p:cNvPr id="50179" name="Content Placeholder 2"/>
          <p:cNvSpPr>
            <a:spLocks noGrp="1"/>
          </p:cNvSpPr>
          <p:nvPr>
            <p:ph idx="1"/>
          </p:nvPr>
        </p:nvSpPr>
        <p:spPr>
          <a:xfrm>
            <a:off x="323850" y="1125538"/>
            <a:ext cx="8229600" cy="4525962"/>
          </a:xfrm>
        </p:spPr>
        <p:txBody>
          <a:bodyPr>
            <a:normAutofit fontScale="85000" lnSpcReduction="20000"/>
          </a:bodyPr>
          <a:lstStyle/>
          <a:p>
            <a:r>
              <a:rPr lang="en-US" altLang="en-US" sz="1800" dirty="0" err="1"/>
              <a:t>css</a:t>
            </a:r>
            <a:r>
              <a:rPr lang="en-US" altLang="en-US" sz="1800" dirty="0"/>
              <a:t> – a directory containing normalize.css, and main.css with Boilerplate’s defaults, common helpers, media queries, and print styles.</a:t>
            </a:r>
          </a:p>
          <a:p>
            <a:r>
              <a:rPr lang="en-US" altLang="en-US" sz="1800" dirty="0"/>
              <a:t>doc – a directory containing all Boilerplate’s documentation. You can use it as the location for your own project’s documentation.</a:t>
            </a:r>
          </a:p>
          <a:p>
            <a:r>
              <a:rPr lang="en-US" altLang="en-US" sz="1800" dirty="0" err="1"/>
              <a:t>img</a:t>
            </a:r>
            <a:r>
              <a:rPr lang="en-US" altLang="en-US" sz="1800" dirty="0"/>
              <a:t> – an empty folder for your images</a:t>
            </a:r>
          </a:p>
          <a:p>
            <a:r>
              <a:rPr lang="en-US" altLang="en-US" sz="1800" dirty="0" err="1"/>
              <a:t>js</a:t>
            </a:r>
            <a:r>
              <a:rPr lang="en-US" altLang="en-US" sz="1800" dirty="0"/>
              <a:t> – a directory containing main.js for your custom code and plugins.js containing the code for all your plugins. Also there are </a:t>
            </a:r>
            <a:r>
              <a:rPr lang="en-US" altLang="en-US" sz="1800" dirty="0" err="1"/>
              <a:t>Modernizr</a:t>
            </a:r>
            <a:r>
              <a:rPr lang="en-US" altLang="en-US" sz="1800" dirty="0"/>
              <a:t> and jQuery libraries placed in vendor subfolder.</a:t>
            </a:r>
          </a:p>
          <a:p>
            <a:r>
              <a:rPr lang="en-US" altLang="en-US" sz="1800" dirty="0"/>
              <a:t>.</a:t>
            </a:r>
            <a:r>
              <a:rPr lang="en-US" altLang="en-US" sz="1800" dirty="0" err="1"/>
              <a:t>htaccess</a:t>
            </a:r>
            <a:r>
              <a:rPr lang="en-US" altLang="en-US" sz="1800" dirty="0"/>
              <a:t> – default web server configurations for Apache. For other servers there is </a:t>
            </a:r>
            <a:r>
              <a:rPr lang="en-US" altLang="en-US" sz="1800" dirty="0">
                <a:hlinkClick r:id="rId4"/>
              </a:rPr>
              <a:t>Server </a:t>
            </a:r>
            <a:r>
              <a:rPr lang="en-US" altLang="en-US" sz="1800" dirty="0" err="1">
                <a:hlinkClick r:id="rId4"/>
              </a:rPr>
              <a:t>Configs</a:t>
            </a:r>
            <a:r>
              <a:rPr lang="en-US" altLang="en-US" sz="1800" dirty="0"/>
              <a:t> repository.</a:t>
            </a:r>
          </a:p>
          <a:p>
            <a:r>
              <a:rPr lang="en-US" altLang="en-US" sz="1800" dirty="0"/>
              <a:t>404.html – a very basic error page</a:t>
            </a:r>
          </a:p>
          <a:p>
            <a:r>
              <a:rPr lang="en-US" altLang="en-US" sz="1800" dirty="0"/>
              <a:t>crossdomain.xml – a template for working with </a:t>
            </a:r>
            <a:r>
              <a:rPr lang="en-US" altLang="en-US" sz="1800" dirty="0">
                <a:hlinkClick r:id="rId5"/>
              </a:rPr>
              <a:t>cross-domain requests</a:t>
            </a:r>
            <a:r>
              <a:rPr lang="en-US" altLang="en-US" sz="1800" dirty="0"/>
              <a:t>.</a:t>
            </a:r>
          </a:p>
          <a:p>
            <a:r>
              <a:rPr lang="en-US" altLang="en-US" sz="1800" dirty="0"/>
              <a:t>favicon.ico</a:t>
            </a:r>
          </a:p>
          <a:p>
            <a:r>
              <a:rPr lang="en-US" altLang="en-US" sz="1800" dirty="0"/>
              <a:t>humans.txt – a file to include credits for you and your project.</a:t>
            </a:r>
          </a:p>
          <a:p>
            <a:r>
              <a:rPr lang="en-US" altLang="en-US" sz="1800" dirty="0"/>
              <a:t>index.html – default HTML5-ready template, the base of all pages on your web site.</a:t>
            </a:r>
          </a:p>
          <a:p>
            <a:r>
              <a:rPr lang="en-US" altLang="en-US" sz="1800" dirty="0"/>
              <a:t>robots.txt – a file to include any pages you want to be hidden from search engines.</a:t>
            </a:r>
          </a:p>
          <a:p>
            <a:endParaRPr lang="en-US" altLang="en-US" sz="1800" dirty="0"/>
          </a:p>
        </p:txBody>
      </p:sp>
    </p:spTree>
    <p:custDataLst>
      <p:tags r:id="rId1"/>
    </p:custData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Title 1"/>
          <p:cNvSpPr>
            <a:spLocks noGrp="1"/>
          </p:cNvSpPr>
          <p:nvPr>
            <p:ph type="title"/>
          </p:nvPr>
        </p:nvSpPr>
        <p:spPr>
          <a:xfrm>
            <a:off x="467544" y="764704"/>
            <a:ext cx="8229601" cy="1143000"/>
          </a:xfrm>
        </p:spPr>
        <p:txBody>
          <a:bodyPr/>
          <a:lstStyle/>
          <a:p>
            <a:r>
              <a:rPr lang="en-US" altLang="en-US" sz="3600" dirty="0"/>
              <a:t>What is a bootstrap?</a:t>
            </a:r>
          </a:p>
        </p:txBody>
      </p:sp>
      <p:sp>
        <p:nvSpPr>
          <p:cNvPr id="53251" name="Content Placeholder 2"/>
          <p:cNvSpPr>
            <a:spLocks noGrp="1"/>
          </p:cNvSpPr>
          <p:nvPr>
            <p:ph idx="1"/>
          </p:nvPr>
        </p:nvSpPr>
        <p:spPr/>
        <p:txBody>
          <a:bodyPr/>
          <a:lstStyle/>
          <a:p>
            <a:pPr>
              <a:defRPr/>
            </a:pPr>
            <a:r>
              <a:rPr lang="en-US" altLang="en-US" sz="1800" dirty="0"/>
              <a:t>Bootstrap is a front-end framework and web design kit for building modern web sites. With Bootstrap you can build an entire web site from scratch. So it gives you not only a starting point, but also all the building blocks you may need to create your site. </a:t>
            </a:r>
          </a:p>
          <a:p>
            <a:pPr>
              <a:defRPr/>
            </a:pPr>
            <a:r>
              <a:rPr lang="en-US" altLang="en-US" sz="1800" dirty="0"/>
              <a:t>The Bootstrap’s download contains only files for CSS and JS components, plus an icon font. </a:t>
            </a:r>
          </a:p>
          <a:p>
            <a:pPr>
              <a:defRPr/>
            </a:pPr>
            <a:r>
              <a:rPr lang="en-US" altLang="en-US" sz="1800" dirty="0"/>
              <a:t>Bootstrap Demo (1:20)</a:t>
            </a:r>
          </a:p>
          <a:p>
            <a:pPr marL="0" indent="0">
              <a:buFontTx/>
              <a:buNone/>
              <a:defRPr/>
            </a:pPr>
            <a:r>
              <a:rPr lang="en-US" altLang="en-US" sz="1800" dirty="0"/>
              <a:t>     https://www.youtube.com/watch?v=wesUO81YX0U</a:t>
            </a:r>
          </a:p>
        </p:txBody>
      </p:sp>
    </p:spTree>
    <p:custDataLst>
      <p:tags r:id="rId1"/>
    </p:custData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Title 1"/>
          <p:cNvSpPr>
            <a:spLocks noGrp="1"/>
          </p:cNvSpPr>
          <p:nvPr>
            <p:ph type="title"/>
          </p:nvPr>
        </p:nvSpPr>
        <p:spPr/>
        <p:txBody>
          <a:bodyPr/>
          <a:lstStyle/>
          <a:p>
            <a:pPr algn="l"/>
            <a:r>
              <a:rPr lang="en-US" altLang="en-US" sz="3600"/>
              <a:t>Why Bootstrap? Benefits:</a:t>
            </a:r>
          </a:p>
        </p:txBody>
      </p:sp>
      <p:sp>
        <p:nvSpPr>
          <p:cNvPr id="3" name="Content Placeholder 2"/>
          <p:cNvSpPr>
            <a:spLocks noGrp="1"/>
          </p:cNvSpPr>
          <p:nvPr>
            <p:ph idx="1"/>
          </p:nvPr>
        </p:nvSpPr>
        <p:spPr>
          <a:xfrm>
            <a:off x="457200" y="1409700"/>
            <a:ext cx="8229600" cy="4525963"/>
          </a:xfrm>
        </p:spPr>
        <p:txBody>
          <a:bodyPr>
            <a:normAutofit fontScale="85000" lnSpcReduction="20000"/>
          </a:bodyPr>
          <a:lstStyle/>
          <a:p>
            <a:pPr>
              <a:defRPr/>
            </a:pPr>
            <a:r>
              <a:rPr lang="en-US" sz="2000" dirty="0"/>
              <a:t>Mobile-first approach</a:t>
            </a:r>
          </a:p>
          <a:p>
            <a:pPr>
              <a:defRPr/>
            </a:pPr>
            <a:r>
              <a:rPr lang="en-US" sz="2000" dirty="0"/>
              <a:t>Browser compatibility</a:t>
            </a:r>
          </a:p>
          <a:p>
            <a:pPr>
              <a:defRPr/>
            </a:pPr>
            <a:r>
              <a:rPr lang="en-US" sz="2000" dirty="0"/>
              <a:t>Accessibility</a:t>
            </a:r>
          </a:p>
          <a:p>
            <a:pPr>
              <a:defRPr/>
            </a:pPr>
            <a:r>
              <a:rPr lang="en-US" sz="2000" dirty="0"/>
              <a:t>CSS grid system</a:t>
            </a:r>
          </a:p>
          <a:p>
            <a:pPr>
              <a:defRPr/>
            </a:pPr>
            <a:r>
              <a:rPr lang="en-US" sz="2000" dirty="0"/>
              <a:t>Ready-to-use components and utilities</a:t>
            </a:r>
          </a:p>
          <a:p>
            <a:pPr marL="0" indent="0">
              <a:buFontTx/>
              <a:buNone/>
              <a:defRPr/>
            </a:pPr>
            <a:endParaRPr lang="en-US" sz="2000" dirty="0"/>
          </a:p>
          <a:p>
            <a:pPr marL="0" indent="0">
              <a:buFontTx/>
              <a:buNone/>
              <a:defRPr/>
            </a:pPr>
            <a:r>
              <a:rPr lang="en-US" sz="2000" dirty="0"/>
              <a:t>Components and utilities are listed below:</a:t>
            </a:r>
          </a:p>
          <a:p>
            <a:pPr>
              <a:defRPr/>
            </a:pPr>
            <a:r>
              <a:rPr lang="en-US" sz="2000" dirty="0"/>
              <a:t>Grid – a utility for laying out your design</a:t>
            </a:r>
          </a:p>
          <a:p>
            <a:pPr>
              <a:defRPr/>
            </a:pPr>
            <a:r>
              <a:rPr lang="en-US" sz="2000" dirty="0"/>
              <a:t>Icons – resolution independent icon set</a:t>
            </a:r>
          </a:p>
          <a:p>
            <a:pPr>
              <a:defRPr/>
            </a:pPr>
            <a:r>
              <a:rPr lang="en-US" sz="2000" dirty="0"/>
              <a:t>CSS base styling classes</a:t>
            </a:r>
          </a:p>
          <a:p>
            <a:pPr>
              <a:defRPr/>
            </a:pPr>
            <a:r>
              <a:rPr lang="en-US" sz="2000" dirty="0"/>
              <a:t>CSS components – styled HTML components</a:t>
            </a:r>
          </a:p>
          <a:p>
            <a:pPr>
              <a:defRPr/>
            </a:pPr>
            <a:r>
              <a:rPr lang="en-US" sz="2000" dirty="0"/>
              <a:t>JS widgets – a nice set of interactive components</a:t>
            </a:r>
          </a:p>
          <a:p>
            <a:pPr>
              <a:defRPr/>
            </a:pPr>
            <a:r>
              <a:rPr lang="en-US" sz="2000" dirty="0"/>
              <a:t>Starting templates and examples</a:t>
            </a:r>
          </a:p>
          <a:p>
            <a:pPr>
              <a:defRPr/>
            </a:pPr>
            <a:endParaRPr lang="en-US" sz="2000" dirty="0"/>
          </a:p>
        </p:txBody>
      </p:sp>
    </p:spTree>
    <p:custDataLst>
      <p:tags r:id="rId1"/>
    </p:custData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Title 1"/>
          <p:cNvSpPr>
            <a:spLocks noGrp="1"/>
          </p:cNvSpPr>
          <p:nvPr>
            <p:ph type="title"/>
          </p:nvPr>
        </p:nvSpPr>
        <p:spPr>
          <a:xfrm>
            <a:off x="457200" y="341312"/>
            <a:ext cx="8229600" cy="1143001"/>
          </a:xfrm>
        </p:spPr>
        <p:txBody>
          <a:bodyPr/>
          <a:lstStyle/>
          <a:p>
            <a:r>
              <a:rPr lang="en-US" altLang="en-US" sz="3600" dirty="0"/>
              <a:t> Using Boilerplate plus Bootstrap</a:t>
            </a:r>
          </a:p>
        </p:txBody>
      </p:sp>
      <p:sp>
        <p:nvSpPr>
          <p:cNvPr id="55299" name="Content Placeholder 2"/>
          <p:cNvSpPr>
            <a:spLocks noGrp="1"/>
          </p:cNvSpPr>
          <p:nvPr>
            <p:ph idx="1"/>
          </p:nvPr>
        </p:nvSpPr>
        <p:spPr>
          <a:xfrm>
            <a:off x="457200" y="1484313"/>
            <a:ext cx="8229600" cy="4525962"/>
          </a:xfrm>
        </p:spPr>
        <p:txBody>
          <a:bodyPr/>
          <a:lstStyle/>
          <a:p>
            <a:r>
              <a:rPr lang="en-US" altLang="en-US" sz="1600"/>
              <a:t>Boilerplate is more server-side oriented – a good starting template if you work with server-side technologies such as PHP.</a:t>
            </a:r>
          </a:p>
          <a:p>
            <a:r>
              <a:rPr lang="en-US" altLang="en-US" sz="1600"/>
              <a:t>Bootstrap is a client-side solution – a complete toolkit for building client-side web sites.</a:t>
            </a:r>
          </a:p>
          <a:p>
            <a:r>
              <a:rPr lang="en-US" altLang="en-US" sz="1600"/>
              <a:t>Boilerplate is only a starting code base and you can add whatever components you need later on.</a:t>
            </a:r>
          </a:p>
          <a:p>
            <a:r>
              <a:rPr lang="en-US" altLang="en-US" sz="1600"/>
              <a:t>Bootstrap on the contrary has a full set of ready-to-use components that you can use right now.</a:t>
            </a:r>
          </a:p>
          <a:p>
            <a:r>
              <a:rPr lang="en-US" altLang="en-US" sz="1600"/>
              <a:t>You can combine Boilerplate with Bootstrap to get the best benefits of both.</a:t>
            </a:r>
          </a:p>
        </p:txBody>
      </p:sp>
      <p:sp>
        <p:nvSpPr>
          <p:cNvPr id="55300" name="TextBox 1"/>
          <p:cNvSpPr txBox="1">
            <a:spLocks noChangeArrowheads="1"/>
          </p:cNvSpPr>
          <p:nvPr/>
        </p:nvSpPr>
        <p:spPr bwMode="auto">
          <a:xfrm>
            <a:off x="1979613" y="4652963"/>
            <a:ext cx="3968750"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r>
              <a:rPr lang="en-US" altLang="en-US" sz="1800"/>
              <a:t> Boilerplate is like the skeleton and</a:t>
            </a:r>
          </a:p>
          <a:p>
            <a:pPr>
              <a:spcBef>
                <a:spcPct val="0"/>
              </a:spcBef>
              <a:buFontTx/>
              <a:buNone/>
            </a:pPr>
            <a:r>
              <a:rPr lang="en-US" altLang="en-US" sz="1800"/>
              <a:t> Bootstrap is the flesh for the website</a:t>
            </a:r>
          </a:p>
        </p:txBody>
      </p:sp>
    </p:spTree>
    <p:custDataLst>
      <p:tags r:id="rId1"/>
    </p:custData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Title 1"/>
          <p:cNvSpPr>
            <a:spLocks noGrp="1"/>
          </p:cNvSpPr>
          <p:nvPr>
            <p:ph type="title"/>
          </p:nvPr>
        </p:nvSpPr>
        <p:spPr/>
        <p:txBody>
          <a:bodyPr/>
          <a:lstStyle/>
          <a:p>
            <a:r>
              <a:rPr lang="en-US" altLang="en-US"/>
              <a:t>Boilerplate/Bootstrap resources</a:t>
            </a:r>
          </a:p>
        </p:txBody>
      </p:sp>
      <p:sp>
        <p:nvSpPr>
          <p:cNvPr id="3" name="Content Placeholder 2"/>
          <p:cNvSpPr>
            <a:spLocks noGrp="1"/>
          </p:cNvSpPr>
          <p:nvPr>
            <p:ph idx="1"/>
          </p:nvPr>
        </p:nvSpPr>
        <p:spPr/>
        <p:txBody>
          <a:bodyPr>
            <a:normAutofit fontScale="92500" lnSpcReduction="20000"/>
          </a:bodyPr>
          <a:lstStyle/>
          <a:p>
            <a:pPr>
              <a:defRPr/>
            </a:pPr>
            <a:r>
              <a:rPr lang="en-US" sz="2400" dirty="0"/>
              <a:t>Google </a:t>
            </a:r>
            <a:r>
              <a:rPr lang="en-US" sz="2400" dirty="0" err="1"/>
              <a:t>Webkit</a:t>
            </a:r>
            <a:r>
              <a:rPr lang="en-US" sz="2400" dirty="0"/>
              <a:t> boilerplate:</a:t>
            </a:r>
          </a:p>
          <a:p>
            <a:pPr marL="0" indent="0">
              <a:buFontTx/>
              <a:buNone/>
              <a:defRPr/>
            </a:pPr>
            <a:r>
              <a:rPr lang="en-US" sz="1800" dirty="0">
                <a:hlinkClick r:id="rId4"/>
              </a:rPr>
              <a:t>http://www.sitepoint.com/google-launches-web-starter-kit/</a:t>
            </a:r>
            <a:endParaRPr lang="en-US" sz="1800" dirty="0"/>
          </a:p>
          <a:p>
            <a:pPr marL="0" indent="0">
              <a:buFontTx/>
              <a:buNone/>
              <a:defRPr/>
            </a:pPr>
            <a:endParaRPr lang="en-US" dirty="0"/>
          </a:p>
          <a:p>
            <a:pPr>
              <a:defRPr/>
            </a:pPr>
            <a:r>
              <a:rPr lang="en-US" sz="2400" dirty="0"/>
              <a:t>Skeleton</a:t>
            </a:r>
          </a:p>
          <a:p>
            <a:pPr marL="0" indent="0">
              <a:buFontTx/>
              <a:buNone/>
              <a:defRPr/>
            </a:pPr>
            <a:r>
              <a:rPr lang="en-US" sz="1800" dirty="0">
                <a:hlinkClick r:id="rId5"/>
              </a:rPr>
              <a:t>http://www.getskeleton.com/</a:t>
            </a:r>
            <a:endParaRPr lang="en-US" sz="1800" dirty="0"/>
          </a:p>
          <a:p>
            <a:pPr marL="0" indent="0">
              <a:buFontTx/>
              <a:buNone/>
              <a:defRPr/>
            </a:pPr>
            <a:endParaRPr lang="en-US" sz="1800" dirty="0"/>
          </a:p>
          <a:p>
            <a:pPr>
              <a:defRPr/>
            </a:pPr>
            <a:r>
              <a:rPr lang="en-US" sz="2000" dirty="0"/>
              <a:t>HTML5 Boilerplate</a:t>
            </a:r>
          </a:p>
          <a:p>
            <a:pPr marL="0" indent="0">
              <a:buFontTx/>
              <a:buNone/>
              <a:defRPr/>
            </a:pPr>
            <a:r>
              <a:rPr lang="en-US" sz="1800" dirty="0">
                <a:hlinkClick r:id="rId6" tooltip="HTML5 Boilerplate"/>
              </a:rPr>
              <a:t>html5boilerplate.com</a:t>
            </a:r>
            <a:endParaRPr lang="en-US" sz="1800" dirty="0"/>
          </a:p>
          <a:p>
            <a:pPr marL="0" indent="0">
              <a:buFontTx/>
              <a:buNone/>
              <a:defRPr/>
            </a:pPr>
            <a:endParaRPr lang="en-US" sz="2000" dirty="0"/>
          </a:p>
          <a:p>
            <a:pPr marL="0" indent="0">
              <a:buFontTx/>
              <a:buNone/>
              <a:defRPr/>
            </a:pPr>
            <a:endParaRPr lang="en-US" sz="2000" dirty="0"/>
          </a:p>
          <a:p>
            <a:pPr>
              <a:defRPr/>
            </a:pPr>
            <a:r>
              <a:rPr lang="en-US" sz="2000" dirty="0"/>
              <a:t>Learn Bootstrap  @ w3schools</a:t>
            </a:r>
          </a:p>
          <a:p>
            <a:pPr marL="0" indent="0">
              <a:buFontTx/>
              <a:buNone/>
              <a:defRPr/>
            </a:pPr>
            <a:r>
              <a:rPr lang="en-US" sz="1600" dirty="0"/>
              <a:t>http://www.w3schools.com/bootstrap/default.asp</a:t>
            </a:r>
          </a:p>
        </p:txBody>
      </p:sp>
      <p:pic>
        <p:nvPicPr>
          <p:cNvPr id="57348" name="Picture 3"/>
          <p:cNvPicPr>
            <a:picLocks noChangeAspect="1"/>
          </p:cNvPicPr>
          <p:nvPr/>
        </p:nvPicPr>
        <p:blipFill>
          <a:blip r:embed="rId7">
            <a:extLst>
              <a:ext uri="{28A0092B-C50C-407E-A947-70E740481C1C}">
                <a14:useLocalDpi xmlns:a14="http://schemas.microsoft.com/office/drawing/2010/main" val="0"/>
              </a:ext>
            </a:extLst>
          </a:blip>
          <a:srcRect/>
          <a:stretch>
            <a:fillRect/>
          </a:stretch>
        </p:blipFill>
        <p:spPr bwMode="auto">
          <a:xfrm>
            <a:off x="6831013" y="1600200"/>
            <a:ext cx="1890712" cy="1039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7349" name="Picture 4"/>
          <p:cNvPicPr>
            <a:picLocks noChangeAspect="1"/>
          </p:cNvPicPr>
          <p:nvPr/>
        </p:nvPicPr>
        <p:blipFill>
          <a:blip r:embed="rId8">
            <a:extLst>
              <a:ext uri="{28A0092B-C50C-407E-A947-70E740481C1C}">
                <a14:useLocalDpi xmlns:a14="http://schemas.microsoft.com/office/drawing/2010/main" val="0"/>
              </a:ext>
            </a:extLst>
          </a:blip>
          <a:srcRect/>
          <a:stretch>
            <a:fillRect/>
          </a:stretch>
        </p:blipFill>
        <p:spPr bwMode="auto">
          <a:xfrm>
            <a:off x="7235825" y="3214688"/>
            <a:ext cx="1419225"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7350" name="Picture 5"/>
          <p:cNvPicPr>
            <a:picLocks noChangeAspect="1"/>
          </p:cNvPicPr>
          <p:nvPr/>
        </p:nvPicPr>
        <p:blipFill>
          <a:blip r:embed="rId9">
            <a:extLst>
              <a:ext uri="{28A0092B-C50C-407E-A947-70E740481C1C}">
                <a14:useLocalDpi xmlns:a14="http://schemas.microsoft.com/office/drawing/2010/main" val="0"/>
              </a:ext>
            </a:extLst>
          </a:blip>
          <a:srcRect/>
          <a:stretch>
            <a:fillRect/>
          </a:stretch>
        </p:blipFill>
        <p:spPr bwMode="auto">
          <a:xfrm>
            <a:off x="5805488" y="4295775"/>
            <a:ext cx="2971800" cy="409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7351" name="Picture 6"/>
          <p:cNvPicPr>
            <a:picLocks noChangeAspect="1"/>
          </p:cNvPicPr>
          <p:nvPr/>
        </p:nvPicPr>
        <p:blipFill>
          <a:blip r:embed="rId10">
            <a:extLst>
              <a:ext uri="{28A0092B-C50C-407E-A947-70E740481C1C}">
                <a14:useLocalDpi xmlns:a14="http://schemas.microsoft.com/office/drawing/2010/main" val="0"/>
              </a:ext>
            </a:extLst>
          </a:blip>
          <a:srcRect/>
          <a:stretch>
            <a:fillRect/>
          </a:stretch>
        </p:blipFill>
        <p:spPr bwMode="auto">
          <a:xfrm>
            <a:off x="6604000" y="5030788"/>
            <a:ext cx="2119313" cy="16240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ustDataLst>
      <p:tags r:id="rId1"/>
    </p:custData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PROJECT_OPEN" val="0"/>
  <p:tag name="ARTICULATE_SLIDE_COUNT" val="10"/>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a:themeElements>
    <a:clrScheme name="Ion">
      <a:dk1>
        <a:sysClr val="windowText" lastClr="000000"/>
      </a:dk1>
      <a:lt1>
        <a:sysClr val="window" lastClr="FFFFFF"/>
      </a:lt1>
      <a:dk2>
        <a:srgbClr val="1E5155"/>
      </a:dk2>
      <a:lt2>
        <a:srgbClr val="EBEBEB"/>
      </a:lt2>
      <a:accent1>
        <a:srgbClr val="B01513"/>
      </a:accent1>
      <a:accent2>
        <a:srgbClr val="EA6312"/>
      </a:accent2>
      <a:accent3>
        <a:srgbClr val="E6B729"/>
      </a:accent3>
      <a:accent4>
        <a:srgbClr val="6AAC90"/>
      </a:accent4>
      <a:accent5>
        <a:srgbClr val="5F9C9D"/>
      </a:accent5>
      <a:accent6>
        <a:srgbClr val="9E5E9B"/>
      </a:accent6>
      <a:hlink>
        <a:srgbClr val="58C1BA"/>
      </a:hlink>
      <a:folHlink>
        <a:srgbClr val="9DD0CB"/>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292E63A9-BB86-4E3D-B92A-7223C6510D2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Ion</Template>
  <TotalTime>5401</TotalTime>
  <Words>755</Words>
  <Application>Microsoft Office PowerPoint</Application>
  <PresentationFormat>On-screen Show (4:3)</PresentationFormat>
  <Paragraphs>90</Paragraphs>
  <Slides>10</Slides>
  <Notes>6</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10</vt:i4>
      </vt:variant>
    </vt:vector>
  </HeadingPairs>
  <TitlesOfParts>
    <vt:vector size="15" baseType="lpstr">
      <vt:lpstr>Arial</vt:lpstr>
      <vt:lpstr>Calibri</vt:lpstr>
      <vt:lpstr>Century Gothic</vt:lpstr>
      <vt:lpstr>Wingdings 3</vt:lpstr>
      <vt:lpstr>Ion</vt:lpstr>
      <vt:lpstr>PowerPoint Presentation</vt:lpstr>
      <vt:lpstr>UI Frameworks, Boilerplates &amp; Bootstraps</vt:lpstr>
      <vt:lpstr>What is Boilerplate?</vt:lpstr>
      <vt:lpstr>HTML5 Boilerplate Resource </vt:lpstr>
      <vt:lpstr>Why Boilerplate? Benefits:</vt:lpstr>
      <vt:lpstr>Examples of boilerplate benefits:</vt:lpstr>
      <vt:lpstr>What is a bootstrap?</vt:lpstr>
      <vt:lpstr>Why Bootstrap? Benefits:</vt:lpstr>
      <vt:lpstr> Using Boilerplate plus Bootstrap</vt:lpstr>
      <vt:lpstr>Boilerplate/Bootstrap resources</vt:lpstr>
    </vt:vector>
  </TitlesOfParts>
  <Company>Toshiba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Diapositiva 1</dc:title>
  <dc:creator>Mariajose</dc:creator>
  <cp:lastModifiedBy>LOW TOMMY</cp:lastModifiedBy>
  <cp:revision>744</cp:revision>
  <dcterms:created xsi:type="dcterms:W3CDTF">2010-05-23T14:28:12Z</dcterms:created>
  <dcterms:modified xsi:type="dcterms:W3CDTF">2019-10-29T02:02:08Z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rticulateGUID">
    <vt:lpwstr>B923B975-E393-4A97-A3A6-2FD1DE827B77</vt:lpwstr>
  </property>
  <property fmtid="{D5CDD505-2E9C-101B-9397-08002B2CF9AE}" pid="3" name="ArticulatePath">
    <vt:lpwstr>UIFrameworks_Boilerplates (2019)</vt:lpwstr>
  </property>
</Properties>
</file>