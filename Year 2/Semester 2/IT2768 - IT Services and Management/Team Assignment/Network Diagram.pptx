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3114-982C-417C-99A3-0A234BC6E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E25EC-1F49-4344-BC67-786E4D040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DCA8F-A06F-4332-8524-DF90CBC1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AB9D0-FD78-4C6A-BB7A-CD380C73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8927D-C2C3-4F30-B01C-9E32FBB59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361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81D6-11F1-456A-A717-AE96218B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54EBE-E6F4-4A0B-B406-9FA4F15F0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5CB8-00E4-42CB-89BB-B8BFA704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62E34-EFFD-42AF-9F61-2652E5E5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1B462-2E88-472D-9E5D-C03C847D6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864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7A8A-3FB2-40F1-BE21-73D1BE51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D01EF-B4EC-4329-80E7-9CA6F8FC1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D604C-CDAA-49D4-BE55-34584362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2E347-3594-4CE5-A8BB-3B1F4B4D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BFC9-E52B-490F-B1C1-D51E93EC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6014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A1A0-A09A-4F6A-88DB-18BD647E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111A-35C3-4589-A0A2-355CD049F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4EAAF-E0CC-4478-8B1D-A2D2A5E5B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F8293-F1BB-4BED-BB59-8C6B4F45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83F2-E165-4A0E-B7F7-1CA24A71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1898C-3FC2-43A8-9062-0E5517C2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688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1BF6-8CB6-4592-A0BC-8180B449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ACD2B-C10B-4AB8-A31F-126E5D40F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98E0-A3AD-4E53-BEED-703BBF2A4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4E319-B9BB-45F9-9690-5A8635A53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384BF-B3E0-43AE-868C-FC6D506EA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02CD50-C48C-4611-B0AD-68EF40000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0EF03-D946-4A2E-8CF4-48263599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FB1DF-6555-490C-8EF7-580D0D18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254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92BE-5F00-46E9-959C-AC0AE5E2E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35541E-FAAA-40D0-8BFF-DE053EC5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F8AD8-4293-4E27-9E63-BEF818C4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582C1-C37E-4FBA-887E-67877979C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521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84773-2709-4CB5-9FD8-37FEC23D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6E534-9366-426E-A571-673E842A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5593C-97CB-4F44-AD08-DB5E4DEC9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915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523E-C21B-4355-90D5-CBE673BB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B1778-B909-44B3-9ECC-3AEB3974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67D3F-AB12-4F37-8D86-FB1CF36D2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2CC8C-7E73-49E7-AC5F-9E734C6D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39CEA-376A-4A9B-B0D2-17CA5B649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E3FB3-2178-4C4D-B3CC-06FE60FE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109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8A87-BE07-4CA4-887D-E893C9A0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87ED2-AC88-437E-BFE7-86AD00426F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D2CAD-5A48-4D66-B62C-12550447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E9FA0-5F01-4293-BA15-ED2C0E88D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0DF72-E446-41C9-9432-5C858348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53FBC-AB3F-49A2-9B5E-653B2C75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1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29FF-B2E9-4B55-BBAD-CF90231C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A7155-19B7-472E-957A-3A4D69691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68F6-4F64-464C-8809-D38002F1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332DF-B4AA-493C-913F-DA26ABA3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3F6E0-159D-49BB-ADE6-364B8BA4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2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76808-6CA6-4032-9EE9-347752734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CE0FA-5CF1-4EA1-8BDE-EC70DA843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4646-EFF6-4ABB-8C83-615594C9E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19289-2952-42D3-A7D2-007AD1742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F42CC-86FE-4E9E-9D10-F0A23CA5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093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C6AB6-9B81-49B8-B0F2-F3F7B2C7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A9FBE-2030-44DD-9C31-72CBDE60D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57A01-2DEC-4194-820A-AC0012988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FE17D-DD03-40DC-B8C0-C6A075666191}" type="datetimeFigureOut">
              <a:rPr lang="en-SG" smtClean="0"/>
              <a:t>2/1/2020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6417B-4B06-46C7-A0B9-FE847E1D2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74559-FC82-4CB6-96CD-30AC43466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9FFAA-DED3-4777-B001-60421420265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169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3B837C-0B93-4B9E-B6ED-D806DA4AC773}"/>
              </a:ext>
            </a:extLst>
          </p:cNvPr>
          <p:cNvSpPr/>
          <p:nvPr/>
        </p:nvSpPr>
        <p:spPr>
          <a:xfrm>
            <a:off x="2066677" y="1149628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Router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EBC6F-0F07-44D0-8A55-B20549754954}"/>
              </a:ext>
            </a:extLst>
          </p:cNvPr>
          <p:cNvSpPr/>
          <p:nvPr/>
        </p:nvSpPr>
        <p:spPr>
          <a:xfrm>
            <a:off x="1217875" y="2195886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BAED84-94DA-48C1-87D2-23632B743E8C}"/>
              </a:ext>
            </a:extLst>
          </p:cNvPr>
          <p:cNvSpPr/>
          <p:nvPr/>
        </p:nvSpPr>
        <p:spPr>
          <a:xfrm>
            <a:off x="2952584" y="2201188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DED1A-79F9-4E8A-AD4C-C1D052503A25}"/>
              </a:ext>
            </a:extLst>
          </p:cNvPr>
          <p:cNvSpPr/>
          <p:nvPr/>
        </p:nvSpPr>
        <p:spPr>
          <a:xfrm>
            <a:off x="265043" y="3242144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PC1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0BDB01-5B01-4706-83B2-7F7034FE39DA}"/>
              </a:ext>
            </a:extLst>
          </p:cNvPr>
          <p:cNvSpPr/>
          <p:nvPr/>
        </p:nvSpPr>
        <p:spPr>
          <a:xfrm>
            <a:off x="1529964" y="3242144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PC2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C387B-1B9A-4FA8-A90C-AB5D41D1BA78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754588" y="1523340"/>
            <a:ext cx="848802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31942E-F3BD-4903-AA25-D6F3E7DF3846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801756" y="2569598"/>
            <a:ext cx="952832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CE522F1-2848-4BD9-8804-913CDB18E5DE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1754588" y="2569598"/>
            <a:ext cx="312089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79CFC2-F7CB-4E39-9A9D-165E9D34BF80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603390" y="1523340"/>
            <a:ext cx="885907" cy="677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A341E0A-69FD-4F9D-84D9-00D11A5129F7}"/>
              </a:ext>
            </a:extLst>
          </p:cNvPr>
          <p:cNvSpPr/>
          <p:nvPr/>
        </p:nvSpPr>
        <p:spPr>
          <a:xfrm>
            <a:off x="8103042" y="1149628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Router</a:t>
            </a:r>
            <a:endParaRPr lang="en-SG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2A7C-EE3E-4E29-AB0E-59D1F3D6C61F}"/>
              </a:ext>
            </a:extLst>
          </p:cNvPr>
          <p:cNvSpPr/>
          <p:nvPr/>
        </p:nvSpPr>
        <p:spPr>
          <a:xfrm>
            <a:off x="3423037" y="784531"/>
            <a:ext cx="981986" cy="11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Firewall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E48C77-605D-4428-B76C-980AD73799CE}"/>
              </a:ext>
            </a:extLst>
          </p:cNvPr>
          <p:cNvCxnSpPr>
            <a:stCxn id="4" idx="3"/>
            <a:endCxn id="20" idx="1"/>
          </p:cNvCxnSpPr>
          <p:nvPr/>
        </p:nvCxnSpPr>
        <p:spPr>
          <a:xfrm>
            <a:off x="3140103" y="1336484"/>
            <a:ext cx="28293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D249382-6FC7-4D3B-BCF5-CD3685FFCC2E}"/>
              </a:ext>
            </a:extLst>
          </p:cNvPr>
          <p:cNvSpPr/>
          <p:nvPr/>
        </p:nvSpPr>
        <p:spPr>
          <a:xfrm>
            <a:off x="6823544" y="784531"/>
            <a:ext cx="981986" cy="110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Firewall</a:t>
            </a:r>
            <a:endParaRPr lang="en-SG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CC6FA4-4E35-44EB-A147-A69C0A315EB8}"/>
              </a:ext>
            </a:extLst>
          </p:cNvPr>
          <p:cNvSpPr/>
          <p:nvPr/>
        </p:nvSpPr>
        <p:spPr>
          <a:xfrm>
            <a:off x="4844664" y="246490"/>
            <a:ext cx="1556136" cy="7553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Internet</a:t>
            </a:r>
            <a:endParaRPr lang="en-SG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6C6A4E-FBB8-42CA-9EE8-97D014C32476}"/>
              </a:ext>
            </a:extLst>
          </p:cNvPr>
          <p:cNvCxnSpPr>
            <a:stCxn id="20" idx="3"/>
            <a:endCxn id="24" idx="2"/>
          </p:cNvCxnSpPr>
          <p:nvPr/>
        </p:nvCxnSpPr>
        <p:spPr>
          <a:xfrm flipV="1">
            <a:off x="4405023" y="624177"/>
            <a:ext cx="439641" cy="712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10A325-640A-46D1-86C4-A03E2333FD00}"/>
              </a:ext>
            </a:extLst>
          </p:cNvPr>
          <p:cNvCxnSpPr>
            <a:cxnSpLocks/>
            <a:stCxn id="23" idx="1"/>
            <a:endCxn id="24" idx="6"/>
          </p:cNvCxnSpPr>
          <p:nvPr/>
        </p:nvCxnSpPr>
        <p:spPr>
          <a:xfrm flipH="1" flipV="1">
            <a:off x="6400800" y="624177"/>
            <a:ext cx="422744" cy="712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C62841-F820-4B7D-8962-C8FA5F8EFE76}"/>
              </a:ext>
            </a:extLst>
          </p:cNvPr>
          <p:cNvCxnSpPr>
            <a:cxnSpLocks/>
            <a:stCxn id="19" idx="1"/>
            <a:endCxn id="23" idx="3"/>
          </p:cNvCxnSpPr>
          <p:nvPr/>
        </p:nvCxnSpPr>
        <p:spPr>
          <a:xfrm flipH="1">
            <a:off x="7805530" y="1336484"/>
            <a:ext cx="29751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111A4A2-4DC9-41F8-831D-516FFF972B1E}"/>
              </a:ext>
            </a:extLst>
          </p:cNvPr>
          <p:cNvSpPr/>
          <p:nvPr/>
        </p:nvSpPr>
        <p:spPr>
          <a:xfrm>
            <a:off x="7166113" y="2190584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021C2C-219D-45BF-A01E-43119A6B4791}"/>
              </a:ext>
            </a:extLst>
          </p:cNvPr>
          <p:cNvSpPr/>
          <p:nvPr/>
        </p:nvSpPr>
        <p:spPr>
          <a:xfrm>
            <a:off x="8900822" y="2195886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Switch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09DBA12-73EB-4304-AA2B-EA0D0CC4FCD5}"/>
              </a:ext>
            </a:extLst>
          </p:cNvPr>
          <p:cNvCxnSpPr>
            <a:cxnSpLocks/>
            <a:stCxn id="19" idx="2"/>
            <a:endCxn id="34" idx="0"/>
          </p:cNvCxnSpPr>
          <p:nvPr/>
        </p:nvCxnSpPr>
        <p:spPr>
          <a:xfrm flipH="1">
            <a:off x="7702826" y="1523340"/>
            <a:ext cx="936929" cy="667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9C1892-B89E-4DB5-B9A5-CDB6632EA4C8}"/>
              </a:ext>
            </a:extLst>
          </p:cNvPr>
          <p:cNvCxnSpPr>
            <a:cxnSpLocks/>
            <a:stCxn id="19" idx="2"/>
            <a:endCxn id="35" idx="0"/>
          </p:cNvCxnSpPr>
          <p:nvPr/>
        </p:nvCxnSpPr>
        <p:spPr>
          <a:xfrm>
            <a:off x="8639755" y="1523340"/>
            <a:ext cx="797780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A700908-1631-4678-9148-25D0C8F80190}"/>
              </a:ext>
            </a:extLst>
          </p:cNvPr>
          <p:cNvSpPr/>
          <p:nvPr/>
        </p:nvSpPr>
        <p:spPr>
          <a:xfrm>
            <a:off x="8546658" y="3242144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PC1</a:t>
            </a:r>
            <a:endParaRPr lang="en-SG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325644-BBD1-46FC-A12C-FA15CC20327C}"/>
              </a:ext>
            </a:extLst>
          </p:cNvPr>
          <p:cNvSpPr/>
          <p:nvPr/>
        </p:nvSpPr>
        <p:spPr>
          <a:xfrm>
            <a:off x="9802633" y="3242144"/>
            <a:ext cx="1073426" cy="373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PC2</a:t>
            </a:r>
            <a:endParaRPr lang="en-SG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463C42F-2B23-4DD7-B389-EB75F3CB1440}"/>
              </a:ext>
            </a:extLst>
          </p:cNvPr>
          <p:cNvCxnSpPr>
            <a:cxnSpLocks/>
            <a:stCxn id="35" idx="2"/>
            <a:endCxn id="43" idx="0"/>
          </p:cNvCxnSpPr>
          <p:nvPr/>
        </p:nvCxnSpPr>
        <p:spPr>
          <a:xfrm flipH="1">
            <a:off x="9083371" y="2569598"/>
            <a:ext cx="354164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1E0324C-23AD-4E12-967E-D38B7992EB9F}"/>
              </a:ext>
            </a:extLst>
          </p:cNvPr>
          <p:cNvSpPr txBox="1"/>
          <p:nvPr/>
        </p:nvSpPr>
        <p:spPr>
          <a:xfrm>
            <a:off x="1754588" y="208209"/>
            <a:ext cx="1836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Data Centre</a:t>
            </a:r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F69734-4821-4172-B786-6D65C40DC8DA}"/>
              </a:ext>
            </a:extLst>
          </p:cNvPr>
          <p:cNvSpPr txBox="1"/>
          <p:nvPr/>
        </p:nvSpPr>
        <p:spPr>
          <a:xfrm>
            <a:off x="7721298" y="208209"/>
            <a:ext cx="203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Backup Data Centre</a:t>
            </a:r>
            <a:endParaRPr lang="en-SG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3936611-7A2B-43A1-B0AF-5CD0FEE05935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9437535" y="2569598"/>
            <a:ext cx="901811" cy="672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D545722-8AB4-4B01-A0F3-4848222F4D61}"/>
              </a:ext>
            </a:extLst>
          </p:cNvPr>
          <p:cNvCxnSpPr>
            <a:cxnSpLocks/>
            <a:stCxn id="6" idx="2"/>
            <a:endCxn id="83" idx="0"/>
          </p:cNvCxnSpPr>
          <p:nvPr/>
        </p:nvCxnSpPr>
        <p:spPr>
          <a:xfrm flipH="1">
            <a:off x="2614257" y="2574900"/>
            <a:ext cx="875040" cy="1340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DC682DC-BD22-4C1A-B069-8C669752435F}"/>
              </a:ext>
            </a:extLst>
          </p:cNvPr>
          <p:cNvCxnSpPr>
            <a:cxnSpLocks/>
            <a:stCxn id="34" idx="2"/>
            <a:endCxn id="77" idx="0"/>
          </p:cNvCxnSpPr>
          <p:nvPr/>
        </p:nvCxnSpPr>
        <p:spPr>
          <a:xfrm>
            <a:off x="7702826" y="2564296"/>
            <a:ext cx="842547" cy="1348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E19A65F-0711-41EF-9EA5-3A94541E2C6D}"/>
              </a:ext>
            </a:extLst>
          </p:cNvPr>
          <p:cNvCxnSpPr>
            <a:cxnSpLocks/>
            <a:stCxn id="6" idx="2"/>
            <a:endCxn id="80" idx="0"/>
          </p:cNvCxnSpPr>
          <p:nvPr/>
        </p:nvCxnSpPr>
        <p:spPr>
          <a:xfrm>
            <a:off x="3489297" y="2574900"/>
            <a:ext cx="597462" cy="1337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B6C6E44-8E2A-4DE3-AE3D-F8EAC3775C3B}"/>
              </a:ext>
            </a:extLst>
          </p:cNvPr>
          <p:cNvCxnSpPr>
            <a:cxnSpLocks/>
            <a:stCxn id="34" idx="2"/>
            <a:endCxn id="71" idx="0"/>
          </p:cNvCxnSpPr>
          <p:nvPr/>
        </p:nvCxnSpPr>
        <p:spPr>
          <a:xfrm flipH="1">
            <a:off x="7054503" y="2564296"/>
            <a:ext cx="648323" cy="1348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8FC2411E-4900-46D7-B969-BD25DD525230}"/>
              </a:ext>
            </a:extLst>
          </p:cNvPr>
          <p:cNvSpPr/>
          <p:nvPr/>
        </p:nvSpPr>
        <p:spPr>
          <a:xfrm>
            <a:off x="6423408" y="3912628"/>
            <a:ext cx="1262190" cy="977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Backup File Server</a:t>
            </a:r>
            <a:endParaRPr lang="en-SG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35F3DE4-39A3-4738-A196-3D488E856F9C}"/>
              </a:ext>
            </a:extLst>
          </p:cNvPr>
          <p:cNvSpPr/>
          <p:nvPr/>
        </p:nvSpPr>
        <p:spPr>
          <a:xfrm>
            <a:off x="7914278" y="3912628"/>
            <a:ext cx="1262190" cy="977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Backup Database Server</a:t>
            </a:r>
            <a:endParaRPr lang="en-SG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3EE8132-01BF-428B-9998-6FAC947729F3}"/>
              </a:ext>
            </a:extLst>
          </p:cNvPr>
          <p:cNvSpPr/>
          <p:nvPr/>
        </p:nvSpPr>
        <p:spPr>
          <a:xfrm>
            <a:off x="3455664" y="3912628"/>
            <a:ext cx="1262190" cy="977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Server</a:t>
            </a:r>
            <a:endParaRPr lang="en-SG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0C30D80-4069-4E80-B576-E58F21DFF645}"/>
              </a:ext>
            </a:extLst>
          </p:cNvPr>
          <p:cNvSpPr/>
          <p:nvPr/>
        </p:nvSpPr>
        <p:spPr>
          <a:xfrm>
            <a:off x="1983162" y="3915125"/>
            <a:ext cx="1262190" cy="977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 Server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7659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29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Bryan Ang</dc:creator>
  <cp:lastModifiedBy>Bryan Ang</cp:lastModifiedBy>
  <cp:revision>3</cp:revision>
  <dcterms:created xsi:type="dcterms:W3CDTF">2020-01-02T09:30:57Z</dcterms:created>
  <dcterms:modified xsi:type="dcterms:W3CDTF">2020-01-02T09:52:39Z</dcterms:modified>
</cp:coreProperties>
</file>