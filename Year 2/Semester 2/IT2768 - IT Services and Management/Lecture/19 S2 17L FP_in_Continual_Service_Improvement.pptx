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 id="2147483797" r:id="rId2"/>
    <p:sldMasterId id="2147483811" r:id="rId3"/>
    <p:sldMasterId id="2147483815" r:id="rId4"/>
  </p:sldMasterIdLst>
  <p:notesMasterIdLst>
    <p:notesMasterId r:id="rId19"/>
  </p:notesMasterIdLst>
  <p:handoutMasterIdLst>
    <p:handoutMasterId r:id="rId20"/>
  </p:handoutMasterIdLst>
  <p:sldIdLst>
    <p:sldId id="304" r:id="rId5"/>
    <p:sldId id="307" r:id="rId6"/>
    <p:sldId id="302" r:id="rId7"/>
    <p:sldId id="303" r:id="rId8"/>
    <p:sldId id="257" r:id="rId9"/>
    <p:sldId id="308" r:id="rId10"/>
    <p:sldId id="259" r:id="rId11"/>
    <p:sldId id="260" r:id="rId12"/>
    <p:sldId id="261" r:id="rId13"/>
    <p:sldId id="262" r:id="rId14"/>
    <p:sldId id="290" r:id="rId15"/>
    <p:sldId id="292" r:id="rId16"/>
    <p:sldId id="305" r:id="rId17"/>
    <p:sldId id="306" r:id="rId1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varScale="1">
        <p:scale>
          <a:sx n="60" d="100"/>
          <a:sy n="60" d="100"/>
        </p:scale>
        <p:origin x="48" y="156"/>
      </p:cViewPr>
      <p:guideLst>
        <p:guide orient="horz" pos="2160"/>
        <p:guide pos="2880"/>
      </p:guideLst>
    </p:cSldViewPr>
  </p:slideViewPr>
  <p:notesTextViewPr>
    <p:cViewPr>
      <p:scale>
        <a:sx n="100" d="100"/>
        <a:sy n="100" d="100"/>
      </p:scale>
      <p:origin x="0" y="0"/>
    </p:cViewPr>
  </p:notesTextViewPr>
  <p:notesViewPr>
    <p:cSldViewPr>
      <p:cViewPr varScale="1">
        <p:scale>
          <a:sx n="41" d="100"/>
          <a:sy n="41" d="100"/>
        </p:scale>
        <p:origin x="2136" y="3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ctr">
              <a:defRPr sz="1300" smtClean="0"/>
            </a:lvl1pPr>
          </a:lstStyle>
          <a:p>
            <a:pPr>
              <a:defRPr/>
            </a:pPr>
            <a:r>
              <a:rPr lang="en-US" altLang="en-US"/>
              <a:t>IT2768 ITSM 2019 S2</a:t>
            </a:r>
            <a:endParaRPr lang="en-US" alt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pPr>
              <a:defRPr/>
            </a:pPr>
            <a:fld id="{88859E3E-5368-4929-A680-BF36B7E7C8FD}" type="slidenum">
              <a:rPr lang="en-US"/>
              <a:pPr>
                <a:defRPr/>
              </a:pPr>
              <a:t>‹#›</a:t>
            </a:fld>
            <a:endParaRPr lang="en-US" dirty="0"/>
          </a:p>
        </p:txBody>
      </p:sp>
      <p:sp>
        <p:nvSpPr>
          <p:cNvPr id="6" name="Header Placeholder 1"/>
          <p:cNvSpPr>
            <a:spLocks noGrp="1"/>
          </p:cNvSpPr>
          <p:nvPr/>
        </p:nvSpPr>
        <p:spPr>
          <a:xfrm>
            <a:off x="568960" y="320040"/>
            <a:ext cx="6184984" cy="480060"/>
          </a:xfrm>
          <a:prstGeom prst="rect">
            <a:avLst/>
          </a:prstGeom>
        </p:spPr>
        <p:txBody>
          <a:bodyPr lIns="96661" tIns="48331" rIns="96661" bIns="48331"/>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GB" sz="1500" dirty="0"/>
              <a:t>Diploma in </a:t>
            </a:r>
            <a:r>
              <a:rPr lang="en-GB" sz="1500" dirty="0" err="1"/>
              <a:t>Infocomm</a:t>
            </a:r>
            <a:r>
              <a:rPr lang="en-GB" sz="1500" dirty="0"/>
              <a:t> &amp; Security</a:t>
            </a:r>
          </a:p>
          <a:p>
            <a:pPr algn="ctr">
              <a:defRPr/>
            </a:pPr>
            <a:r>
              <a:rPr lang="en-GB" sz="1500" dirty="0"/>
              <a:t>School of Information Technology - Nanyang Polytechnic</a:t>
            </a:r>
            <a:endParaRPr lang="en-US" sz="1500" dirty="0"/>
          </a:p>
          <a:p>
            <a:pPr>
              <a:defRPr/>
            </a:pPr>
            <a:r>
              <a:rPr lang="en-GB" altLang="en-US" sz="1100" dirty="0">
                <a:solidFill>
                  <a:srgbClr val="000000"/>
                </a:solidFill>
                <a:ea typeface="SimSun" pitchFamily="2" charset="-122"/>
              </a:rPr>
              <a:t>	</a:t>
            </a:r>
            <a:endParaRPr lang="en-US" altLang="en-US" sz="1500" dirty="0"/>
          </a:p>
        </p:txBody>
      </p:sp>
    </p:spTree>
    <p:extLst>
      <p:ext uri="{BB962C8B-B14F-4D97-AF65-F5344CB8AC3E}">
        <p14:creationId xmlns:p14="http://schemas.microsoft.com/office/powerpoint/2010/main" val="356480920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wrap="square" lIns="96661" tIns="48331" rIns="96661" bIns="48331" numCol="1" anchor="t" anchorCtr="0" compatLnSpc="1">
            <a:prstTxWarp prst="textNoShape">
              <a:avLst/>
            </a:prstTxWarp>
          </a:bodyPr>
          <a:lstStyle>
            <a:lvl1pPr>
              <a:defRPr sz="1300"/>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wrap="square" lIns="96661" tIns="48331" rIns="96661" bIns="48331" numCol="1" anchor="t" anchorCtr="0" compatLnSpc="1">
            <a:prstTxWarp prst="textNoShape">
              <a:avLst/>
            </a:prstTxWarp>
          </a:bodyPr>
          <a:lstStyle>
            <a:lvl1pPr algn="r">
              <a:defRPr sz="1300"/>
            </a:lvl1pPr>
          </a:lstStyle>
          <a:p>
            <a:pPr>
              <a:defRPr/>
            </a:pPr>
            <a:fld id="{05B4DF21-3D4C-4770-A99F-549F0313E212}" type="datetimeFigureOut">
              <a:rPr lang="en-US"/>
              <a:pPr>
                <a:defRPr/>
              </a:pPr>
              <a:t>9/27/2019</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wrap="square" lIns="96661" tIns="48331" rIns="96661" bIns="48331" numCol="1" anchor="b" anchorCtr="0" compatLnSpc="1">
            <a:prstTxWarp prst="textNoShape">
              <a:avLst/>
            </a:prstTxWarp>
          </a:bodyPr>
          <a:lstStyle>
            <a:lvl1pPr>
              <a:defRPr sz="1300" smtClean="0"/>
            </a:lvl1pPr>
          </a:lstStyle>
          <a:p>
            <a:pPr>
              <a:defRPr/>
            </a:pPr>
            <a:r>
              <a:rPr lang="en-US"/>
              <a:t>IT2768 ITSM 2019 S2</a:t>
            </a:r>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wrap="square" lIns="96661" tIns="48331" rIns="96661" bIns="48331" numCol="1" anchor="b" anchorCtr="0" compatLnSpc="1">
            <a:prstTxWarp prst="textNoShape">
              <a:avLst/>
            </a:prstTxWarp>
          </a:bodyPr>
          <a:lstStyle>
            <a:lvl1pPr algn="r">
              <a:defRPr sz="1300"/>
            </a:lvl1pPr>
          </a:lstStyle>
          <a:p>
            <a:pPr>
              <a:defRPr/>
            </a:pPr>
            <a:fld id="{69EC2650-56F2-4DD2-8520-D9CEBBD1E6CA}" type="slidenum">
              <a:rPr lang="en-US"/>
              <a:pPr>
                <a:defRPr/>
              </a:pPr>
              <a:t>‹#›</a:t>
            </a:fld>
            <a:endParaRPr lang="en-US" dirty="0"/>
          </a:p>
        </p:txBody>
      </p:sp>
    </p:spTree>
    <p:extLst>
      <p:ext uri="{BB962C8B-B14F-4D97-AF65-F5344CB8AC3E}">
        <p14:creationId xmlns:p14="http://schemas.microsoft.com/office/powerpoint/2010/main" val="1140054107"/>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85372" indent="-302066" eaLnBrk="0" hangingPunct="0">
              <a:defRPr>
                <a:solidFill>
                  <a:schemeClr val="tx1"/>
                </a:solidFill>
                <a:latin typeface="Arial" charset="0"/>
                <a:cs typeface="Arial" charset="0"/>
              </a:defRPr>
            </a:lvl2pPr>
            <a:lvl3pPr marL="1208265" indent="-241653" eaLnBrk="0" hangingPunct="0">
              <a:defRPr>
                <a:solidFill>
                  <a:schemeClr val="tx1"/>
                </a:solidFill>
                <a:latin typeface="Arial" charset="0"/>
                <a:cs typeface="Arial" charset="0"/>
              </a:defRPr>
            </a:lvl3pPr>
            <a:lvl4pPr marL="1691571" indent="-241653" eaLnBrk="0" hangingPunct="0">
              <a:defRPr>
                <a:solidFill>
                  <a:schemeClr val="tx1"/>
                </a:solidFill>
                <a:latin typeface="Arial" charset="0"/>
                <a:cs typeface="Arial" charset="0"/>
              </a:defRPr>
            </a:lvl4pPr>
            <a:lvl5pPr marL="2174878" indent="-241653" eaLnBrk="0" hangingPunct="0">
              <a:defRPr>
                <a:solidFill>
                  <a:schemeClr val="tx1"/>
                </a:solidFill>
                <a:latin typeface="Arial" charset="0"/>
                <a:cs typeface="Arial" charset="0"/>
              </a:defRPr>
            </a:lvl5pPr>
            <a:lvl6pPr marL="2658184" indent="-241653" eaLnBrk="0" fontAlgn="base" hangingPunct="0">
              <a:spcBef>
                <a:spcPct val="0"/>
              </a:spcBef>
              <a:spcAft>
                <a:spcPct val="0"/>
              </a:spcAft>
              <a:defRPr>
                <a:solidFill>
                  <a:schemeClr val="tx1"/>
                </a:solidFill>
                <a:latin typeface="Arial" charset="0"/>
                <a:cs typeface="Arial" charset="0"/>
              </a:defRPr>
            </a:lvl6pPr>
            <a:lvl7pPr marL="3141490" indent="-241653" eaLnBrk="0" fontAlgn="base" hangingPunct="0">
              <a:spcBef>
                <a:spcPct val="0"/>
              </a:spcBef>
              <a:spcAft>
                <a:spcPct val="0"/>
              </a:spcAft>
              <a:defRPr>
                <a:solidFill>
                  <a:schemeClr val="tx1"/>
                </a:solidFill>
                <a:latin typeface="Arial" charset="0"/>
                <a:cs typeface="Arial" charset="0"/>
              </a:defRPr>
            </a:lvl7pPr>
            <a:lvl8pPr marL="3624796" indent="-241653" eaLnBrk="0" fontAlgn="base" hangingPunct="0">
              <a:spcBef>
                <a:spcPct val="0"/>
              </a:spcBef>
              <a:spcAft>
                <a:spcPct val="0"/>
              </a:spcAft>
              <a:defRPr>
                <a:solidFill>
                  <a:schemeClr val="tx1"/>
                </a:solidFill>
                <a:latin typeface="Arial" charset="0"/>
                <a:cs typeface="Arial" charset="0"/>
              </a:defRPr>
            </a:lvl8pPr>
            <a:lvl9pPr marL="4108102" indent="-241653" eaLnBrk="0" fontAlgn="base" hangingPunct="0">
              <a:spcBef>
                <a:spcPct val="0"/>
              </a:spcBef>
              <a:spcAft>
                <a:spcPct val="0"/>
              </a:spcAft>
              <a:defRPr>
                <a:solidFill>
                  <a:schemeClr val="tx1"/>
                </a:solidFill>
                <a:latin typeface="Arial" charset="0"/>
                <a:cs typeface="Arial" charset="0"/>
              </a:defRPr>
            </a:lvl9pPr>
          </a:lstStyle>
          <a:p>
            <a:pPr eaLnBrk="1" hangingPunct="1"/>
            <a:fld id="{64197A3E-3F0B-4F83-8D85-D4447E024709}" type="slidenum">
              <a:rPr lang="en-US" smtClean="0"/>
              <a:pPr eaLnBrk="1" hangingPunct="1"/>
              <a:t>1</a:t>
            </a:fld>
            <a:endParaRPr lang="en-US"/>
          </a:p>
        </p:txBody>
      </p:sp>
      <p:sp>
        <p:nvSpPr>
          <p:cNvPr id="21509" name="Footer Placeholder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85372" indent="-302066" eaLnBrk="0" hangingPunct="0">
              <a:defRPr>
                <a:solidFill>
                  <a:schemeClr val="tx1"/>
                </a:solidFill>
                <a:latin typeface="Arial" charset="0"/>
                <a:cs typeface="Arial" charset="0"/>
              </a:defRPr>
            </a:lvl2pPr>
            <a:lvl3pPr marL="1208265" indent="-241653" eaLnBrk="0" hangingPunct="0">
              <a:defRPr>
                <a:solidFill>
                  <a:schemeClr val="tx1"/>
                </a:solidFill>
                <a:latin typeface="Arial" charset="0"/>
                <a:cs typeface="Arial" charset="0"/>
              </a:defRPr>
            </a:lvl3pPr>
            <a:lvl4pPr marL="1691571" indent="-241653" eaLnBrk="0" hangingPunct="0">
              <a:defRPr>
                <a:solidFill>
                  <a:schemeClr val="tx1"/>
                </a:solidFill>
                <a:latin typeface="Arial" charset="0"/>
                <a:cs typeface="Arial" charset="0"/>
              </a:defRPr>
            </a:lvl4pPr>
            <a:lvl5pPr marL="2174878" indent="-241653" eaLnBrk="0" hangingPunct="0">
              <a:defRPr>
                <a:solidFill>
                  <a:schemeClr val="tx1"/>
                </a:solidFill>
                <a:latin typeface="Arial" charset="0"/>
                <a:cs typeface="Arial" charset="0"/>
              </a:defRPr>
            </a:lvl5pPr>
            <a:lvl6pPr marL="2658184" indent="-241653" eaLnBrk="0" fontAlgn="base" hangingPunct="0">
              <a:spcBef>
                <a:spcPct val="0"/>
              </a:spcBef>
              <a:spcAft>
                <a:spcPct val="0"/>
              </a:spcAft>
              <a:defRPr>
                <a:solidFill>
                  <a:schemeClr val="tx1"/>
                </a:solidFill>
                <a:latin typeface="Arial" charset="0"/>
                <a:cs typeface="Arial" charset="0"/>
              </a:defRPr>
            </a:lvl6pPr>
            <a:lvl7pPr marL="3141490" indent="-241653" eaLnBrk="0" fontAlgn="base" hangingPunct="0">
              <a:spcBef>
                <a:spcPct val="0"/>
              </a:spcBef>
              <a:spcAft>
                <a:spcPct val="0"/>
              </a:spcAft>
              <a:defRPr>
                <a:solidFill>
                  <a:schemeClr val="tx1"/>
                </a:solidFill>
                <a:latin typeface="Arial" charset="0"/>
                <a:cs typeface="Arial" charset="0"/>
              </a:defRPr>
            </a:lvl7pPr>
            <a:lvl8pPr marL="3624796" indent="-241653" eaLnBrk="0" fontAlgn="base" hangingPunct="0">
              <a:spcBef>
                <a:spcPct val="0"/>
              </a:spcBef>
              <a:spcAft>
                <a:spcPct val="0"/>
              </a:spcAft>
              <a:defRPr>
                <a:solidFill>
                  <a:schemeClr val="tx1"/>
                </a:solidFill>
                <a:latin typeface="Arial" charset="0"/>
                <a:cs typeface="Arial" charset="0"/>
              </a:defRPr>
            </a:lvl8pPr>
            <a:lvl9pPr marL="4108102" indent="-241653" eaLnBrk="0" fontAlgn="base" hangingPunct="0">
              <a:spcBef>
                <a:spcPct val="0"/>
              </a:spcBef>
              <a:spcAft>
                <a:spcPct val="0"/>
              </a:spcAft>
              <a:defRPr>
                <a:solidFill>
                  <a:schemeClr val="tx1"/>
                </a:solidFill>
                <a:latin typeface="Arial" charset="0"/>
                <a:cs typeface="Arial" charset="0"/>
              </a:defRPr>
            </a:lvl9pPr>
          </a:lstStyle>
          <a:p>
            <a:pPr eaLnBrk="1" hangingPunct="1"/>
            <a:r>
              <a:rPr lang="en-US"/>
              <a:t>IT2768 ITSM 2019 S2</a:t>
            </a:r>
          </a:p>
        </p:txBody>
      </p:sp>
    </p:spTree>
    <p:extLst>
      <p:ext uri="{BB962C8B-B14F-4D97-AF65-F5344CB8AC3E}">
        <p14:creationId xmlns:p14="http://schemas.microsoft.com/office/powerpoint/2010/main" val="3359940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85372" indent="-302066" eaLnBrk="0" hangingPunct="0">
              <a:defRPr>
                <a:solidFill>
                  <a:schemeClr val="tx1"/>
                </a:solidFill>
                <a:latin typeface="Arial" charset="0"/>
                <a:cs typeface="Arial" charset="0"/>
              </a:defRPr>
            </a:lvl2pPr>
            <a:lvl3pPr marL="1208265" indent="-241653" eaLnBrk="0" hangingPunct="0">
              <a:defRPr>
                <a:solidFill>
                  <a:schemeClr val="tx1"/>
                </a:solidFill>
                <a:latin typeface="Arial" charset="0"/>
                <a:cs typeface="Arial" charset="0"/>
              </a:defRPr>
            </a:lvl3pPr>
            <a:lvl4pPr marL="1691571" indent="-241653" eaLnBrk="0" hangingPunct="0">
              <a:defRPr>
                <a:solidFill>
                  <a:schemeClr val="tx1"/>
                </a:solidFill>
                <a:latin typeface="Arial" charset="0"/>
                <a:cs typeface="Arial" charset="0"/>
              </a:defRPr>
            </a:lvl4pPr>
            <a:lvl5pPr marL="2174878" indent="-241653" eaLnBrk="0" hangingPunct="0">
              <a:defRPr>
                <a:solidFill>
                  <a:schemeClr val="tx1"/>
                </a:solidFill>
                <a:latin typeface="Arial" charset="0"/>
                <a:cs typeface="Arial" charset="0"/>
              </a:defRPr>
            </a:lvl5pPr>
            <a:lvl6pPr marL="2658184" indent="-241653" eaLnBrk="0" fontAlgn="base" hangingPunct="0">
              <a:spcBef>
                <a:spcPct val="0"/>
              </a:spcBef>
              <a:spcAft>
                <a:spcPct val="0"/>
              </a:spcAft>
              <a:defRPr>
                <a:solidFill>
                  <a:schemeClr val="tx1"/>
                </a:solidFill>
                <a:latin typeface="Arial" charset="0"/>
                <a:cs typeface="Arial" charset="0"/>
              </a:defRPr>
            </a:lvl6pPr>
            <a:lvl7pPr marL="3141490" indent="-241653" eaLnBrk="0" fontAlgn="base" hangingPunct="0">
              <a:spcBef>
                <a:spcPct val="0"/>
              </a:spcBef>
              <a:spcAft>
                <a:spcPct val="0"/>
              </a:spcAft>
              <a:defRPr>
                <a:solidFill>
                  <a:schemeClr val="tx1"/>
                </a:solidFill>
                <a:latin typeface="Arial" charset="0"/>
                <a:cs typeface="Arial" charset="0"/>
              </a:defRPr>
            </a:lvl7pPr>
            <a:lvl8pPr marL="3624796" indent="-241653" eaLnBrk="0" fontAlgn="base" hangingPunct="0">
              <a:spcBef>
                <a:spcPct val="0"/>
              </a:spcBef>
              <a:spcAft>
                <a:spcPct val="0"/>
              </a:spcAft>
              <a:defRPr>
                <a:solidFill>
                  <a:schemeClr val="tx1"/>
                </a:solidFill>
                <a:latin typeface="Arial" charset="0"/>
                <a:cs typeface="Arial" charset="0"/>
              </a:defRPr>
            </a:lvl8pPr>
            <a:lvl9pPr marL="4108102" indent="-241653" eaLnBrk="0" fontAlgn="base" hangingPunct="0">
              <a:spcBef>
                <a:spcPct val="0"/>
              </a:spcBef>
              <a:spcAft>
                <a:spcPct val="0"/>
              </a:spcAft>
              <a:defRPr>
                <a:solidFill>
                  <a:schemeClr val="tx1"/>
                </a:solidFill>
                <a:latin typeface="Arial" charset="0"/>
                <a:cs typeface="Arial" charset="0"/>
              </a:defRPr>
            </a:lvl9pPr>
          </a:lstStyle>
          <a:p>
            <a:pPr eaLnBrk="1" hangingPunct="1"/>
            <a:fld id="{2C534A30-AAB7-4272-AAE2-133E0BD3F788}" type="slidenum">
              <a:rPr lang="en-US" smtClean="0"/>
              <a:pPr eaLnBrk="1" hangingPunct="1"/>
              <a:t>3</a:t>
            </a:fld>
            <a:endParaRPr lang="en-US"/>
          </a:p>
        </p:txBody>
      </p:sp>
      <p:sp>
        <p:nvSpPr>
          <p:cNvPr id="23557" name="Footer Placeholder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85372" indent="-302066" eaLnBrk="0" hangingPunct="0">
              <a:defRPr>
                <a:solidFill>
                  <a:schemeClr val="tx1"/>
                </a:solidFill>
                <a:latin typeface="Arial" charset="0"/>
                <a:cs typeface="Arial" charset="0"/>
              </a:defRPr>
            </a:lvl2pPr>
            <a:lvl3pPr marL="1208265" indent="-241653" eaLnBrk="0" hangingPunct="0">
              <a:defRPr>
                <a:solidFill>
                  <a:schemeClr val="tx1"/>
                </a:solidFill>
                <a:latin typeface="Arial" charset="0"/>
                <a:cs typeface="Arial" charset="0"/>
              </a:defRPr>
            </a:lvl3pPr>
            <a:lvl4pPr marL="1691571" indent="-241653" eaLnBrk="0" hangingPunct="0">
              <a:defRPr>
                <a:solidFill>
                  <a:schemeClr val="tx1"/>
                </a:solidFill>
                <a:latin typeface="Arial" charset="0"/>
                <a:cs typeface="Arial" charset="0"/>
              </a:defRPr>
            </a:lvl4pPr>
            <a:lvl5pPr marL="2174878" indent="-241653" eaLnBrk="0" hangingPunct="0">
              <a:defRPr>
                <a:solidFill>
                  <a:schemeClr val="tx1"/>
                </a:solidFill>
                <a:latin typeface="Arial" charset="0"/>
                <a:cs typeface="Arial" charset="0"/>
              </a:defRPr>
            </a:lvl5pPr>
            <a:lvl6pPr marL="2658184" indent="-241653" eaLnBrk="0" fontAlgn="base" hangingPunct="0">
              <a:spcBef>
                <a:spcPct val="0"/>
              </a:spcBef>
              <a:spcAft>
                <a:spcPct val="0"/>
              </a:spcAft>
              <a:defRPr>
                <a:solidFill>
                  <a:schemeClr val="tx1"/>
                </a:solidFill>
                <a:latin typeface="Arial" charset="0"/>
                <a:cs typeface="Arial" charset="0"/>
              </a:defRPr>
            </a:lvl6pPr>
            <a:lvl7pPr marL="3141490" indent="-241653" eaLnBrk="0" fontAlgn="base" hangingPunct="0">
              <a:spcBef>
                <a:spcPct val="0"/>
              </a:spcBef>
              <a:spcAft>
                <a:spcPct val="0"/>
              </a:spcAft>
              <a:defRPr>
                <a:solidFill>
                  <a:schemeClr val="tx1"/>
                </a:solidFill>
                <a:latin typeface="Arial" charset="0"/>
                <a:cs typeface="Arial" charset="0"/>
              </a:defRPr>
            </a:lvl7pPr>
            <a:lvl8pPr marL="3624796" indent="-241653" eaLnBrk="0" fontAlgn="base" hangingPunct="0">
              <a:spcBef>
                <a:spcPct val="0"/>
              </a:spcBef>
              <a:spcAft>
                <a:spcPct val="0"/>
              </a:spcAft>
              <a:defRPr>
                <a:solidFill>
                  <a:schemeClr val="tx1"/>
                </a:solidFill>
                <a:latin typeface="Arial" charset="0"/>
                <a:cs typeface="Arial" charset="0"/>
              </a:defRPr>
            </a:lvl8pPr>
            <a:lvl9pPr marL="4108102" indent="-241653" eaLnBrk="0" fontAlgn="base" hangingPunct="0">
              <a:spcBef>
                <a:spcPct val="0"/>
              </a:spcBef>
              <a:spcAft>
                <a:spcPct val="0"/>
              </a:spcAft>
              <a:defRPr>
                <a:solidFill>
                  <a:schemeClr val="tx1"/>
                </a:solidFill>
                <a:latin typeface="Arial" charset="0"/>
                <a:cs typeface="Arial" charset="0"/>
              </a:defRPr>
            </a:lvl9pPr>
          </a:lstStyle>
          <a:p>
            <a:pPr eaLnBrk="1" hangingPunct="1"/>
            <a:r>
              <a:rPr lang="en-US"/>
              <a:t>IT2768 ITSM 2019 S2</a:t>
            </a:r>
          </a:p>
        </p:txBody>
      </p:sp>
    </p:spTree>
    <p:extLst>
      <p:ext uri="{BB962C8B-B14F-4D97-AF65-F5344CB8AC3E}">
        <p14:creationId xmlns:p14="http://schemas.microsoft.com/office/powerpoint/2010/main" val="649189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85372" indent="-302066" eaLnBrk="0" hangingPunct="0">
              <a:defRPr>
                <a:solidFill>
                  <a:schemeClr val="tx1"/>
                </a:solidFill>
                <a:latin typeface="Arial" charset="0"/>
                <a:cs typeface="Arial" charset="0"/>
              </a:defRPr>
            </a:lvl2pPr>
            <a:lvl3pPr marL="1208265" indent="-241653" eaLnBrk="0" hangingPunct="0">
              <a:defRPr>
                <a:solidFill>
                  <a:schemeClr val="tx1"/>
                </a:solidFill>
                <a:latin typeface="Arial" charset="0"/>
                <a:cs typeface="Arial" charset="0"/>
              </a:defRPr>
            </a:lvl3pPr>
            <a:lvl4pPr marL="1691571" indent="-241653" eaLnBrk="0" hangingPunct="0">
              <a:defRPr>
                <a:solidFill>
                  <a:schemeClr val="tx1"/>
                </a:solidFill>
                <a:latin typeface="Arial" charset="0"/>
                <a:cs typeface="Arial" charset="0"/>
              </a:defRPr>
            </a:lvl4pPr>
            <a:lvl5pPr marL="2174878" indent="-241653" eaLnBrk="0" hangingPunct="0">
              <a:defRPr>
                <a:solidFill>
                  <a:schemeClr val="tx1"/>
                </a:solidFill>
                <a:latin typeface="Arial" charset="0"/>
                <a:cs typeface="Arial" charset="0"/>
              </a:defRPr>
            </a:lvl5pPr>
            <a:lvl6pPr marL="2658184" indent="-241653" eaLnBrk="0" fontAlgn="base" hangingPunct="0">
              <a:spcBef>
                <a:spcPct val="0"/>
              </a:spcBef>
              <a:spcAft>
                <a:spcPct val="0"/>
              </a:spcAft>
              <a:defRPr>
                <a:solidFill>
                  <a:schemeClr val="tx1"/>
                </a:solidFill>
                <a:latin typeface="Arial" charset="0"/>
                <a:cs typeface="Arial" charset="0"/>
              </a:defRPr>
            </a:lvl6pPr>
            <a:lvl7pPr marL="3141490" indent="-241653" eaLnBrk="0" fontAlgn="base" hangingPunct="0">
              <a:spcBef>
                <a:spcPct val="0"/>
              </a:spcBef>
              <a:spcAft>
                <a:spcPct val="0"/>
              </a:spcAft>
              <a:defRPr>
                <a:solidFill>
                  <a:schemeClr val="tx1"/>
                </a:solidFill>
                <a:latin typeface="Arial" charset="0"/>
                <a:cs typeface="Arial" charset="0"/>
              </a:defRPr>
            </a:lvl7pPr>
            <a:lvl8pPr marL="3624796" indent="-241653" eaLnBrk="0" fontAlgn="base" hangingPunct="0">
              <a:spcBef>
                <a:spcPct val="0"/>
              </a:spcBef>
              <a:spcAft>
                <a:spcPct val="0"/>
              </a:spcAft>
              <a:defRPr>
                <a:solidFill>
                  <a:schemeClr val="tx1"/>
                </a:solidFill>
                <a:latin typeface="Arial" charset="0"/>
                <a:cs typeface="Arial" charset="0"/>
              </a:defRPr>
            </a:lvl8pPr>
            <a:lvl9pPr marL="4108102" indent="-241653" eaLnBrk="0" fontAlgn="base" hangingPunct="0">
              <a:spcBef>
                <a:spcPct val="0"/>
              </a:spcBef>
              <a:spcAft>
                <a:spcPct val="0"/>
              </a:spcAft>
              <a:defRPr>
                <a:solidFill>
                  <a:schemeClr val="tx1"/>
                </a:solidFill>
                <a:latin typeface="Arial" charset="0"/>
                <a:cs typeface="Arial" charset="0"/>
              </a:defRPr>
            </a:lvl9pPr>
          </a:lstStyle>
          <a:p>
            <a:pPr eaLnBrk="1" hangingPunct="1"/>
            <a:fld id="{20EB419C-2095-4925-B494-BB816586DACB}" type="slidenum">
              <a:rPr lang="en-US" smtClean="0"/>
              <a:pPr eaLnBrk="1" hangingPunct="1"/>
              <a:t>4</a:t>
            </a:fld>
            <a:endParaRPr lang="en-US"/>
          </a:p>
        </p:txBody>
      </p:sp>
      <p:sp>
        <p:nvSpPr>
          <p:cNvPr id="24581" name="Footer Placeholder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85372" indent="-302066" eaLnBrk="0" hangingPunct="0">
              <a:defRPr>
                <a:solidFill>
                  <a:schemeClr val="tx1"/>
                </a:solidFill>
                <a:latin typeface="Arial" charset="0"/>
                <a:cs typeface="Arial" charset="0"/>
              </a:defRPr>
            </a:lvl2pPr>
            <a:lvl3pPr marL="1208265" indent="-241653" eaLnBrk="0" hangingPunct="0">
              <a:defRPr>
                <a:solidFill>
                  <a:schemeClr val="tx1"/>
                </a:solidFill>
                <a:latin typeface="Arial" charset="0"/>
                <a:cs typeface="Arial" charset="0"/>
              </a:defRPr>
            </a:lvl3pPr>
            <a:lvl4pPr marL="1691571" indent="-241653" eaLnBrk="0" hangingPunct="0">
              <a:defRPr>
                <a:solidFill>
                  <a:schemeClr val="tx1"/>
                </a:solidFill>
                <a:latin typeface="Arial" charset="0"/>
                <a:cs typeface="Arial" charset="0"/>
              </a:defRPr>
            </a:lvl4pPr>
            <a:lvl5pPr marL="2174878" indent="-241653" eaLnBrk="0" hangingPunct="0">
              <a:defRPr>
                <a:solidFill>
                  <a:schemeClr val="tx1"/>
                </a:solidFill>
                <a:latin typeface="Arial" charset="0"/>
                <a:cs typeface="Arial" charset="0"/>
              </a:defRPr>
            </a:lvl5pPr>
            <a:lvl6pPr marL="2658184" indent="-241653" eaLnBrk="0" fontAlgn="base" hangingPunct="0">
              <a:spcBef>
                <a:spcPct val="0"/>
              </a:spcBef>
              <a:spcAft>
                <a:spcPct val="0"/>
              </a:spcAft>
              <a:defRPr>
                <a:solidFill>
                  <a:schemeClr val="tx1"/>
                </a:solidFill>
                <a:latin typeface="Arial" charset="0"/>
                <a:cs typeface="Arial" charset="0"/>
              </a:defRPr>
            </a:lvl6pPr>
            <a:lvl7pPr marL="3141490" indent="-241653" eaLnBrk="0" fontAlgn="base" hangingPunct="0">
              <a:spcBef>
                <a:spcPct val="0"/>
              </a:spcBef>
              <a:spcAft>
                <a:spcPct val="0"/>
              </a:spcAft>
              <a:defRPr>
                <a:solidFill>
                  <a:schemeClr val="tx1"/>
                </a:solidFill>
                <a:latin typeface="Arial" charset="0"/>
                <a:cs typeface="Arial" charset="0"/>
              </a:defRPr>
            </a:lvl7pPr>
            <a:lvl8pPr marL="3624796" indent="-241653" eaLnBrk="0" fontAlgn="base" hangingPunct="0">
              <a:spcBef>
                <a:spcPct val="0"/>
              </a:spcBef>
              <a:spcAft>
                <a:spcPct val="0"/>
              </a:spcAft>
              <a:defRPr>
                <a:solidFill>
                  <a:schemeClr val="tx1"/>
                </a:solidFill>
                <a:latin typeface="Arial" charset="0"/>
                <a:cs typeface="Arial" charset="0"/>
              </a:defRPr>
            </a:lvl8pPr>
            <a:lvl9pPr marL="4108102" indent="-241653" eaLnBrk="0" fontAlgn="base" hangingPunct="0">
              <a:spcBef>
                <a:spcPct val="0"/>
              </a:spcBef>
              <a:spcAft>
                <a:spcPct val="0"/>
              </a:spcAft>
              <a:defRPr>
                <a:solidFill>
                  <a:schemeClr val="tx1"/>
                </a:solidFill>
                <a:latin typeface="Arial" charset="0"/>
                <a:cs typeface="Arial" charset="0"/>
              </a:defRPr>
            </a:lvl9pPr>
          </a:lstStyle>
          <a:p>
            <a:pPr eaLnBrk="1" hangingPunct="1"/>
            <a:r>
              <a:rPr lang="en-US"/>
              <a:t>IT2768 ITSM 2019 S2</a:t>
            </a:r>
          </a:p>
        </p:txBody>
      </p:sp>
    </p:spTree>
    <p:extLst>
      <p:ext uri="{BB962C8B-B14F-4D97-AF65-F5344CB8AC3E}">
        <p14:creationId xmlns:p14="http://schemas.microsoft.com/office/powerpoint/2010/main" val="1044470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Footer Placeholder 3"/>
          <p:cNvSpPr>
            <a:spLocks noGrp="1"/>
          </p:cNvSpPr>
          <p:nvPr>
            <p:ph type="ftr" sz="quarter" idx="10"/>
          </p:nvPr>
        </p:nvSpPr>
        <p:spPr/>
        <p:txBody>
          <a:bodyPr/>
          <a:lstStyle/>
          <a:p>
            <a:pPr>
              <a:defRPr/>
            </a:pPr>
            <a:r>
              <a:rPr lang="en-US"/>
              <a:t>IT2768 ITSM 2019 S2</a:t>
            </a:r>
          </a:p>
        </p:txBody>
      </p:sp>
      <p:sp>
        <p:nvSpPr>
          <p:cNvPr id="5" name="Slide Number Placeholder 4"/>
          <p:cNvSpPr>
            <a:spLocks noGrp="1"/>
          </p:cNvSpPr>
          <p:nvPr>
            <p:ph type="sldNum" sz="quarter" idx="11"/>
          </p:nvPr>
        </p:nvSpPr>
        <p:spPr/>
        <p:txBody>
          <a:bodyPr/>
          <a:lstStyle/>
          <a:p>
            <a:pPr>
              <a:defRPr/>
            </a:pPr>
            <a:fld id="{69EC2650-56F2-4DD2-8520-D9CEBBD1E6CA}" type="slidenum">
              <a:rPr lang="en-US" smtClean="0"/>
              <a:pPr>
                <a:defRPr/>
              </a:pPr>
              <a:t>7</a:t>
            </a:fld>
            <a:endParaRPr lang="en-US" dirty="0"/>
          </a:p>
        </p:txBody>
      </p:sp>
    </p:spTree>
    <p:extLst>
      <p:ext uri="{BB962C8B-B14F-4D97-AF65-F5344CB8AC3E}">
        <p14:creationId xmlns:p14="http://schemas.microsoft.com/office/powerpoint/2010/main" val="3951114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Footer Placeholder 3"/>
          <p:cNvSpPr>
            <a:spLocks noGrp="1"/>
          </p:cNvSpPr>
          <p:nvPr>
            <p:ph type="ftr" sz="quarter" idx="10"/>
          </p:nvPr>
        </p:nvSpPr>
        <p:spPr/>
        <p:txBody>
          <a:bodyPr/>
          <a:lstStyle/>
          <a:p>
            <a:pPr>
              <a:defRPr/>
            </a:pPr>
            <a:r>
              <a:rPr lang="en-US"/>
              <a:t>IT2768 ITSM 2019 S2</a:t>
            </a:r>
          </a:p>
        </p:txBody>
      </p:sp>
      <p:sp>
        <p:nvSpPr>
          <p:cNvPr id="5" name="Slide Number Placeholder 4"/>
          <p:cNvSpPr>
            <a:spLocks noGrp="1"/>
          </p:cNvSpPr>
          <p:nvPr>
            <p:ph type="sldNum" sz="quarter" idx="11"/>
          </p:nvPr>
        </p:nvSpPr>
        <p:spPr/>
        <p:txBody>
          <a:bodyPr/>
          <a:lstStyle/>
          <a:p>
            <a:pPr>
              <a:defRPr/>
            </a:pPr>
            <a:fld id="{69EC2650-56F2-4DD2-8520-D9CEBBD1E6CA}" type="slidenum">
              <a:rPr lang="en-US" smtClean="0"/>
              <a:pPr>
                <a:defRPr/>
              </a:pPr>
              <a:t>14</a:t>
            </a:fld>
            <a:endParaRPr lang="en-US" dirty="0"/>
          </a:p>
        </p:txBody>
      </p:sp>
    </p:spTree>
    <p:extLst>
      <p:ext uri="{BB962C8B-B14F-4D97-AF65-F5344CB8AC3E}">
        <p14:creationId xmlns:p14="http://schemas.microsoft.com/office/powerpoint/2010/main" val="1507554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16S1-03">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extLs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lvl1pPr>
              <a:defRPr sz="3200"/>
            </a:lvl1pPr>
            <a:extLst/>
          </a:lstStyle>
          <a:p>
            <a:r>
              <a:rPr lang="en-US" dirty="0"/>
              <a:t>Click to edit Master title style</a:t>
            </a:r>
          </a:p>
        </p:txBody>
      </p:sp>
      <p:sp>
        <p:nvSpPr>
          <p:cNvPr id="4" name="Footer Placeholder 4"/>
          <p:cNvSpPr>
            <a:spLocks noGrp="1"/>
          </p:cNvSpPr>
          <p:nvPr>
            <p:ph type="ftr" sz="quarter" idx="10"/>
          </p:nvPr>
        </p:nvSpPr>
        <p:spPr>
          <a:xfrm>
            <a:off x="381000" y="6324600"/>
            <a:ext cx="2351088" cy="365125"/>
          </a:xfrm>
        </p:spPr>
        <p:txBody>
          <a:bodyPr/>
          <a:lstStyle>
            <a:lvl1pPr algn="l">
              <a:defRPr smtClean="0">
                <a:latin typeface="Times New Roman" panose="02020603050405020304" pitchFamily="18" charset="0"/>
                <a:cs typeface="Times New Roman" panose="02020603050405020304" pitchFamily="18" charset="0"/>
              </a:defRPr>
            </a:lvl1pPr>
            <a:extLst/>
          </a:lstStyle>
          <a:p>
            <a:pPr>
              <a:defRPr/>
            </a:pPr>
            <a:r>
              <a:rPr lang="en-GB"/>
              <a:t>IT2768 ITSM 2019 S2</a:t>
            </a:r>
            <a:endParaRPr lang="en-US" dirty="0"/>
          </a:p>
        </p:txBody>
      </p:sp>
      <p:sp>
        <p:nvSpPr>
          <p:cNvPr id="5" name="Slide Number Placeholder 5"/>
          <p:cNvSpPr>
            <a:spLocks noGrp="1"/>
          </p:cNvSpPr>
          <p:nvPr>
            <p:ph type="sldNum" sz="quarter" idx="11"/>
          </p:nvPr>
        </p:nvSpPr>
        <p:spPr>
          <a:xfrm>
            <a:off x="8229600" y="6324600"/>
            <a:ext cx="366713" cy="365125"/>
          </a:xfrm>
        </p:spPr>
        <p:txBody>
          <a:bodyPr/>
          <a:lstStyle>
            <a:lvl1pPr>
              <a:defRPr b="0">
                <a:latin typeface="Times New Roman" panose="02020603050405020304" pitchFamily="18" charset="0"/>
                <a:cs typeface="Times New Roman" panose="02020603050405020304" pitchFamily="18" charset="0"/>
              </a:defRPr>
            </a:lvl1pPr>
          </a:lstStyle>
          <a:p>
            <a:fld id="{2CC8213D-E27C-421E-8650-1B153816033F}" type="slidenum">
              <a:rPr lang="en-US" altLang="en-US" smtClean="0"/>
              <a:pPr/>
              <a:t>‹#›</a:t>
            </a:fld>
            <a:endParaRPr lang="en-US" altLang="en-US" dirty="0"/>
          </a:p>
        </p:txBody>
      </p:sp>
    </p:spTree>
    <p:extLst>
      <p:ext uri="{BB962C8B-B14F-4D97-AF65-F5344CB8AC3E}">
        <p14:creationId xmlns:p14="http://schemas.microsoft.com/office/powerpoint/2010/main" val="426206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477000" y="76200"/>
            <a:ext cx="2514600" cy="288925"/>
          </a:xfrm>
          <a:prstGeom prst="rect">
            <a:avLst/>
          </a:prstGeom>
        </p:spPr>
        <p:txBody>
          <a:bodyPr/>
          <a:lstStyle/>
          <a:p>
            <a:pPr>
              <a:defRPr/>
            </a:pPr>
            <a:fld id="{FF52F6CD-1A43-4051-974E-0CEC9064AD5D}" type="datetime1">
              <a:rPr lang="en-SG" smtClean="0"/>
              <a:t>27/9/2019</a:t>
            </a:fld>
            <a:endParaRPr lang="en-US" dirty="0"/>
          </a:p>
        </p:txBody>
      </p:sp>
      <p:sp>
        <p:nvSpPr>
          <p:cNvPr id="24" name="Footer Placeholder 23"/>
          <p:cNvSpPr>
            <a:spLocks noGrp="1"/>
          </p:cNvSpPr>
          <p:nvPr>
            <p:ph type="ftr" sz="quarter" idx="11"/>
          </p:nvPr>
        </p:nvSpPr>
        <p:spPr/>
        <p:txBody>
          <a:bodyPr/>
          <a:lstStyle/>
          <a:p>
            <a:pPr>
              <a:defRPr/>
            </a:pPr>
            <a:r>
              <a:rPr lang="en-US"/>
              <a:t>IT2768 ITSM 2019 S2</a:t>
            </a:r>
            <a:endParaRPr lang="en-US" dirty="0"/>
          </a:p>
        </p:txBody>
      </p:sp>
      <p:sp>
        <p:nvSpPr>
          <p:cNvPr id="7" name="Slide Number Placeholder 6"/>
          <p:cNvSpPr>
            <a:spLocks noGrp="1"/>
          </p:cNvSpPr>
          <p:nvPr>
            <p:ph type="sldNum" sz="quarter" idx="12"/>
          </p:nvPr>
        </p:nvSpPr>
        <p:spPr/>
        <p:txBody>
          <a:bodyPr/>
          <a:lstStyle/>
          <a:p>
            <a:pPr>
              <a:defRPr/>
            </a:pPr>
            <a:fld id="{3F633531-2BEE-4BC0-8515-FBAC3A239D35}" type="slidenum">
              <a:rPr lang="en-US" smtClean="0"/>
              <a:pPr>
                <a:defRPr/>
              </a:pPr>
              <a:t>‹#›</a:t>
            </a:fld>
            <a:endParaRPr lang="en-US" dirty="0"/>
          </a:p>
        </p:txBody>
      </p:sp>
    </p:spTree>
    <p:extLst>
      <p:ext uri="{BB962C8B-B14F-4D97-AF65-F5344CB8AC3E}">
        <p14:creationId xmlns:p14="http://schemas.microsoft.com/office/powerpoint/2010/main" val="3406532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6S1-03">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lvl1pPr>
              <a:defRPr sz="3200"/>
            </a:lvl1pPr>
            <a:extLst/>
          </a:lstStyle>
          <a:p>
            <a:r>
              <a:rPr lang="en-US"/>
              <a:t>Click to edit Master title style</a:t>
            </a:r>
            <a:endParaRPr lang="en-US" dirty="0"/>
          </a:p>
        </p:txBody>
      </p:sp>
      <p:sp>
        <p:nvSpPr>
          <p:cNvPr id="4" name="Footer Placeholder 4"/>
          <p:cNvSpPr>
            <a:spLocks noGrp="1"/>
          </p:cNvSpPr>
          <p:nvPr>
            <p:ph type="ftr" sz="quarter" idx="10"/>
          </p:nvPr>
        </p:nvSpPr>
        <p:spPr>
          <a:xfrm>
            <a:off x="381000" y="6324600"/>
            <a:ext cx="2351088" cy="365125"/>
          </a:xfrm>
        </p:spPr>
        <p:txBody>
          <a:bodyPr/>
          <a:lstStyle>
            <a:lvl1pPr algn="l">
              <a:defRPr smtClean="0">
                <a:latin typeface="Times New Roman" panose="02020603050405020304" pitchFamily="18" charset="0"/>
                <a:cs typeface="Times New Roman" panose="02020603050405020304" pitchFamily="18" charset="0"/>
              </a:defRPr>
            </a:lvl1pPr>
            <a:extLst/>
          </a:lstStyle>
          <a:p>
            <a:pPr>
              <a:defRPr/>
            </a:pPr>
            <a:r>
              <a:rPr lang="en-GB"/>
              <a:t>IT2768 ITSM 2019 S2</a:t>
            </a:r>
            <a:endParaRPr lang="en-US" dirty="0"/>
          </a:p>
        </p:txBody>
      </p:sp>
      <p:sp>
        <p:nvSpPr>
          <p:cNvPr id="5" name="Slide Number Placeholder 5"/>
          <p:cNvSpPr>
            <a:spLocks noGrp="1"/>
          </p:cNvSpPr>
          <p:nvPr>
            <p:ph type="sldNum" sz="quarter" idx="11"/>
          </p:nvPr>
        </p:nvSpPr>
        <p:spPr>
          <a:xfrm>
            <a:off x="8229600" y="6324600"/>
            <a:ext cx="366713" cy="365125"/>
          </a:xfrm>
        </p:spPr>
        <p:txBody>
          <a:bodyPr/>
          <a:lstStyle>
            <a:lvl1pPr>
              <a:defRPr b="0">
                <a:latin typeface="Times New Roman" panose="02020603050405020304" pitchFamily="18" charset="0"/>
                <a:cs typeface="Times New Roman" panose="02020603050405020304" pitchFamily="18" charset="0"/>
              </a:defRPr>
            </a:lvl1pPr>
          </a:lstStyle>
          <a:p>
            <a:fld id="{2CC8213D-E27C-421E-8650-1B153816033F}" type="slidenum">
              <a:rPr lang="en-US" altLang="en-US" smtClean="0"/>
              <a:pPr/>
              <a:t>‹#›</a:t>
            </a:fld>
            <a:endParaRPr lang="en-US" altLang="en-US" dirty="0"/>
          </a:p>
        </p:txBody>
      </p:sp>
    </p:spTree>
    <p:extLst>
      <p:ext uri="{BB962C8B-B14F-4D97-AF65-F5344CB8AC3E}">
        <p14:creationId xmlns:p14="http://schemas.microsoft.com/office/powerpoint/2010/main" val="922851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a:t>Click to edit Master title style</a:t>
            </a:r>
          </a:p>
        </p:txBody>
      </p:sp>
      <p:sp>
        <p:nvSpPr>
          <p:cNvPr id="21" name="Footer Placeholder 20"/>
          <p:cNvSpPr>
            <a:spLocks noGrp="1"/>
          </p:cNvSpPr>
          <p:nvPr>
            <p:ph type="ftr" sz="quarter" idx="11"/>
          </p:nvPr>
        </p:nvSpPr>
        <p:spPr>
          <a:xfrm>
            <a:off x="0" y="6569075"/>
            <a:ext cx="3352800" cy="288925"/>
          </a:xfrm>
        </p:spPr>
        <p:txBody>
          <a:bodyPr/>
          <a:lstStyle>
            <a:lvl1pPr algn="l">
              <a:defRPr/>
            </a:lvl1p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145582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a:xfrm>
            <a:off x="1066800" y="6381750"/>
            <a:ext cx="1828800" cy="476250"/>
          </a:xfrm>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156830333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a:xfrm>
            <a:off x="990600" y="6381750"/>
            <a:ext cx="1905000" cy="476250"/>
          </a:xfrm>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297593115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5240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a:xfrm>
            <a:off x="1066800" y="6381750"/>
            <a:ext cx="1828800" cy="476250"/>
          </a:xfrm>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59051394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80457555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a:xfrm>
            <a:off x="3581400" y="6305550"/>
            <a:ext cx="2133600" cy="476250"/>
          </a:xfrm>
          <a:prstGeom prst="rect">
            <a:avLst/>
          </a:prstGeom>
        </p:spPr>
        <p:txBody>
          <a:bodyPr/>
          <a:lstStyle/>
          <a:p>
            <a:pPr>
              <a:defRPr/>
            </a:pPr>
            <a:fld id="{8621F1B7-C08F-474D-B701-03F38C323A61}" type="datetime1">
              <a:rPr lang="en-SG" smtClean="0"/>
              <a:t>27/9/2019</a:t>
            </a:fld>
            <a:endParaRPr lang="en-US"/>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41649259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a:xfrm>
            <a:off x="3581400" y="6305550"/>
            <a:ext cx="2133600" cy="476250"/>
          </a:xfrm>
          <a:prstGeom prst="rect">
            <a:avLst/>
          </a:prstGeom>
        </p:spPr>
        <p:txBody>
          <a:bodyPr/>
          <a:lstStyle/>
          <a:p>
            <a:pPr>
              <a:defRPr/>
            </a:pPr>
            <a:fld id="{3EBD0738-16DB-442B-9DD0-C0A3B015C9C4}" type="datetime1">
              <a:rPr lang="en-SG" smtClean="0"/>
              <a:t>27/9/2019</a:t>
            </a:fld>
            <a:endParaRPr lang="en-US"/>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285124219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a:xfrm>
            <a:off x="3581400" y="6305550"/>
            <a:ext cx="2133600" cy="476250"/>
          </a:xfrm>
          <a:prstGeom prst="rect">
            <a:avLst/>
          </a:prstGeom>
        </p:spPr>
        <p:txBody>
          <a:bodyPr/>
          <a:lstStyle/>
          <a:p>
            <a:pPr>
              <a:defRPr/>
            </a:pPr>
            <a:fld id="{ACFDE00E-199B-437B-BC9B-CB8E812CA924}" type="datetime1">
              <a:rPr lang="en-SG" smtClean="0"/>
              <a:t>27/9/2019</a:t>
            </a:fld>
            <a:endParaRPr lang="en-US"/>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24266303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a:xfrm>
            <a:off x="3581400" y="6305550"/>
            <a:ext cx="2133600" cy="476250"/>
          </a:xfrm>
          <a:prstGeom prst="rect">
            <a:avLst/>
          </a:prstGeom>
        </p:spPr>
        <p:txBody>
          <a:bodyPr/>
          <a:lstStyle/>
          <a:p>
            <a:pPr>
              <a:defRPr/>
            </a:pPr>
            <a:fld id="{2E280E14-60E2-4174-B655-CEA437B3E83B}" type="datetime1">
              <a:rPr lang="en-SG" smtClean="0"/>
              <a:t>27/9/2019</a:t>
            </a:fld>
            <a:endParaRPr lang="en-US"/>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170814231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a:xfrm>
            <a:off x="3581400" y="6305550"/>
            <a:ext cx="2133600" cy="476250"/>
          </a:xfrm>
          <a:prstGeom prst="rect">
            <a:avLst/>
          </a:prstGeom>
        </p:spPr>
        <p:txBody>
          <a:bodyPr/>
          <a:lstStyle/>
          <a:p>
            <a:pPr>
              <a:defRPr/>
            </a:pPr>
            <a:fld id="{00A6374E-99FC-498E-A138-0A96D18C593C}" type="datetime1">
              <a:rPr lang="en-SG" smtClean="0"/>
              <a:t>27/9/2019</a:t>
            </a:fld>
            <a:endParaRPr lang="en-US"/>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88973497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1447800"/>
            <a:ext cx="7498080" cy="4800600"/>
          </a:xfrm>
          <a:prstGeom prst="rect">
            <a:avLst/>
          </a:prstGeo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56352996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477000" y="76200"/>
            <a:ext cx="2514600" cy="288925"/>
          </a:xfrm>
          <a:prstGeom prst="rect">
            <a:avLst/>
          </a:prstGeom>
        </p:spPr>
        <p:txBody>
          <a:bodyPr/>
          <a:lstStyle/>
          <a:p>
            <a:pPr>
              <a:defRPr/>
            </a:pPr>
            <a:fld id="{AE8FD6BA-34E8-4DD7-B1B8-901BA1072E0E}" type="datetime1">
              <a:rPr lang="en-SG" smtClean="0"/>
              <a:t>27/9/2019</a:t>
            </a:fld>
            <a:endParaRPr lang="en-US" dirty="0"/>
          </a:p>
        </p:txBody>
      </p:sp>
      <p:sp>
        <p:nvSpPr>
          <p:cNvPr id="24" name="Footer Placeholder 23"/>
          <p:cNvSpPr>
            <a:spLocks noGrp="1"/>
          </p:cNvSpPr>
          <p:nvPr>
            <p:ph type="ftr" sz="quarter" idx="11"/>
          </p:nvPr>
        </p:nvSpPr>
        <p:spPr/>
        <p:txBody>
          <a:bodyPr/>
          <a:lstStyle/>
          <a:p>
            <a:pPr>
              <a:defRPr/>
            </a:pPr>
            <a:r>
              <a:rPr lang="en-US"/>
              <a:t>IT2768 ITSM 2019 S2</a:t>
            </a:r>
            <a:endParaRPr lang="en-US" dirty="0"/>
          </a:p>
        </p:txBody>
      </p:sp>
      <p:sp>
        <p:nvSpPr>
          <p:cNvPr id="7" name="Slide Number Placeholder 6"/>
          <p:cNvSpPr>
            <a:spLocks noGrp="1"/>
          </p:cNvSpPr>
          <p:nvPr>
            <p:ph type="sldNum" sz="quarter" idx="12"/>
          </p:nvPr>
        </p:nvSpPr>
        <p:spPr/>
        <p:txBody>
          <a:bodyPr/>
          <a:lstStyle/>
          <a:p>
            <a:pPr>
              <a:defRPr/>
            </a:pPr>
            <a:fld id="{3F633531-2BEE-4BC0-8515-FBAC3A239D35}" type="slidenum">
              <a:rPr lang="en-US" smtClean="0"/>
              <a:pPr>
                <a:defRPr/>
              </a:pPr>
              <a:t>‹#›</a:t>
            </a:fld>
            <a:endParaRPr lang="en-US" dirty="0"/>
          </a:p>
        </p:txBody>
      </p:sp>
    </p:spTree>
    <p:extLst>
      <p:ext uri="{BB962C8B-B14F-4D97-AF65-F5344CB8AC3E}">
        <p14:creationId xmlns:p14="http://schemas.microsoft.com/office/powerpoint/2010/main" val="18303076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6S1-03">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lvl1pPr>
              <a:defRPr sz="3200"/>
            </a:lvl1pPr>
            <a:extLst/>
          </a:lstStyle>
          <a:p>
            <a:r>
              <a:rPr lang="en-US"/>
              <a:t>Click to edit Master title style</a:t>
            </a:r>
            <a:endParaRPr lang="en-US" dirty="0"/>
          </a:p>
        </p:txBody>
      </p:sp>
      <p:sp>
        <p:nvSpPr>
          <p:cNvPr id="4" name="Footer Placeholder 4"/>
          <p:cNvSpPr>
            <a:spLocks noGrp="1"/>
          </p:cNvSpPr>
          <p:nvPr>
            <p:ph type="ftr" sz="quarter" idx="10"/>
          </p:nvPr>
        </p:nvSpPr>
        <p:spPr>
          <a:xfrm>
            <a:off x="381000" y="6324600"/>
            <a:ext cx="2351088" cy="365125"/>
          </a:xfrm>
        </p:spPr>
        <p:txBody>
          <a:bodyPr/>
          <a:lstStyle>
            <a:lvl1pPr algn="l">
              <a:defRPr smtClean="0">
                <a:latin typeface="Times New Roman" panose="02020603050405020304" pitchFamily="18" charset="0"/>
                <a:cs typeface="Times New Roman" panose="02020603050405020304" pitchFamily="18" charset="0"/>
              </a:defRPr>
            </a:lvl1pPr>
            <a:extLst/>
          </a:lstStyle>
          <a:p>
            <a:pPr>
              <a:defRPr/>
            </a:pPr>
            <a:r>
              <a:rPr lang="en-GB"/>
              <a:t>IT2768 ITSM 2019 S2</a:t>
            </a:r>
            <a:endParaRPr lang="en-US" dirty="0"/>
          </a:p>
        </p:txBody>
      </p:sp>
      <p:sp>
        <p:nvSpPr>
          <p:cNvPr id="5" name="Slide Number Placeholder 5"/>
          <p:cNvSpPr>
            <a:spLocks noGrp="1"/>
          </p:cNvSpPr>
          <p:nvPr>
            <p:ph type="sldNum" sz="quarter" idx="11"/>
          </p:nvPr>
        </p:nvSpPr>
        <p:spPr>
          <a:xfrm>
            <a:off x="8229600" y="6324600"/>
            <a:ext cx="366713" cy="365125"/>
          </a:xfrm>
        </p:spPr>
        <p:txBody>
          <a:bodyPr/>
          <a:lstStyle>
            <a:lvl1pPr>
              <a:defRPr b="0">
                <a:latin typeface="Times New Roman" panose="02020603050405020304" pitchFamily="18" charset="0"/>
                <a:cs typeface="Times New Roman" panose="02020603050405020304" pitchFamily="18" charset="0"/>
              </a:defRPr>
            </a:lvl1pPr>
          </a:lstStyle>
          <a:p>
            <a:fld id="{2CC8213D-E27C-421E-8650-1B153816033F}" type="slidenum">
              <a:rPr lang="en-US" altLang="en-US" smtClean="0"/>
              <a:pPr/>
              <a:t>‹#›</a:t>
            </a:fld>
            <a:endParaRPr lang="en-US" altLang="en-US" dirty="0"/>
          </a:p>
        </p:txBody>
      </p:sp>
    </p:spTree>
    <p:extLst>
      <p:ext uri="{BB962C8B-B14F-4D97-AF65-F5344CB8AC3E}">
        <p14:creationId xmlns:p14="http://schemas.microsoft.com/office/powerpoint/2010/main" val="1326398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1"/>
            <a:ext cx="2133600" cy="365125"/>
          </a:xfrm>
          <a:prstGeom prst="rect">
            <a:avLst/>
          </a:prstGeom>
        </p:spPr>
        <p:txBody>
          <a:bodyPr/>
          <a:lstStyle/>
          <a:p>
            <a:fld id="{4CB28365-FEA3-4C98-A3E8-39C9F6EC8272}" type="datetime1">
              <a:rPr lang="en-SG" smtClean="0"/>
              <a:t>27/9/2019</a:t>
            </a:fld>
            <a:endParaRPr lang="en-US"/>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1709346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a:t>Click to edit Master title style</a:t>
            </a:r>
          </a:p>
        </p:txBody>
      </p:sp>
      <p:sp>
        <p:nvSpPr>
          <p:cNvPr id="21" name="Footer Placeholder 20"/>
          <p:cNvSpPr>
            <a:spLocks noGrp="1"/>
          </p:cNvSpPr>
          <p:nvPr>
            <p:ph type="ftr" sz="quarter" idx="11"/>
          </p:nvPr>
        </p:nvSpPr>
        <p:spPr>
          <a:xfrm>
            <a:off x="0" y="6569075"/>
            <a:ext cx="3352800" cy="288925"/>
          </a:xfrm>
        </p:spPr>
        <p:txBody>
          <a:bodyPr/>
          <a:lstStyle>
            <a:lvl1pPr algn="l">
              <a:defRPr/>
            </a:lvl1pPr>
          </a:lstStyle>
          <a:p>
            <a:r>
              <a:rPr lang="en-US"/>
              <a:t>IT2768 ITSM 2019 S2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0427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SG"/>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E3E18D68-5CC9-46D2-A263-7C70DE4FF8C6}" type="datetime1">
              <a:rPr lang="en-SG" smtClean="0"/>
              <a:t>27/9/2019</a:t>
            </a:fld>
            <a:endParaRPr lang="en-US"/>
          </a:p>
        </p:txBody>
      </p:sp>
      <p:sp>
        <p:nvSpPr>
          <p:cNvPr id="5" name="Footer Placeholder 4"/>
          <p:cNvSpPr>
            <a:spLocks noGrp="1"/>
          </p:cNvSpPr>
          <p:nvPr>
            <p:ph type="ftr" sz="quarter" idx="11"/>
          </p:nvPr>
        </p:nvSpPr>
        <p:spPr/>
        <p:txBody>
          <a:bodyPr/>
          <a:lstStyle/>
          <a:p>
            <a:r>
              <a:rPr lang="en-US"/>
              <a:t>IT2768 ITSM 2019 S2</a:t>
            </a:r>
          </a:p>
        </p:txBody>
      </p:sp>
      <p:sp>
        <p:nvSpPr>
          <p:cNvPr id="6" name="Slide Number Placeholder 5"/>
          <p:cNvSpPr>
            <a:spLocks noGrp="1"/>
          </p:cNvSpPr>
          <p:nvPr>
            <p:ph type="sldNum" sz="quarter" idx="12"/>
          </p:nvPr>
        </p:nvSpPr>
        <p:spPr/>
        <p:txBody>
          <a:bodyPr/>
          <a:lstStyle/>
          <a:p>
            <a:fld id="{6023954E-14A4-4506-A508-49E5EBE2B0D3}" type="slidenum">
              <a:rPr lang="en-US" smtClean="0"/>
              <a:pPr/>
              <a:t>‹#›</a:t>
            </a:fld>
            <a:endParaRPr lang="en-US"/>
          </a:p>
        </p:txBody>
      </p:sp>
    </p:spTree>
    <p:extLst>
      <p:ext uri="{BB962C8B-B14F-4D97-AF65-F5344CB8AC3E}">
        <p14:creationId xmlns:p14="http://schemas.microsoft.com/office/powerpoint/2010/main" val="16663122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3EF6628F-8E4E-47B4-AE52-D812F878D005}" type="datetime1">
              <a:rPr lang="en-SG" smtClean="0"/>
              <a:t>27/9/2019</a:t>
            </a:fld>
            <a:endParaRPr lang="en-SG"/>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3832782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SG"/>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537388-6012-4F5D-AA8F-AE8A5F710916}" type="datetime1">
              <a:rPr lang="en-SG" smtClean="0"/>
              <a:t>27/9/2019</a:t>
            </a:fld>
            <a:endParaRPr lang="en-SG"/>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10857256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6D97661E-B018-4E78-A911-C7751CD8C3DD}" type="datetime1">
              <a:rPr lang="en-SG" smtClean="0"/>
              <a:t>27/9/2019</a:t>
            </a:fld>
            <a:endParaRPr lang="en-SG"/>
          </a:p>
        </p:txBody>
      </p:sp>
      <p:sp>
        <p:nvSpPr>
          <p:cNvPr id="6" name="Footer Placeholder 5"/>
          <p:cNvSpPr>
            <a:spLocks noGrp="1"/>
          </p:cNvSpPr>
          <p:nvPr>
            <p:ph type="ftr" sz="quarter" idx="11"/>
          </p:nvPr>
        </p:nvSpPr>
        <p:spPr/>
        <p:txBody>
          <a:bodyPr/>
          <a:lstStyle/>
          <a:p>
            <a:pPr>
              <a:defRPr/>
            </a:pPr>
            <a:r>
              <a:rPr lang="en-GB"/>
              <a:t>IT2768 ITSM 2019 S2</a:t>
            </a:r>
            <a:endParaRPr lang="en-US" dirty="0"/>
          </a:p>
        </p:txBody>
      </p:sp>
      <p:sp>
        <p:nvSpPr>
          <p:cNvPr id="7" name="Slide Number Placeholder 6"/>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769957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DF713CAB-28A5-4CB5-8F57-C9A403468862}" type="datetime1">
              <a:rPr lang="en-SG" smtClean="0"/>
              <a:t>27/9/2019</a:t>
            </a:fld>
            <a:endParaRPr lang="en-SG"/>
          </a:p>
        </p:txBody>
      </p:sp>
      <p:sp>
        <p:nvSpPr>
          <p:cNvPr id="8" name="Footer Placeholder 7"/>
          <p:cNvSpPr>
            <a:spLocks noGrp="1"/>
          </p:cNvSpPr>
          <p:nvPr>
            <p:ph type="ftr" sz="quarter" idx="11"/>
          </p:nvPr>
        </p:nvSpPr>
        <p:spPr/>
        <p:txBody>
          <a:bodyPr/>
          <a:lstStyle/>
          <a:p>
            <a:pPr>
              <a:defRPr/>
            </a:pPr>
            <a:r>
              <a:rPr lang="en-GB"/>
              <a:t>IT2768 ITSM 2019 S2</a:t>
            </a:r>
            <a:endParaRPr lang="en-US" dirty="0"/>
          </a:p>
        </p:txBody>
      </p:sp>
      <p:sp>
        <p:nvSpPr>
          <p:cNvPr id="9" name="Slide Number Placeholder 8"/>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6048439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8480A759-2351-4079-BC4B-41EE3070C799}" type="datetime1">
              <a:rPr lang="en-SG" smtClean="0"/>
              <a:t>27/9/2019</a:t>
            </a:fld>
            <a:endParaRPr lang="en-SG"/>
          </a:p>
        </p:txBody>
      </p:sp>
      <p:sp>
        <p:nvSpPr>
          <p:cNvPr id="4" name="Footer Placeholder 3"/>
          <p:cNvSpPr>
            <a:spLocks noGrp="1"/>
          </p:cNvSpPr>
          <p:nvPr>
            <p:ph type="ftr" sz="quarter" idx="11"/>
          </p:nvPr>
        </p:nvSpPr>
        <p:spPr/>
        <p:txBody>
          <a:bodyPr/>
          <a:lstStyle/>
          <a:p>
            <a:pPr>
              <a:defRPr/>
            </a:pPr>
            <a:r>
              <a:rPr lang="en-GB"/>
              <a:t>IT2768 ITSM 2019 S2</a:t>
            </a:r>
            <a:endParaRPr lang="en-US" dirty="0"/>
          </a:p>
        </p:txBody>
      </p:sp>
      <p:sp>
        <p:nvSpPr>
          <p:cNvPr id="5" name="Slide Number Placeholder 4"/>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9261831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98F8A2-1CCB-4A8B-8DEB-77CC71D63A41}" type="datetime1">
              <a:rPr lang="en-SG" smtClean="0"/>
              <a:t>27/9/2019</a:t>
            </a:fld>
            <a:endParaRPr lang="en-SG"/>
          </a:p>
        </p:txBody>
      </p:sp>
      <p:sp>
        <p:nvSpPr>
          <p:cNvPr id="3" name="Footer Placeholder 2"/>
          <p:cNvSpPr>
            <a:spLocks noGrp="1"/>
          </p:cNvSpPr>
          <p:nvPr>
            <p:ph type="ftr" sz="quarter" idx="11"/>
          </p:nvPr>
        </p:nvSpPr>
        <p:spPr/>
        <p:txBody>
          <a:bodyPr/>
          <a:lstStyle/>
          <a:p>
            <a:pPr>
              <a:defRPr/>
            </a:pPr>
            <a:r>
              <a:rPr lang="en-GB"/>
              <a:t>IT2768 ITSM 2019 S2</a:t>
            </a:r>
            <a:endParaRPr lang="en-US" dirty="0"/>
          </a:p>
        </p:txBody>
      </p:sp>
      <p:sp>
        <p:nvSpPr>
          <p:cNvPr id="4" name="Slide Number Placeholder 3"/>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40290982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SG"/>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C9F9E90-95D0-4ECC-A268-A624E75D5D39}" type="datetime1">
              <a:rPr lang="en-SG" smtClean="0"/>
              <a:t>27/9/2019</a:t>
            </a:fld>
            <a:endParaRPr lang="en-SG"/>
          </a:p>
        </p:txBody>
      </p:sp>
      <p:sp>
        <p:nvSpPr>
          <p:cNvPr id="6" name="Footer Placeholder 5"/>
          <p:cNvSpPr>
            <a:spLocks noGrp="1"/>
          </p:cNvSpPr>
          <p:nvPr>
            <p:ph type="ftr" sz="quarter" idx="11"/>
          </p:nvPr>
        </p:nvSpPr>
        <p:spPr/>
        <p:txBody>
          <a:bodyPr/>
          <a:lstStyle/>
          <a:p>
            <a:pPr>
              <a:defRPr/>
            </a:pPr>
            <a:r>
              <a:rPr lang="en-GB"/>
              <a:t>IT2768 ITSM 2019 S2</a:t>
            </a:r>
            <a:endParaRPr lang="en-US" dirty="0"/>
          </a:p>
        </p:txBody>
      </p:sp>
      <p:sp>
        <p:nvSpPr>
          <p:cNvPr id="7" name="Slide Number Placeholder 6"/>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17838426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SG"/>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6E53E40-2E70-46A7-AB92-D73A5EFEAD89}" type="datetime1">
              <a:rPr lang="en-SG" smtClean="0"/>
              <a:t>27/9/2019</a:t>
            </a:fld>
            <a:endParaRPr lang="en-SG"/>
          </a:p>
        </p:txBody>
      </p:sp>
      <p:sp>
        <p:nvSpPr>
          <p:cNvPr id="6" name="Footer Placeholder 5"/>
          <p:cNvSpPr>
            <a:spLocks noGrp="1"/>
          </p:cNvSpPr>
          <p:nvPr>
            <p:ph type="ftr" sz="quarter" idx="11"/>
          </p:nvPr>
        </p:nvSpPr>
        <p:spPr/>
        <p:txBody>
          <a:bodyPr/>
          <a:lstStyle/>
          <a:p>
            <a:pPr>
              <a:defRPr/>
            </a:pPr>
            <a:r>
              <a:rPr lang="en-GB"/>
              <a:t>IT2768 ITSM 2019 S2</a:t>
            </a:r>
            <a:endParaRPr lang="en-US" dirty="0"/>
          </a:p>
        </p:txBody>
      </p:sp>
      <p:sp>
        <p:nvSpPr>
          <p:cNvPr id="7" name="Slide Number Placeholder 6"/>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12155112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516071BA-94C7-474D-9B9D-B9A55DB222C8}" type="datetime1">
              <a:rPr lang="en-SG" smtClean="0"/>
              <a:t>27/9/2019</a:t>
            </a:fld>
            <a:endParaRPr lang="en-SG"/>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20342035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466512E5-6264-4061-AB18-1CFB8CC6A1A4}" type="datetime1">
              <a:rPr lang="en-SG" smtClean="0"/>
              <a:t>27/9/2019</a:t>
            </a:fld>
            <a:endParaRPr lang="en-SG"/>
          </a:p>
        </p:txBody>
      </p:sp>
      <p:sp>
        <p:nvSpPr>
          <p:cNvPr id="5" name="Footer Placeholder 4"/>
          <p:cNvSpPr>
            <a:spLocks noGrp="1"/>
          </p:cNvSpPr>
          <p:nvPr>
            <p:ph type="ftr" sz="quarter" idx="11"/>
          </p:nvPr>
        </p:nvSpPr>
        <p:spPr/>
        <p:txBody>
          <a:bodyPr/>
          <a:lstStyle/>
          <a:p>
            <a:pPr>
              <a:defRPr/>
            </a:pPr>
            <a:r>
              <a:rPr lang="en-GB"/>
              <a:t>IT2768 ITSM 2019 S2</a:t>
            </a:r>
            <a:endParaRPr lang="en-US" dirty="0"/>
          </a:p>
        </p:txBody>
      </p:sp>
      <p:sp>
        <p:nvSpPr>
          <p:cNvPr id="6" name="Slide Number Placeholder 5"/>
          <p:cNvSpPr>
            <a:spLocks noGrp="1"/>
          </p:cNvSpPr>
          <p:nvPr>
            <p:ph type="sldNum" sz="quarter" idx="12"/>
          </p:nvPr>
        </p:nvSpPr>
        <p:spPr/>
        <p:txBody>
          <a:body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20603128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jpe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819245"/>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Arial" panose="020B0604020202020204" pitchFamily="34" charset="0"/>
              <a:cs typeface="Arial" panose="020B0604020202020204" pitchFamily="34" charset="0"/>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dirty="0"/>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2" name="Footer Placeholder 21"/>
          <p:cNvSpPr>
            <a:spLocks noGrp="1"/>
          </p:cNvSpPr>
          <p:nvPr>
            <p:ph type="ftr" sz="quarter" idx="3"/>
          </p:nvPr>
        </p:nvSpPr>
        <p:spPr>
          <a:xfrm>
            <a:off x="457200" y="6248400"/>
            <a:ext cx="2351088" cy="365125"/>
          </a:xfrm>
          <a:prstGeom prst="rect">
            <a:avLst/>
          </a:prstGeom>
        </p:spPr>
        <p:txBody>
          <a:bodyPr vert="horz" anchor="b"/>
          <a:lstStyle>
            <a:lvl1pPr algn="l" eaLnBrk="1" latinLnBrk="0" hangingPunct="1">
              <a:defRPr kumimoji="0" sz="1000" b="0" smtClean="0">
                <a:solidFill>
                  <a:schemeClr val="tx1"/>
                </a:solidFill>
                <a:latin typeface="Times New Roman" panose="02020603050405020304" pitchFamily="18" charset="0"/>
                <a:cs typeface="Times New Roman" panose="02020603050405020304" pitchFamily="18" charset="0"/>
              </a:defRPr>
            </a:lvl1pPr>
            <a:extLst/>
          </a:lstStyle>
          <a:p>
            <a:pPr>
              <a:defRPr/>
            </a:pPr>
            <a:r>
              <a:rPr lang="en-GB"/>
              <a:t>IT2768 ITSM 2019 S2</a:t>
            </a:r>
            <a:endParaRPr lang="en-US" dirty="0"/>
          </a:p>
        </p:txBody>
      </p:sp>
      <p:sp>
        <p:nvSpPr>
          <p:cNvPr id="18" name="Slide Number Placeholder 17"/>
          <p:cNvSpPr>
            <a:spLocks noGrp="1"/>
          </p:cNvSpPr>
          <p:nvPr>
            <p:ph type="sldNum" sz="quarter" idx="4"/>
          </p:nvPr>
        </p:nvSpPr>
        <p:spPr>
          <a:xfrm>
            <a:off x="8305800" y="6248400"/>
            <a:ext cx="366713"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Times New Roman" panose="02020603050405020304" pitchFamily="18" charset="0"/>
                <a:cs typeface="Times New Roman" panose="02020603050405020304" pitchFamily="18" charset="0"/>
              </a:defRPr>
            </a:lvl1p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650230217"/>
      </p:ext>
    </p:extLst>
  </p:cSld>
  <p:clrMap bg1="lt1" tx1="dk1" bg2="lt2" tx2="dk2" accent1="accent1" accent2="accent2" accent3="accent3" accent4="accent4" accent5="accent5" accent6="accent6" hlink="hlink" folHlink="folHlink"/>
  <p:sldLayoutIdLst>
    <p:sldLayoutId id="2147483795" r:id="rId1"/>
    <p:sldLayoutId id="2147483796" r:id="rId2"/>
  </p:sldLayoutIdLst>
  <p:hf hdr="0" dt="0"/>
  <p:txStyles>
    <p:titleStyle>
      <a:lvl1pPr algn="l" rtl="0" eaLnBrk="0" fontAlgn="base" hangingPunct="0">
        <a:spcBef>
          <a:spcPct val="0"/>
        </a:spcBef>
        <a:spcAft>
          <a:spcPct val="0"/>
        </a:spcAft>
        <a:defRPr sz="35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3500" b="1">
          <a:solidFill>
            <a:schemeClr val="tx2"/>
          </a:solidFill>
          <a:latin typeface="Lucida Sans Unicode" pitchFamily="34" charset="0"/>
        </a:defRPr>
      </a:lvl2pPr>
      <a:lvl3pPr algn="l" rtl="0" eaLnBrk="0" fontAlgn="base" hangingPunct="0">
        <a:spcBef>
          <a:spcPct val="0"/>
        </a:spcBef>
        <a:spcAft>
          <a:spcPct val="0"/>
        </a:spcAft>
        <a:defRPr sz="3500" b="1">
          <a:solidFill>
            <a:schemeClr val="tx2"/>
          </a:solidFill>
          <a:latin typeface="Lucida Sans Unicode" pitchFamily="34" charset="0"/>
        </a:defRPr>
      </a:lvl3pPr>
      <a:lvl4pPr algn="l" rtl="0" eaLnBrk="0" fontAlgn="base" hangingPunct="0">
        <a:spcBef>
          <a:spcPct val="0"/>
        </a:spcBef>
        <a:spcAft>
          <a:spcPct val="0"/>
        </a:spcAft>
        <a:defRPr sz="3500" b="1">
          <a:solidFill>
            <a:schemeClr val="tx2"/>
          </a:solidFill>
          <a:latin typeface="Lucida Sans Unicode" pitchFamily="34" charset="0"/>
        </a:defRPr>
      </a:lvl4pPr>
      <a:lvl5pPr algn="l" rtl="0" eaLnBrk="0" fontAlgn="base" hangingPunct="0">
        <a:spcBef>
          <a:spcPct val="0"/>
        </a:spcBef>
        <a:spcAft>
          <a:spcPct val="0"/>
        </a:spcAft>
        <a:defRPr sz="3500" b="1">
          <a:solidFill>
            <a:schemeClr val="tx2"/>
          </a:solidFill>
          <a:latin typeface="Lucida Sans Unicode" pitchFamily="34" charset="0"/>
        </a:defRPr>
      </a:lvl5pPr>
      <a:lvl6pPr marL="457200" algn="l" rtl="0" fontAlgn="base">
        <a:spcBef>
          <a:spcPct val="0"/>
        </a:spcBef>
        <a:spcAft>
          <a:spcPct val="0"/>
        </a:spcAft>
        <a:defRPr sz="3500" b="1">
          <a:solidFill>
            <a:schemeClr val="tx2"/>
          </a:solidFill>
          <a:latin typeface="Lucida Sans Unicode" pitchFamily="34" charset="0"/>
        </a:defRPr>
      </a:lvl6pPr>
      <a:lvl7pPr marL="914400" algn="l" rtl="0" fontAlgn="base">
        <a:spcBef>
          <a:spcPct val="0"/>
        </a:spcBef>
        <a:spcAft>
          <a:spcPct val="0"/>
        </a:spcAft>
        <a:defRPr sz="3500" b="1">
          <a:solidFill>
            <a:schemeClr val="tx2"/>
          </a:solidFill>
          <a:latin typeface="Lucida Sans Unicode" pitchFamily="34" charset="0"/>
        </a:defRPr>
      </a:lvl7pPr>
      <a:lvl8pPr marL="1371600" algn="l" rtl="0" fontAlgn="base">
        <a:spcBef>
          <a:spcPct val="0"/>
        </a:spcBef>
        <a:spcAft>
          <a:spcPct val="0"/>
        </a:spcAft>
        <a:defRPr sz="3500" b="1">
          <a:solidFill>
            <a:schemeClr val="tx2"/>
          </a:solidFill>
          <a:latin typeface="Lucida Sans Unicode" pitchFamily="34" charset="0"/>
        </a:defRPr>
      </a:lvl8pPr>
      <a:lvl9pPr marL="1828800" algn="l" rtl="0" fontAlgn="base">
        <a:spcBef>
          <a:spcPct val="0"/>
        </a:spcBef>
        <a:spcAft>
          <a:spcPct val="0"/>
        </a:spcAft>
        <a:defRPr sz="35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2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0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5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12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819245"/>
            <a:ext cx="3402314" cy="1080868"/>
          </a:xfrm>
          <a:prstGeom prst="rtTriangle">
            <a:avLst/>
          </a:prstGeom>
          <a:blipFill>
            <a:blip r:embed="rId15"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Arial" panose="020B0604020202020204" pitchFamily="34" charset="0"/>
              <a:cs typeface="Arial" panose="020B0604020202020204" pitchFamily="34" charset="0"/>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22" name="Footer Placeholder 21"/>
          <p:cNvSpPr>
            <a:spLocks noGrp="1"/>
          </p:cNvSpPr>
          <p:nvPr>
            <p:ph type="ftr" sz="quarter" idx="3"/>
          </p:nvPr>
        </p:nvSpPr>
        <p:spPr>
          <a:xfrm>
            <a:off x="457200" y="6248400"/>
            <a:ext cx="2351088" cy="365125"/>
          </a:xfrm>
          <a:prstGeom prst="rect">
            <a:avLst/>
          </a:prstGeom>
        </p:spPr>
        <p:txBody>
          <a:bodyPr vert="horz" anchor="b"/>
          <a:lstStyle>
            <a:lvl1pPr algn="l" eaLnBrk="1" latinLnBrk="0" hangingPunct="1">
              <a:defRPr kumimoji="0" sz="1000" b="0" smtClean="0">
                <a:solidFill>
                  <a:schemeClr val="tx1"/>
                </a:solidFill>
                <a:latin typeface="Times New Roman" panose="02020603050405020304" pitchFamily="18" charset="0"/>
                <a:cs typeface="Times New Roman" panose="02020603050405020304" pitchFamily="18" charset="0"/>
              </a:defRPr>
            </a:lvl1pPr>
            <a:extLst/>
          </a:lstStyle>
          <a:p>
            <a:pPr>
              <a:defRPr/>
            </a:pPr>
            <a:r>
              <a:rPr lang="en-GB"/>
              <a:t>IT2768 ITSM 2019 S2</a:t>
            </a:r>
            <a:endParaRPr lang="en-US" dirty="0"/>
          </a:p>
        </p:txBody>
      </p:sp>
      <p:sp>
        <p:nvSpPr>
          <p:cNvPr id="18" name="Slide Number Placeholder 17"/>
          <p:cNvSpPr>
            <a:spLocks noGrp="1"/>
          </p:cNvSpPr>
          <p:nvPr>
            <p:ph type="sldNum" sz="quarter" idx="4"/>
          </p:nvPr>
        </p:nvSpPr>
        <p:spPr>
          <a:xfrm>
            <a:off x="8305800" y="6248400"/>
            <a:ext cx="366713"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Times New Roman" panose="02020603050405020304" pitchFamily="18" charset="0"/>
                <a:cs typeface="Times New Roman" panose="02020603050405020304" pitchFamily="18" charset="0"/>
              </a:defRPr>
            </a:lvl1p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420672363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Lst>
  <p:hf hdr="0" dt="0"/>
  <p:txStyles>
    <p:titleStyle>
      <a:lvl1pPr algn="l" rtl="0" eaLnBrk="1" fontAlgn="base" hangingPunct="1">
        <a:spcBef>
          <a:spcPct val="0"/>
        </a:spcBef>
        <a:spcAft>
          <a:spcPct val="0"/>
        </a:spcAft>
        <a:defRPr sz="35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3500" b="1">
          <a:solidFill>
            <a:schemeClr val="tx2"/>
          </a:solidFill>
          <a:latin typeface="Lucida Sans Unicode" pitchFamily="34" charset="0"/>
        </a:defRPr>
      </a:lvl2pPr>
      <a:lvl3pPr algn="l" rtl="0" eaLnBrk="1" fontAlgn="base" hangingPunct="1">
        <a:spcBef>
          <a:spcPct val="0"/>
        </a:spcBef>
        <a:spcAft>
          <a:spcPct val="0"/>
        </a:spcAft>
        <a:defRPr sz="3500" b="1">
          <a:solidFill>
            <a:schemeClr val="tx2"/>
          </a:solidFill>
          <a:latin typeface="Lucida Sans Unicode" pitchFamily="34" charset="0"/>
        </a:defRPr>
      </a:lvl3pPr>
      <a:lvl4pPr algn="l" rtl="0" eaLnBrk="1" fontAlgn="base" hangingPunct="1">
        <a:spcBef>
          <a:spcPct val="0"/>
        </a:spcBef>
        <a:spcAft>
          <a:spcPct val="0"/>
        </a:spcAft>
        <a:defRPr sz="3500" b="1">
          <a:solidFill>
            <a:schemeClr val="tx2"/>
          </a:solidFill>
          <a:latin typeface="Lucida Sans Unicode" pitchFamily="34" charset="0"/>
        </a:defRPr>
      </a:lvl4pPr>
      <a:lvl5pPr algn="l" rtl="0" eaLnBrk="1" fontAlgn="base" hangingPunct="1">
        <a:spcBef>
          <a:spcPct val="0"/>
        </a:spcBef>
        <a:spcAft>
          <a:spcPct val="0"/>
        </a:spcAft>
        <a:defRPr sz="3500" b="1">
          <a:solidFill>
            <a:schemeClr val="tx2"/>
          </a:solidFill>
          <a:latin typeface="Lucida Sans Unicode" pitchFamily="34" charset="0"/>
        </a:defRPr>
      </a:lvl5pPr>
      <a:lvl6pPr marL="457200" algn="l" rtl="0" eaLnBrk="1" fontAlgn="base" hangingPunct="1">
        <a:spcBef>
          <a:spcPct val="0"/>
        </a:spcBef>
        <a:spcAft>
          <a:spcPct val="0"/>
        </a:spcAft>
        <a:defRPr sz="3500" b="1">
          <a:solidFill>
            <a:schemeClr val="tx2"/>
          </a:solidFill>
          <a:latin typeface="Lucida Sans Unicode" pitchFamily="34" charset="0"/>
        </a:defRPr>
      </a:lvl6pPr>
      <a:lvl7pPr marL="914400" algn="l" rtl="0" eaLnBrk="1" fontAlgn="base" hangingPunct="1">
        <a:spcBef>
          <a:spcPct val="0"/>
        </a:spcBef>
        <a:spcAft>
          <a:spcPct val="0"/>
        </a:spcAft>
        <a:defRPr sz="3500" b="1">
          <a:solidFill>
            <a:schemeClr val="tx2"/>
          </a:solidFill>
          <a:latin typeface="Lucida Sans Unicode" pitchFamily="34" charset="0"/>
        </a:defRPr>
      </a:lvl7pPr>
      <a:lvl8pPr marL="1371600" algn="l" rtl="0" eaLnBrk="1" fontAlgn="base" hangingPunct="1">
        <a:spcBef>
          <a:spcPct val="0"/>
        </a:spcBef>
        <a:spcAft>
          <a:spcPct val="0"/>
        </a:spcAft>
        <a:defRPr sz="3500" b="1">
          <a:solidFill>
            <a:schemeClr val="tx2"/>
          </a:solidFill>
          <a:latin typeface="Lucida Sans Unicode" pitchFamily="34" charset="0"/>
        </a:defRPr>
      </a:lvl8pPr>
      <a:lvl9pPr marL="1828800" algn="l" rtl="0" eaLnBrk="1" fontAlgn="base" hangingPunct="1">
        <a:spcBef>
          <a:spcPct val="0"/>
        </a:spcBef>
        <a:spcAft>
          <a:spcPct val="0"/>
        </a:spcAft>
        <a:defRPr sz="35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2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0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anose="05020102010507070707" pitchFamily="18" charset="2"/>
        <a:buChar char=""/>
        <a:defRPr sz="15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anose="05020102010507070707" pitchFamily="18" charset="2"/>
        <a:buChar char=""/>
        <a:defRPr sz="12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819245"/>
            <a:ext cx="3402314" cy="1080868"/>
          </a:xfrm>
          <a:prstGeom prst="rtTriangle">
            <a:avLst/>
          </a:prstGeom>
          <a:blipFill>
            <a:blip r:embed="rId5"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latin typeface="Arial" panose="020B0604020202020204" pitchFamily="34" charset="0"/>
              <a:cs typeface="Arial" panose="020B0604020202020204" pitchFamily="34" charset="0"/>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22" name="Footer Placeholder 21"/>
          <p:cNvSpPr>
            <a:spLocks noGrp="1"/>
          </p:cNvSpPr>
          <p:nvPr>
            <p:ph type="ftr" sz="quarter" idx="3"/>
          </p:nvPr>
        </p:nvSpPr>
        <p:spPr>
          <a:xfrm>
            <a:off x="457200" y="6248400"/>
            <a:ext cx="2351088" cy="365125"/>
          </a:xfrm>
          <a:prstGeom prst="rect">
            <a:avLst/>
          </a:prstGeom>
        </p:spPr>
        <p:txBody>
          <a:bodyPr vert="horz" anchor="b"/>
          <a:lstStyle>
            <a:lvl1pPr algn="l" eaLnBrk="1" latinLnBrk="0" hangingPunct="1">
              <a:defRPr kumimoji="0" sz="1000" b="0" smtClean="0">
                <a:solidFill>
                  <a:schemeClr val="tx1"/>
                </a:solidFill>
                <a:latin typeface="Times New Roman" panose="02020603050405020304" pitchFamily="18" charset="0"/>
                <a:cs typeface="Times New Roman" panose="02020603050405020304" pitchFamily="18" charset="0"/>
              </a:defRPr>
            </a:lvl1pPr>
            <a:extLst/>
          </a:lstStyle>
          <a:p>
            <a:pPr>
              <a:defRPr/>
            </a:pPr>
            <a:r>
              <a:rPr lang="en-GB"/>
              <a:t>IT2768 ITSM 2019 S2</a:t>
            </a:r>
            <a:endParaRPr lang="en-US" dirty="0"/>
          </a:p>
        </p:txBody>
      </p:sp>
      <p:sp>
        <p:nvSpPr>
          <p:cNvPr id="18" name="Slide Number Placeholder 17"/>
          <p:cNvSpPr>
            <a:spLocks noGrp="1"/>
          </p:cNvSpPr>
          <p:nvPr>
            <p:ph type="sldNum" sz="quarter" idx="4"/>
          </p:nvPr>
        </p:nvSpPr>
        <p:spPr>
          <a:xfrm>
            <a:off x="8305800" y="6248400"/>
            <a:ext cx="366713"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Times New Roman" panose="02020603050405020304" pitchFamily="18" charset="0"/>
                <a:cs typeface="Times New Roman" panose="02020603050405020304" pitchFamily="18" charset="0"/>
              </a:defRPr>
            </a:lvl1p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2034351104"/>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Lst>
  <p:hf hdr="0" dt="0"/>
  <p:txStyles>
    <p:titleStyle>
      <a:lvl1pPr algn="l" rtl="0" eaLnBrk="1" fontAlgn="base" hangingPunct="1">
        <a:spcBef>
          <a:spcPct val="0"/>
        </a:spcBef>
        <a:spcAft>
          <a:spcPct val="0"/>
        </a:spcAft>
        <a:defRPr sz="35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3500" b="1">
          <a:solidFill>
            <a:schemeClr val="tx2"/>
          </a:solidFill>
          <a:latin typeface="Lucida Sans Unicode" pitchFamily="34" charset="0"/>
        </a:defRPr>
      </a:lvl2pPr>
      <a:lvl3pPr algn="l" rtl="0" eaLnBrk="1" fontAlgn="base" hangingPunct="1">
        <a:spcBef>
          <a:spcPct val="0"/>
        </a:spcBef>
        <a:spcAft>
          <a:spcPct val="0"/>
        </a:spcAft>
        <a:defRPr sz="3500" b="1">
          <a:solidFill>
            <a:schemeClr val="tx2"/>
          </a:solidFill>
          <a:latin typeface="Lucida Sans Unicode" pitchFamily="34" charset="0"/>
        </a:defRPr>
      </a:lvl3pPr>
      <a:lvl4pPr algn="l" rtl="0" eaLnBrk="1" fontAlgn="base" hangingPunct="1">
        <a:spcBef>
          <a:spcPct val="0"/>
        </a:spcBef>
        <a:spcAft>
          <a:spcPct val="0"/>
        </a:spcAft>
        <a:defRPr sz="3500" b="1">
          <a:solidFill>
            <a:schemeClr val="tx2"/>
          </a:solidFill>
          <a:latin typeface="Lucida Sans Unicode" pitchFamily="34" charset="0"/>
        </a:defRPr>
      </a:lvl4pPr>
      <a:lvl5pPr algn="l" rtl="0" eaLnBrk="1" fontAlgn="base" hangingPunct="1">
        <a:spcBef>
          <a:spcPct val="0"/>
        </a:spcBef>
        <a:spcAft>
          <a:spcPct val="0"/>
        </a:spcAft>
        <a:defRPr sz="3500" b="1">
          <a:solidFill>
            <a:schemeClr val="tx2"/>
          </a:solidFill>
          <a:latin typeface="Lucida Sans Unicode" pitchFamily="34" charset="0"/>
        </a:defRPr>
      </a:lvl5pPr>
      <a:lvl6pPr marL="457200" algn="l" rtl="0" eaLnBrk="1" fontAlgn="base" hangingPunct="1">
        <a:spcBef>
          <a:spcPct val="0"/>
        </a:spcBef>
        <a:spcAft>
          <a:spcPct val="0"/>
        </a:spcAft>
        <a:defRPr sz="3500" b="1">
          <a:solidFill>
            <a:schemeClr val="tx2"/>
          </a:solidFill>
          <a:latin typeface="Lucida Sans Unicode" pitchFamily="34" charset="0"/>
        </a:defRPr>
      </a:lvl6pPr>
      <a:lvl7pPr marL="914400" algn="l" rtl="0" eaLnBrk="1" fontAlgn="base" hangingPunct="1">
        <a:spcBef>
          <a:spcPct val="0"/>
        </a:spcBef>
        <a:spcAft>
          <a:spcPct val="0"/>
        </a:spcAft>
        <a:defRPr sz="3500" b="1">
          <a:solidFill>
            <a:schemeClr val="tx2"/>
          </a:solidFill>
          <a:latin typeface="Lucida Sans Unicode" pitchFamily="34" charset="0"/>
        </a:defRPr>
      </a:lvl7pPr>
      <a:lvl8pPr marL="1371600" algn="l" rtl="0" eaLnBrk="1" fontAlgn="base" hangingPunct="1">
        <a:spcBef>
          <a:spcPct val="0"/>
        </a:spcBef>
        <a:spcAft>
          <a:spcPct val="0"/>
        </a:spcAft>
        <a:defRPr sz="3500" b="1">
          <a:solidFill>
            <a:schemeClr val="tx2"/>
          </a:solidFill>
          <a:latin typeface="Lucida Sans Unicode" pitchFamily="34" charset="0"/>
        </a:defRPr>
      </a:lvl8pPr>
      <a:lvl9pPr marL="1828800" algn="l" rtl="0" eaLnBrk="1" fontAlgn="base" hangingPunct="1">
        <a:spcBef>
          <a:spcPct val="0"/>
        </a:spcBef>
        <a:spcAft>
          <a:spcPct val="0"/>
        </a:spcAft>
        <a:defRPr sz="35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2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0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anose="05020102010507070707" pitchFamily="18" charset="2"/>
        <a:buChar char=""/>
        <a:defRPr sz="15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anose="05020102010507070707" pitchFamily="18" charset="2"/>
        <a:buChar char=""/>
        <a:defRPr sz="12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7DC63A0-8611-49EB-99B5-C513512202C5}" type="datetime1">
              <a:rPr lang="en-SG" smtClean="0"/>
              <a:t>27/9/2019</a:t>
            </a:fld>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t>IT2768 ITSM 2019 S2</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6C2806E-8B3A-40B0-9CEA-0D642FD7A136}" type="slidenum">
              <a:rPr lang="en-US" altLang="en-US" smtClean="0"/>
              <a:pPr/>
              <a:t>‹#›</a:t>
            </a:fld>
            <a:endParaRPr lang="en-US" altLang="en-US" dirty="0"/>
          </a:p>
        </p:txBody>
      </p:sp>
    </p:spTree>
    <p:extLst>
      <p:ext uri="{BB962C8B-B14F-4D97-AF65-F5344CB8AC3E}">
        <p14:creationId xmlns:p14="http://schemas.microsoft.com/office/powerpoint/2010/main" val="3240806649"/>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066800" y="274638"/>
            <a:ext cx="7848600" cy="1143000"/>
          </a:xfrm>
          <a:prstGeom prst="rect">
            <a:avLst/>
          </a:prstGeom>
          <a:noFill/>
          <a:ln w="9525">
            <a:noFill/>
            <a:miter lim="800000"/>
            <a:headEnd/>
            <a:tailEnd/>
          </a:ln>
        </p:spPr>
        <p:txBody>
          <a:bodyPr anchor="ctr"/>
          <a:lstStyle/>
          <a:p>
            <a:pPr eaLnBrk="0" hangingPunct="0">
              <a:defRPr/>
            </a:pPr>
            <a:r>
              <a:rPr lang="en-US" sz="3800" dirty="0">
                <a:latin typeface="+mj-lt"/>
                <a:ea typeface="+mj-ea"/>
                <a:cs typeface="+mj-cs"/>
              </a:rPr>
              <a:t>L16 F&amp;P of  CSI </a:t>
            </a:r>
          </a:p>
        </p:txBody>
      </p:sp>
      <p:sp>
        <p:nvSpPr>
          <p:cNvPr id="5" name="Content Placeholder 5"/>
          <p:cNvSpPr txBox="1">
            <a:spLocks/>
          </p:cNvSpPr>
          <p:nvPr/>
        </p:nvSpPr>
        <p:spPr bwMode="auto">
          <a:xfrm>
            <a:off x="2819400" y="1600200"/>
            <a:ext cx="5791200" cy="4800600"/>
          </a:xfrm>
          <a:prstGeom prst="rect">
            <a:avLst/>
          </a:prstGeom>
          <a:noFill/>
          <a:ln w="9525">
            <a:noFill/>
            <a:miter lim="800000"/>
            <a:headEnd/>
            <a:tailEnd/>
          </a:ln>
        </p:spPr>
        <p:txBody>
          <a:bodyPr/>
          <a:lstStyle/>
          <a:p>
            <a:pPr eaLnBrk="0" hangingPunct="0">
              <a:spcBef>
                <a:spcPct val="20000"/>
              </a:spcBef>
              <a:buFont typeface="Arial" pitchFamily="34" charset="0"/>
              <a:buChar char="•"/>
              <a:defRPr/>
            </a:pPr>
            <a:r>
              <a:rPr lang="en-US" sz="2400" dirty="0">
                <a:latin typeface="+mn-lt"/>
              </a:rPr>
              <a:t>Processes involved</a:t>
            </a:r>
          </a:p>
          <a:p>
            <a:pPr lvl="1" eaLnBrk="0" hangingPunct="0">
              <a:buFont typeface="Wingdings" pitchFamily="2" charset="2"/>
              <a:buChar char="Ø"/>
              <a:defRPr/>
            </a:pPr>
            <a:r>
              <a:rPr lang="en-US" sz="2400" dirty="0">
                <a:latin typeface="+mn-lt"/>
              </a:rPr>
              <a:t>Steps in improvement process</a:t>
            </a:r>
          </a:p>
          <a:p>
            <a:pPr eaLnBrk="0" hangingPunct="0">
              <a:spcBef>
                <a:spcPct val="20000"/>
              </a:spcBef>
              <a:buFont typeface="Arial" pitchFamily="34" charset="0"/>
              <a:buChar char="•"/>
              <a:defRPr/>
            </a:pPr>
            <a:r>
              <a:rPr lang="en-US" sz="2400" dirty="0">
                <a:latin typeface="+mn-lt"/>
              </a:rPr>
              <a:t>Service Reporting</a:t>
            </a:r>
          </a:p>
          <a:p>
            <a:pPr lvl="1" eaLnBrk="0" hangingPunct="0">
              <a:buFont typeface="Wingdings" pitchFamily="2" charset="2"/>
              <a:buChar char="Ø"/>
              <a:defRPr/>
            </a:pPr>
            <a:r>
              <a:rPr lang="en-US" sz="2400" dirty="0">
                <a:latin typeface="+mn-lt"/>
              </a:rPr>
              <a:t>Activities involved</a:t>
            </a:r>
          </a:p>
          <a:p>
            <a:pPr lvl="1" eaLnBrk="0" hangingPunct="0">
              <a:buFont typeface="Wingdings" pitchFamily="2" charset="2"/>
              <a:buChar char="Ø"/>
              <a:defRPr/>
            </a:pPr>
            <a:r>
              <a:rPr lang="en-US" sz="2400" dirty="0">
                <a:latin typeface="+mn-lt"/>
              </a:rPr>
              <a:t>Contents of reporting framework</a:t>
            </a:r>
          </a:p>
          <a:p>
            <a:pPr lvl="1" eaLnBrk="0" hangingPunct="0">
              <a:spcBef>
                <a:spcPct val="20000"/>
              </a:spcBef>
              <a:buFont typeface="Arial" charset="0"/>
              <a:buNone/>
              <a:defRPr/>
            </a:pPr>
            <a:r>
              <a:rPr lang="en-US" sz="2800" dirty="0">
                <a:latin typeface="+mn-lt"/>
              </a:rPr>
              <a:t> </a:t>
            </a:r>
          </a:p>
        </p:txBody>
      </p:sp>
      <p:sp>
        <p:nvSpPr>
          <p:cNvPr id="6" name="Rounded Rectangle 5"/>
          <p:cNvSpPr/>
          <p:nvPr/>
        </p:nvSpPr>
        <p:spPr>
          <a:xfrm>
            <a:off x="1066800" y="16002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Service Strategy</a:t>
            </a:r>
          </a:p>
        </p:txBody>
      </p:sp>
      <p:sp>
        <p:nvSpPr>
          <p:cNvPr id="7" name="Rounded Rectangle 6"/>
          <p:cNvSpPr/>
          <p:nvPr/>
        </p:nvSpPr>
        <p:spPr>
          <a:xfrm>
            <a:off x="1066800" y="25146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Service Design</a:t>
            </a:r>
          </a:p>
        </p:txBody>
      </p:sp>
      <p:sp>
        <p:nvSpPr>
          <p:cNvPr id="8" name="Rounded Rectangle 7"/>
          <p:cNvSpPr/>
          <p:nvPr/>
        </p:nvSpPr>
        <p:spPr>
          <a:xfrm>
            <a:off x="1066800" y="35052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Service Transition</a:t>
            </a:r>
          </a:p>
        </p:txBody>
      </p:sp>
      <p:sp>
        <p:nvSpPr>
          <p:cNvPr id="9" name="Rounded Rectangle 8"/>
          <p:cNvSpPr/>
          <p:nvPr/>
        </p:nvSpPr>
        <p:spPr>
          <a:xfrm>
            <a:off x="1066800" y="44958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Service Operation</a:t>
            </a:r>
          </a:p>
        </p:txBody>
      </p:sp>
      <p:sp>
        <p:nvSpPr>
          <p:cNvPr id="10" name="Rounded Rectangle 9"/>
          <p:cNvSpPr/>
          <p:nvPr/>
        </p:nvSpPr>
        <p:spPr>
          <a:xfrm>
            <a:off x="1066800" y="5486400"/>
            <a:ext cx="1447800" cy="6096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Continual Service Improvement</a:t>
            </a:r>
          </a:p>
        </p:txBody>
      </p:sp>
      <p:sp>
        <p:nvSpPr>
          <p:cNvPr id="11" name="Down Arrow 10"/>
          <p:cNvSpPr/>
          <p:nvPr/>
        </p:nvSpPr>
        <p:spPr>
          <a:xfrm>
            <a:off x="1752600" y="2133600"/>
            <a:ext cx="152400" cy="3048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cs typeface="Arial" charset="0"/>
            </a:endParaRPr>
          </a:p>
        </p:txBody>
      </p:sp>
      <p:sp>
        <p:nvSpPr>
          <p:cNvPr id="12" name="Down Arrow 11"/>
          <p:cNvSpPr/>
          <p:nvPr/>
        </p:nvSpPr>
        <p:spPr>
          <a:xfrm>
            <a:off x="1676400" y="3124200"/>
            <a:ext cx="152400" cy="3048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cs typeface="Arial" charset="0"/>
            </a:endParaRPr>
          </a:p>
        </p:txBody>
      </p:sp>
      <p:sp>
        <p:nvSpPr>
          <p:cNvPr id="13" name="Down Arrow 12"/>
          <p:cNvSpPr/>
          <p:nvPr/>
        </p:nvSpPr>
        <p:spPr>
          <a:xfrm>
            <a:off x="1676400" y="4114800"/>
            <a:ext cx="152400" cy="3048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cs typeface="Arial" charset="0"/>
            </a:endParaRPr>
          </a:p>
        </p:txBody>
      </p:sp>
      <p:sp>
        <p:nvSpPr>
          <p:cNvPr id="14" name="Down Arrow 13"/>
          <p:cNvSpPr/>
          <p:nvPr/>
        </p:nvSpPr>
        <p:spPr>
          <a:xfrm>
            <a:off x="1676400" y="5029200"/>
            <a:ext cx="152400" cy="3048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cs typeface="Arial" charset="0"/>
            </a:endParaRPr>
          </a:p>
        </p:txBody>
      </p:sp>
      <p:sp>
        <p:nvSpPr>
          <p:cNvPr id="15" name="Down Arrow 14"/>
          <p:cNvSpPr/>
          <p:nvPr/>
        </p:nvSpPr>
        <p:spPr>
          <a:xfrm rot="16200000">
            <a:off x="723900" y="5524500"/>
            <a:ext cx="304800" cy="381000"/>
          </a:xfrm>
          <a:prstGeom prst="downArrow">
            <a:avLst>
              <a:gd name="adj1" fmla="val 0"/>
              <a:gd name="adj2" fmla="val 81034"/>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cs typeface="Arial" charset="0"/>
            </a:endParaRPr>
          </a:p>
        </p:txBody>
      </p:sp>
      <p:sp>
        <p:nvSpPr>
          <p:cNvPr id="16" name="Footer Placeholder 15"/>
          <p:cNvSpPr>
            <a:spLocks noGrp="1"/>
          </p:cNvSpPr>
          <p:nvPr>
            <p:ph type="ftr" sz="quarter" idx="11"/>
          </p:nvPr>
        </p:nvSpPr>
        <p:spPr/>
        <p:txBody>
          <a:bodyPr/>
          <a:lstStyle/>
          <a:p>
            <a:pPr>
              <a:defRPr/>
            </a:pPr>
            <a:r>
              <a:rPr lang="en-US"/>
              <a:t>IT2768 ITSM 2019 S2</a:t>
            </a:r>
          </a:p>
        </p:txBody>
      </p:sp>
      <p:sp>
        <p:nvSpPr>
          <p:cNvPr id="2" name="Slide Number Placeholder 1"/>
          <p:cNvSpPr>
            <a:spLocks noGrp="1"/>
          </p:cNvSpPr>
          <p:nvPr>
            <p:ph type="sldNum" sz="quarter" idx="12"/>
          </p:nvPr>
        </p:nvSpPr>
        <p:spPr/>
        <p:txBody>
          <a:bodyPr/>
          <a:lstStyle/>
          <a:p>
            <a:pPr>
              <a:defRPr/>
            </a:pPr>
            <a:fld id="{3A6F84C5-FC71-4B79-B6EA-837C1AB97B61}" type="slidenum">
              <a:rPr lang="en-US" smtClean="0">
                <a:solidFill>
                  <a:schemeClr val="tx1"/>
                </a:solidFill>
              </a:rPr>
              <a:pPr>
                <a:defRPr/>
              </a:pPr>
              <a:t>1</a:t>
            </a:fld>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IT2768 ITSM 2019 S2</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a:t>
            </a:fld>
            <a:endParaRPr lang="en-US"/>
          </a:p>
        </p:txBody>
      </p:sp>
      <p:sp>
        <p:nvSpPr>
          <p:cNvPr id="4" name="Rectangle 3"/>
          <p:cNvSpPr/>
          <p:nvPr/>
        </p:nvSpPr>
        <p:spPr>
          <a:xfrm>
            <a:off x="457200" y="1219200"/>
            <a:ext cx="7848600" cy="1015663"/>
          </a:xfrm>
          <a:prstGeom prst="rect">
            <a:avLst/>
          </a:prstGeom>
        </p:spPr>
        <p:txBody>
          <a:bodyPr wrap="square">
            <a:spAutoFit/>
          </a:bodyPr>
          <a:lstStyle/>
          <a:p>
            <a:pPr>
              <a:buNone/>
            </a:pPr>
            <a:r>
              <a:rPr lang="en-SG" sz="2000" dirty="0"/>
              <a:t>Student will be able to:</a:t>
            </a:r>
          </a:p>
          <a:p>
            <a:pPr>
              <a:buFont typeface="Wingdings" pitchFamily="2" charset="2"/>
              <a:buChar char="Ø"/>
            </a:pPr>
            <a:r>
              <a:rPr lang="en-SG" sz="2000" dirty="0"/>
              <a:t>Describe the 7 steps for improvement</a:t>
            </a:r>
          </a:p>
          <a:p>
            <a:pPr>
              <a:buFont typeface="Wingdings" pitchFamily="2" charset="2"/>
              <a:buChar char="Ø"/>
            </a:pPr>
            <a:r>
              <a:rPr lang="en-SG" sz="2000" dirty="0"/>
              <a:t>Describe the techniques for service reporting</a:t>
            </a:r>
          </a:p>
        </p:txBody>
      </p:sp>
      <p:sp>
        <p:nvSpPr>
          <p:cNvPr id="5" name="Title 1"/>
          <p:cNvSpPr txBox="1">
            <a:spLocks/>
          </p:cNvSpPr>
          <p:nvPr/>
        </p:nvSpPr>
        <p:spPr>
          <a:xfrm>
            <a:off x="304800" y="457200"/>
            <a:ext cx="8686800" cy="83820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SG" sz="2800" b="0" i="0" u="none" strike="noStrike" kern="1200" cap="all" spc="0" normalizeH="0" baseline="0" noProof="0">
                <a:ln>
                  <a:noFill/>
                </a:ln>
                <a:solidFill>
                  <a:schemeClr val="tx2"/>
                </a:solidFill>
                <a:effectLst>
                  <a:reflection blurRad="12700" stA="48000" endA="300" endPos="55000" dir="5400000" sy="-90000" algn="bl" rotWithShape="0"/>
                </a:effectLst>
                <a:uLnTx/>
                <a:uFillTx/>
                <a:latin typeface="+mj-lt"/>
                <a:ea typeface="+mj-ea"/>
                <a:cs typeface="+mj-cs"/>
              </a:rPr>
              <a:t>Learning outcome:</a:t>
            </a:r>
            <a:endParaRPr kumimoji="0" lang="en-GB" sz="28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6" name="Picture 5" descr="CICLO &lt;strong&gt;PDCA&lt;/strong&gt; - CalidadAFacemEpico2016II"/>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5896" y="2462044"/>
            <a:ext cx="4029075" cy="3667125"/>
          </a:xfrm>
          <a:prstGeom prst="rect">
            <a:avLst/>
          </a:prstGeom>
        </p:spPr>
      </p:pic>
    </p:spTree>
    <p:extLst>
      <p:ext uri="{BB962C8B-B14F-4D97-AF65-F5344CB8AC3E}">
        <p14:creationId xmlns:p14="http://schemas.microsoft.com/office/powerpoint/2010/main" val="2311219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algn="l" eaLnBrk="1" hangingPunct="1"/>
            <a:r>
              <a:rPr lang="en-US" dirty="0">
                <a:latin typeface="Arial" charset="0"/>
                <a:cs typeface="Arial" charset="0"/>
              </a:rPr>
              <a:t>*Goals and Objectives</a:t>
            </a:r>
          </a:p>
        </p:txBody>
      </p:sp>
      <p:sp>
        <p:nvSpPr>
          <p:cNvPr id="4099" name="Content Placeholder 2"/>
          <p:cNvSpPr>
            <a:spLocks noGrp="1"/>
          </p:cNvSpPr>
          <p:nvPr>
            <p:ph idx="1"/>
          </p:nvPr>
        </p:nvSpPr>
        <p:spPr/>
        <p:txBody>
          <a:bodyPr>
            <a:normAutofit/>
          </a:bodyPr>
          <a:lstStyle/>
          <a:p>
            <a:pPr eaLnBrk="1" hangingPunct="1"/>
            <a:r>
              <a:rPr lang="en-US" sz="2800">
                <a:cs typeface="Arial" charset="0"/>
              </a:rPr>
              <a:t>The goal of CSI is for continual improvement of the effectiveness and efficiency of IT services.</a:t>
            </a:r>
          </a:p>
          <a:p>
            <a:pPr eaLnBrk="1" hangingPunct="1"/>
            <a:r>
              <a:rPr lang="en-US" sz="2800">
                <a:cs typeface="Arial" charset="0"/>
              </a:rPr>
              <a:t>Aims to achieve and surpass the objectives (effectiveness), and obtain these objectives at the lowest cost possible (efficiency).</a:t>
            </a:r>
          </a:p>
          <a:p>
            <a:pPr eaLnBrk="1" hangingPunct="1"/>
            <a:r>
              <a:rPr lang="en-US" sz="2800">
                <a:cs typeface="Arial" charset="0"/>
              </a:rPr>
              <a:t>How ? By measuring and analyzing process results in all Service Lifecycle phases, to determine which results are structurally worse than others. These offer the highest improvement probability.</a:t>
            </a:r>
          </a:p>
          <a:p>
            <a:pPr eaLnBrk="1" hangingPunct="1"/>
            <a:endParaRPr lang="en-US" sz="2800">
              <a:cs typeface="Arial" charset="0"/>
            </a:endParaRPr>
          </a:p>
        </p:txBody>
      </p:sp>
      <p:sp>
        <p:nvSpPr>
          <p:cNvPr id="5" name="Footer Placeholder 4"/>
          <p:cNvSpPr>
            <a:spLocks noGrp="1"/>
          </p:cNvSpPr>
          <p:nvPr>
            <p:ph type="ftr" sz="quarter" idx="11"/>
          </p:nvPr>
        </p:nvSpPr>
        <p:spPr/>
        <p:txBody>
          <a:bodyPr/>
          <a:lstStyle/>
          <a:p>
            <a:pPr>
              <a:defRPr/>
            </a:pPr>
            <a:r>
              <a:rPr lang="en-US"/>
              <a:t>IT2768 ITSM 2019 S2</a:t>
            </a:r>
          </a:p>
        </p:txBody>
      </p:sp>
      <p:sp>
        <p:nvSpPr>
          <p:cNvPr id="2" name="Slide Number Placeholder 1"/>
          <p:cNvSpPr>
            <a:spLocks noGrp="1"/>
          </p:cNvSpPr>
          <p:nvPr>
            <p:ph type="sldNum" sz="quarter" idx="12"/>
          </p:nvPr>
        </p:nvSpPr>
        <p:spPr/>
        <p:txBody>
          <a:bodyPr/>
          <a:lstStyle/>
          <a:p>
            <a:pPr>
              <a:defRPr/>
            </a:pPr>
            <a:fld id="{FFD0B3D3-F04D-48B9-ABCC-1FC60D3D551E}"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algn="l" eaLnBrk="1" hangingPunct="1"/>
            <a:r>
              <a:rPr lang="en-US">
                <a:cs typeface="Arial" charset="0"/>
              </a:rPr>
              <a:t>Goals and Objectives</a:t>
            </a:r>
            <a:endParaRPr lang="en-US"/>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itchFamily="34" charset="0"/>
              <a:buChar char="•"/>
              <a:defRPr/>
            </a:pPr>
            <a:r>
              <a:rPr lang="en-US" sz="2800" dirty="0">
                <a:latin typeface="+mj-lt"/>
                <a:cs typeface="Arial" pitchFamily="34" charset="0"/>
              </a:rPr>
              <a:t>CSI mainly measures and monitors the following areas:</a:t>
            </a:r>
          </a:p>
          <a:p>
            <a:pPr lvl="1" eaLnBrk="1" fontAlgn="auto" hangingPunct="1">
              <a:spcAft>
                <a:spcPts val="0"/>
              </a:spcAft>
              <a:buFont typeface="Arial" pitchFamily="34" charset="0"/>
              <a:buChar char="–"/>
              <a:defRPr/>
            </a:pPr>
            <a:r>
              <a:rPr lang="en-US" sz="2400" b="1" dirty="0">
                <a:latin typeface="+mj-lt"/>
                <a:cs typeface="Arial" pitchFamily="34" charset="0"/>
              </a:rPr>
              <a:t>Process compliance </a:t>
            </a:r>
            <a:r>
              <a:rPr lang="en-US" sz="2400" dirty="0">
                <a:latin typeface="+mj-lt"/>
                <a:cs typeface="Arial" pitchFamily="34" charset="0"/>
              </a:rPr>
              <a:t>– Does the organization follow the new or modified service management process</a:t>
            </a:r>
          </a:p>
          <a:p>
            <a:pPr lvl="1" eaLnBrk="1" fontAlgn="auto" hangingPunct="1">
              <a:spcAft>
                <a:spcPts val="0"/>
              </a:spcAft>
              <a:buFont typeface="Arial" pitchFamily="34" charset="0"/>
              <a:buChar char="–"/>
              <a:defRPr/>
            </a:pPr>
            <a:r>
              <a:rPr lang="en-US" sz="2400" b="1" dirty="0">
                <a:latin typeface="+mj-lt"/>
                <a:cs typeface="Arial" pitchFamily="34" charset="0"/>
              </a:rPr>
              <a:t>Quality</a:t>
            </a:r>
            <a:r>
              <a:rPr lang="en-US" sz="2400" dirty="0">
                <a:latin typeface="+mj-lt"/>
                <a:cs typeface="Arial" pitchFamily="34" charset="0"/>
              </a:rPr>
              <a:t> – Do the various process activities meet their goals?</a:t>
            </a:r>
          </a:p>
          <a:p>
            <a:pPr lvl="1" eaLnBrk="1" fontAlgn="auto" hangingPunct="1">
              <a:spcAft>
                <a:spcPts val="0"/>
              </a:spcAft>
              <a:buFont typeface="Arial" pitchFamily="34" charset="0"/>
              <a:buChar char="–"/>
              <a:defRPr/>
            </a:pPr>
            <a:r>
              <a:rPr lang="en-US" sz="2400" b="1" dirty="0">
                <a:latin typeface="+mj-lt"/>
                <a:cs typeface="Arial" pitchFamily="34" charset="0"/>
              </a:rPr>
              <a:t>Performance</a:t>
            </a:r>
            <a:r>
              <a:rPr lang="en-US" sz="2400" dirty="0">
                <a:latin typeface="+mj-lt"/>
                <a:cs typeface="Arial" pitchFamily="34" charset="0"/>
              </a:rPr>
              <a:t> – How efficient is the process? What are the elapsed times?</a:t>
            </a:r>
          </a:p>
          <a:p>
            <a:pPr lvl="1" eaLnBrk="1" fontAlgn="auto" hangingPunct="1">
              <a:spcAft>
                <a:spcPts val="0"/>
              </a:spcAft>
              <a:buFont typeface="Arial" pitchFamily="34" charset="0"/>
              <a:buChar char="–"/>
              <a:defRPr/>
            </a:pPr>
            <a:r>
              <a:rPr lang="en-US" sz="2400" b="1" dirty="0">
                <a:latin typeface="+mj-lt"/>
                <a:cs typeface="Arial" pitchFamily="34" charset="0"/>
              </a:rPr>
              <a:t>Business value of a process </a:t>
            </a:r>
            <a:r>
              <a:rPr lang="en-US" sz="2400" dirty="0">
                <a:latin typeface="+mj-lt"/>
                <a:cs typeface="Arial" pitchFamily="34" charset="0"/>
              </a:rPr>
              <a:t>– Does the process make a difference? Is it effective? How does the client rate the process?</a:t>
            </a:r>
          </a:p>
        </p:txBody>
      </p:sp>
      <p:sp>
        <p:nvSpPr>
          <p:cNvPr id="5" name="Footer Placeholder 4"/>
          <p:cNvSpPr>
            <a:spLocks noGrp="1"/>
          </p:cNvSpPr>
          <p:nvPr>
            <p:ph type="ftr" sz="quarter" idx="11"/>
          </p:nvPr>
        </p:nvSpPr>
        <p:spPr/>
        <p:txBody>
          <a:bodyPr/>
          <a:lstStyle/>
          <a:p>
            <a:pPr>
              <a:defRPr/>
            </a:pPr>
            <a:r>
              <a:rPr lang="en-US"/>
              <a:t>IT2768 ITSM 2019 S2</a:t>
            </a:r>
          </a:p>
        </p:txBody>
      </p:sp>
      <p:sp>
        <p:nvSpPr>
          <p:cNvPr id="2" name="Slide Number Placeholder 1"/>
          <p:cNvSpPr>
            <a:spLocks noGrp="1"/>
          </p:cNvSpPr>
          <p:nvPr>
            <p:ph type="sldNum" sz="quarter" idx="12"/>
          </p:nvPr>
        </p:nvSpPr>
        <p:spPr/>
        <p:txBody>
          <a:bodyPr/>
          <a:lstStyle/>
          <a:p>
            <a:pPr>
              <a:defRPr/>
            </a:pPr>
            <a:fld id="{FFD0B3D3-F04D-48B9-ABCC-1FC60D3D551E}"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*CSI improvement process</a:t>
            </a:r>
          </a:p>
        </p:txBody>
      </p:sp>
      <p:sp>
        <p:nvSpPr>
          <p:cNvPr id="6147" name="Content Placeholder 2"/>
          <p:cNvSpPr>
            <a:spLocks noGrp="1"/>
          </p:cNvSpPr>
          <p:nvPr>
            <p:ph idx="1"/>
          </p:nvPr>
        </p:nvSpPr>
        <p:spPr/>
        <p:txBody>
          <a:bodyPr/>
          <a:lstStyle/>
          <a:p>
            <a:pPr eaLnBrk="1" hangingPunct="1"/>
            <a:r>
              <a:rPr lang="en-US" dirty="0"/>
              <a:t>The </a:t>
            </a:r>
            <a:r>
              <a:rPr lang="en-US" b="1" dirty="0"/>
              <a:t>CSI improvement  process or 7-step improvement process </a:t>
            </a:r>
            <a:r>
              <a:rPr lang="en-US" dirty="0"/>
              <a:t>describe how to measure and report.</a:t>
            </a:r>
          </a:p>
          <a:p>
            <a:pPr eaLnBrk="1" hangingPunct="1"/>
            <a:r>
              <a:rPr lang="en-US" dirty="0"/>
              <a:t>Improvement take place according to P-D-C-A cycle.</a:t>
            </a:r>
          </a:p>
          <a:p>
            <a:pPr eaLnBrk="1" hangingPunct="1"/>
            <a:r>
              <a:rPr lang="en-US" dirty="0"/>
              <a:t>The CSI plan phase results in a </a:t>
            </a:r>
            <a:r>
              <a:rPr lang="en-US" b="1" dirty="0"/>
              <a:t>service improvement Plan (SIP)</a:t>
            </a:r>
          </a:p>
        </p:txBody>
      </p:sp>
      <p:sp>
        <p:nvSpPr>
          <p:cNvPr id="5" name="Footer Placeholder 4"/>
          <p:cNvSpPr>
            <a:spLocks noGrp="1"/>
          </p:cNvSpPr>
          <p:nvPr>
            <p:ph type="ftr" sz="quarter" idx="11"/>
          </p:nvPr>
        </p:nvSpPr>
        <p:spPr/>
        <p:txBody>
          <a:bodyPr/>
          <a:lstStyle/>
          <a:p>
            <a:pPr>
              <a:defRPr/>
            </a:pPr>
            <a:r>
              <a:rPr lang="en-US"/>
              <a:t>IT2768 ITSM 2019 S2</a:t>
            </a:r>
          </a:p>
        </p:txBody>
      </p:sp>
      <p:sp>
        <p:nvSpPr>
          <p:cNvPr id="2" name="Slide Number Placeholder 1"/>
          <p:cNvSpPr>
            <a:spLocks noGrp="1"/>
          </p:cNvSpPr>
          <p:nvPr>
            <p:ph type="sldNum" sz="quarter" idx="12"/>
          </p:nvPr>
        </p:nvSpPr>
        <p:spPr/>
        <p:txBody>
          <a:bodyPr/>
          <a:lstStyle/>
          <a:p>
            <a:pPr>
              <a:defRPr/>
            </a:pPr>
            <a:fld id="{FFD0B3D3-F04D-48B9-ABCC-1FC60D3D551E}"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IT2768 ITSM 2019 S2</a:t>
            </a:r>
            <a:endParaRPr lang="en-US" dirty="0"/>
          </a:p>
        </p:txBody>
      </p:sp>
      <p:sp>
        <p:nvSpPr>
          <p:cNvPr id="3" name="Slide Number Placeholder 2"/>
          <p:cNvSpPr>
            <a:spLocks noGrp="1"/>
          </p:cNvSpPr>
          <p:nvPr>
            <p:ph type="sldNum" sz="quarter" idx="12"/>
          </p:nvPr>
        </p:nvSpPr>
        <p:spPr/>
        <p:txBody>
          <a:bodyPr/>
          <a:lstStyle/>
          <a:p>
            <a:pPr>
              <a:defRPr/>
            </a:pPr>
            <a:fld id="{3F633531-2BEE-4BC0-8515-FBAC3A239D35}" type="slidenum">
              <a:rPr lang="en-US" smtClean="0"/>
              <a:pPr>
                <a:defRPr/>
              </a:pPr>
              <a:t>6</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014875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25"/>
          <p:cNvSpPr>
            <a:spLocks noGrp="1"/>
          </p:cNvSpPr>
          <p:nvPr>
            <p:ph type="ftr" sz="quarter" idx="11"/>
          </p:nvPr>
        </p:nvSpPr>
        <p:spPr/>
        <p:txBody>
          <a:bodyPr/>
          <a:lstStyle/>
          <a:p>
            <a:pPr>
              <a:defRPr/>
            </a:pPr>
            <a:r>
              <a:rPr lang="en-US"/>
              <a:t>IT2768 ITSM 2019 S2</a:t>
            </a:r>
          </a:p>
        </p:txBody>
      </p:sp>
      <p:sp>
        <p:nvSpPr>
          <p:cNvPr id="3" name="Slide Number Placeholder 2"/>
          <p:cNvSpPr>
            <a:spLocks noGrp="1"/>
          </p:cNvSpPr>
          <p:nvPr>
            <p:ph type="sldNum" sz="quarter" idx="12"/>
          </p:nvPr>
        </p:nvSpPr>
        <p:spPr/>
        <p:txBody>
          <a:bodyPr/>
          <a:lstStyle/>
          <a:p>
            <a:pPr>
              <a:defRPr/>
            </a:pPr>
            <a:fld id="{FFD0B3D3-F04D-48B9-ABCC-1FC60D3D551E}" type="slidenum">
              <a:rPr lang="en-US" smtClean="0"/>
              <a:pPr>
                <a:defRPr/>
              </a:pPr>
              <a:t>7</a:t>
            </a:fld>
            <a:endParaRPr lang="en-US" dirty="0"/>
          </a:p>
        </p:txBody>
      </p:sp>
      <p:sp>
        <p:nvSpPr>
          <p:cNvPr id="6" name="Rounded Rectangle 5"/>
          <p:cNvSpPr/>
          <p:nvPr/>
        </p:nvSpPr>
        <p:spPr>
          <a:xfrm>
            <a:off x="4114800" y="19812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1 Define target measurements</a:t>
            </a:r>
          </a:p>
        </p:txBody>
      </p:sp>
      <p:sp>
        <p:nvSpPr>
          <p:cNvPr id="7" name="Rounded Rectangle 6"/>
          <p:cNvSpPr/>
          <p:nvPr/>
        </p:nvSpPr>
        <p:spPr>
          <a:xfrm>
            <a:off x="6172200" y="3048000"/>
            <a:ext cx="1568152"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2 Indentify what can be measure</a:t>
            </a:r>
          </a:p>
        </p:txBody>
      </p:sp>
      <p:sp>
        <p:nvSpPr>
          <p:cNvPr id="8" name="Rounded Rectangle 7"/>
          <p:cNvSpPr/>
          <p:nvPr/>
        </p:nvSpPr>
        <p:spPr>
          <a:xfrm>
            <a:off x="6477000" y="45720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3 Gather data</a:t>
            </a:r>
          </a:p>
        </p:txBody>
      </p:sp>
      <p:sp>
        <p:nvSpPr>
          <p:cNvPr id="9" name="Rounded Rectangle 8"/>
          <p:cNvSpPr/>
          <p:nvPr/>
        </p:nvSpPr>
        <p:spPr>
          <a:xfrm>
            <a:off x="4572000" y="57912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4 Process data</a:t>
            </a:r>
          </a:p>
        </p:txBody>
      </p:sp>
      <p:sp>
        <p:nvSpPr>
          <p:cNvPr id="10" name="Rounded Rectangle 9"/>
          <p:cNvSpPr/>
          <p:nvPr/>
        </p:nvSpPr>
        <p:spPr>
          <a:xfrm>
            <a:off x="2286000" y="57912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5 Analysis Data</a:t>
            </a:r>
          </a:p>
        </p:txBody>
      </p:sp>
      <p:sp>
        <p:nvSpPr>
          <p:cNvPr id="11" name="Down Arrow 10"/>
          <p:cNvSpPr/>
          <p:nvPr/>
        </p:nvSpPr>
        <p:spPr>
          <a:xfrm rot="17963840">
            <a:off x="6092825" y="2066925"/>
            <a:ext cx="381000" cy="9144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sp>
        <p:nvSpPr>
          <p:cNvPr id="16" name="Rounded Rectangle 15"/>
          <p:cNvSpPr/>
          <p:nvPr/>
        </p:nvSpPr>
        <p:spPr>
          <a:xfrm>
            <a:off x="1403648" y="2819400"/>
            <a:ext cx="1568152"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Implement corrective actions</a:t>
            </a:r>
          </a:p>
        </p:txBody>
      </p:sp>
      <p:sp>
        <p:nvSpPr>
          <p:cNvPr id="17" name="Rounded Rectangle 16"/>
          <p:cNvSpPr/>
          <p:nvPr/>
        </p:nvSpPr>
        <p:spPr>
          <a:xfrm>
            <a:off x="1447800" y="4419600"/>
            <a:ext cx="13716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rPr>
              <a:t>6 Present data</a:t>
            </a:r>
          </a:p>
        </p:txBody>
      </p:sp>
      <p:sp>
        <p:nvSpPr>
          <p:cNvPr id="18" name="Down Arrow 17"/>
          <p:cNvSpPr/>
          <p:nvPr/>
        </p:nvSpPr>
        <p:spPr>
          <a:xfrm rot="20719008">
            <a:off x="6815138" y="3614738"/>
            <a:ext cx="381000" cy="9144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sp>
        <p:nvSpPr>
          <p:cNvPr id="19" name="Down Arrow 18"/>
          <p:cNvSpPr/>
          <p:nvPr/>
        </p:nvSpPr>
        <p:spPr>
          <a:xfrm rot="2504651">
            <a:off x="6275388" y="5116513"/>
            <a:ext cx="381000" cy="9144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sp>
        <p:nvSpPr>
          <p:cNvPr id="20" name="Down Arrow 19"/>
          <p:cNvSpPr/>
          <p:nvPr/>
        </p:nvSpPr>
        <p:spPr>
          <a:xfrm rot="5400000">
            <a:off x="3930651" y="5734050"/>
            <a:ext cx="381000" cy="73342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sp>
        <p:nvSpPr>
          <p:cNvPr id="21" name="Down Arrow 20"/>
          <p:cNvSpPr/>
          <p:nvPr/>
        </p:nvSpPr>
        <p:spPr>
          <a:xfrm rot="8615676">
            <a:off x="2152650" y="4997450"/>
            <a:ext cx="381000" cy="703263"/>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sp>
        <p:nvSpPr>
          <p:cNvPr id="22" name="Down Arrow 21"/>
          <p:cNvSpPr/>
          <p:nvPr/>
        </p:nvSpPr>
        <p:spPr>
          <a:xfrm rot="10800000">
            <a:off x="2130425" y="3514725"/>
            <a:ext cx="381000" cy="676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sp>
        <p:nvSpPr>
          <p:cNvPr id="23" name="Down Arrow 22"/>
          <p:cNvSpPr/>
          <p:nvPr/>
        </p:nvSpPr>
        <p:spPr>
          <a:xfrm rot="15152635">
            <a:off x="3198813" y="1995488"/>
            <a:ext cx="381000" cy="9144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cs typeface="Arial" charset="0"/>
            </a:endParaRPr>
          </a:p>
        </p:txBody>
      </p:sp>
      <p:sp>
        <p:nvSpPr>
          <p:cNvPr id="25" name="Title 1"/>
          <p:cNvSpPr txBox="1">
            <a:spLocks/>
          </p:cNvSpPr>
          <p:nvPr/>
        </p:nvSpPr>
        <p:spPr>
          <a:xfrm>
            <a:off x="331912" y="476672"/>
            <a:ext cx="8812088" cy="838200"/>
          </a:xfrm>
          <a:prstGeom prst="rect">
            <a:avLst/>
          </a:prstGeom>
        </p:spPr>
        <p:txBody>
          <a:bodyPr vert="horz"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7 steps from measurement  to improvement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1"/>
          </p:nvPr>
        </p:nvSpPr>
        <p:spPr/>
        <p:txBody>
          <a:bodyPr>
            <a:normAutofit/>
          </a:bodyPr>
          <a:lstStyle/>
          <a:p>
            <a:pPr marL="514350" indent="-514350" eaLnBrk="1" hangingPunct="1">
              <a:lnSpc>
                <a:spcPct val="80000"/>
              </a:lnSpc>
              <a:buFont typeface="Calibri" pitchFamily="34" charset="0"/>
              <a:buAutoNum type="arabicPeriod"/>
            </a:pPr>
            <a:r>
              <a:rPr lang="en-US" sz="3000" b="1" dirty="0"/>
              <a:t>What should you measure? </a:t>
            </a:r>
            <a:r>
              <a:rPr lang="en-US" sz="3000" dirty="0"/>
              <a:t>–  what would be the ideal situation? This must follow from the vision and precede the assessment of the current situation</a:t>
            </a:r>
            <a:endParaRPr lang="en-US" sz="3000" b="1" dirty="0"/>
          </a:p>
          <a:p>
            <a:pPr marL="514350" indent="-514350" eaLnBrk="1" hangingPunct="1">
              <a:lnSpc>
                <a:spcPct val="80000"/>
              </a:lnSpc>
              <a:buFont typeface="Calibri" pitchFamily="34" charset="0"/>
              <a:buAutoNum type="arabicPeriod"/>
            </a:pPr>
            <a:r>
              <a:rPr lang="en-US" sz="3000" b="1" dirty="0"/>
              <a:t>What can you measure? </a:t>
            </a:r>
            <a:r>
              <a:rPr lang="en-US" sz="3000" dirty="0"/>
              <a:t>– this step follows from phase III of the CSI model : where do we want to be? By researching what the organization can measure, it will discover new business requirements and new IT options. By using gap analysis CSI can find areas for improvement and plan these</a:t>
            </a:r>
            <a:endParaRPr lang="en-US" sz="3000" b="1" dirty="0"/>
          </a:p>
        </p:txBody>
      </p:sp>
      <p:sp>
        <p:nvSpPr>
          <p:cNvPr id="7" name="Footer Placeholder 6"/>
          <p:cNvSpPr>
            <a:spLocks noGrp="1"/>
          </p:cNvSpPr>
          <p:nvPr>
            <p:ph type="ftr" sz="quarter" idx="11"/>
          </p:nvPr>
        </p:nvSpPr>
        <p:spPr/>
        <p:txBody>
          <a:bodyPr/>
          <a:lstStyle/>
          <a:p>
            <a:pPr>
              <a:defRPr/>
            </a:pPr>
            <a:r>
              <a:rPr lang="en-US"/>
              <a:t>IT2768 ITSM 2019 S2</a:t>
            </a:r>
          </a:p>
        </p:txBody>
      </p:sp>
      <p:sp>
        <p:nvSpPr>
          <p:cNvPr id="3" name="Slide Number Placeholder 2"/>
          <p:cNvSpPr>
            <a:spLocks noGrp="1"/>
          </p:cNvSpPr>
          <p:nvPr>
            <p:ph type="sldNum" sz="quarter" idx="12"/>
          </p:nvPr>
        </p:nvSpPr>
        <p:spPr/>
        <p:txBody>
          <a:bodyPr/>
          <a:lstStyle/>
          <a:p>
            <a:pPr>
              <a:defRPr/>
            </a:pPr>
            <a:fld id="{FFD0B3D3-F04D-48B9-ABCC-1FC60D3D551E}" type="slidenum">
              <a:rPr lang="en-US" smtClean="0"/>
              <a:pPr>
                <a:defRPr/>
              </a:pPr>
              <a:t>8</a:t>
            </a:fld>
            <a:endParaRPr lang="en-US" dirty="0"/>
          </a:p>
        </p:txBody>
      </p:sp>
      <p:sp>
        <p:nvSpPr>
          <p:cNvPr id="5" name="Title 1"/>
          <p:cNvSpPr txBox="1">
            <a:spLocks/>
          </p:cNvSpPr>
          <p:nvPr/>
        </p:nvSpPr>
        <p:spPr>
          <a:xfrm>
            <a:off x="331912" y="332656"/>
            <a:ext cx="8812088" cy="838200"/>
          </a:xfrm>
          <a:prstGeom prst="rect">
            <a:avLst/>
          </a:prstGeom>
        </p:spPr>
        <p:txBody>
          <a:bodyPr vert="horz"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7 steps from measurement  to improvement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000" dirty="0"/>
              <a:t>7 steps from measurement  to improvement</a:t>
            </a:r>
          </a:p>
        </p:txBody>
      </p:sp>
      <p:sp>
        <p:nvSpPr>
          <p:cNvPr id="9219" name="Content Placeholder 2"/>
          <p:cNvSpPr>
            <a:spLocks noGrp="1"/>
          </p:cNvSpPr>
          <p:nvPr>
            <p:ph idx="1"/>
          </p:nvPr>
        </p:nvSpPr>
        <p:spPr/>
        <p:txBody>
          <a:bodyPr/>
          <a:lstStyle/>
          <a:p>
            <a:pPr marL="514350" indent="-514350" eaLnBrk="1" hangingPunct="1">
              <a:lnSpc>
                <a:spcPct val="90000"/>
              </a:lnSpc>
              <a:buFont typeface="Calibri" pitchFamily="34" charset="0"/>
              <a:buAutoNum type="arabicPeriod" startAt="3"/>
            </a:pPr>
            <a:r>
              <a:rPr lang="en-US" b="1" dirty="0"/>
              <a:t>Gather data (measure) </a:t>
            </a:r>
            <a:r>
              <a:rPr lang="en-US" dirty="0"/>
              <a:t>– in order to verify whether the organization has reached its goal, it must perform measurements. The measurement must follow from its vision, mission, goals and objectives</a:t>
            </a:r>
          </a:p>
          <a:p>
            <a:pPr marL="514350" indent="-514350" eaLnBrk="1" hangingPunct="1">
              <a:lnSpc>
                <a:spcPct val="90000"/>
              </a:lnSpc>
              <a:buFont typeface="Calibri" pitchFamily="34" charset="0"/>
              <a:buAutoNum type="arabicPeriod" startAt="3"/>
            </a:pPr>
            <a:r>
              <a:rPr lang="en-US" b="1" dirty="0"/>
              <a:t>Process data – </a:t>
            </a:r>
            <a:r>
              <a:rPr lang="en-US" dirty="0"/>
              <a:t>the processing of data is also necessary for monitoring purposes. This must happen according to CSFs and KPIs determined</a:t>
            </a:r>
            <a:endParaRPr lang="en-US" b="1" dirty="0"/>
          </a:p>
          <a:p>
            <a:pPr marL="514350" indent="-514350" eaLnBrk="1" hangingPunct="1">
              <a:lnSpc>
                <a:spcPct val="90000"/>
              </a:lnSpc>
              <a:buFont typeface="Calibri" pitchFamily="34" charset="0"/>
              <a:buAutoNum type="arabicPeriod" startAt="3"/>
            </a:pPr>
            <a:endParaRPr lang="en-US" dirty="0"/>
          </a:p>
        </p:txBody>
      </p:sp>
      <p:sp>
        <p:nvSpPr>
          <p:cNvPr id="5" name="Footer Placeholder 4"/>
          <p:cNvSpPr>
            <a:spLocks noGrp="1"/>
          </p:cNvSpPr>
          <p:nvPr>
            <p:ph type="ftr" sz="quarter" idx="11"/>
          </p:nvPr>
        </p:nvSpPr>
        <p:spPr/>
        <p:txBody>
          <a:bodyPr/>
          <a:lstStyle/>
          <a:p>
            <a:pPr>
              <a:defRPr/>
            </a:pPr>
            <a:r>
              <a:rPr lang="en-US"/>
              <a:t>IT2768 ITSM 2019 S2</a:t>
            </a:r>
          </a:p>
        </p:txBody>
      </p:sp>
      <p:sp>
        <p:nvSpPr>
          <p:cNvPr id="3" name="Slide Number Placeholder 2"/>
          <p:cNvSpPr>
            <a:spLocks noGrp="1"/>
          </p:cNvSpPr>
          <p:nvPr>
            <p:ph type="sldNum" sz="quarter" idx="12"/>
          </p:nvPr>
        </p:nvSpPr>
        <p:spPr/>
        <p:txBody>
          <a:bodyPr/>
          <a:lstStyle/>
          <a:p>
            <a:pPr>
              <a:defRPr/>
            </a:pPr>
            <a:fld id="{FFD0B3D3-F04D-48B9-ABCC-1FC60D3D551E}" type="slidenum">
              <a:rPr lang="en-US" smtClean="0"/>
              <a:pPr>
                <a:defRPr/>
              </a:pPr>
              <a:t>9</a:t>
            </a:fld>
            <a:endParaRPr lang="en-US" dirty="0"/>
          </a:p>
        </p:txBody>
      </p:sp>
      <p:pic>
        <p:nvPicPr>
          <p:cNvPr id="4" name="Picture 3" descr="Building an Online Business - Action &lt;strong&gt;Steps&lt;/strong&gt; - Nancy N. Wils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48064" y="3805175"/>
            <a:ext cx="3121152" cy="25511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sz="3000" dirty="0"/>
              <a:t>7 steps from measurement  to improvement</a:t>
            </a:r>
          </a:p>
        </p:txBody>
      </p:sp>
      <p:sp>
        <p:nvSpPr>
          <p:cNvPr id="10243" name="Content Placeholder 2"/>
          <p:cNvSpPr>
            <a:spLocks noGrp="1"/>
          </p:cNvSpPr>
          <p:nvPr>
            <p:ph idx="1"/>
          </p:nvPr>
        </p:nvSpPr>
        <p:spPr/>
        <p:txBody>
          <a:bodyPr>
            <a:normAutofit/>
          </a:bodyPr>
          <a:lstStyle/>
          <a:p>
            <a:pPr marL="514350" indent="-514350" eaLnBrk="1" hangingPunct="1">
              <a:lnSpc>
                <a:spcPct val="90000"/>
              </a:lnSpc>
              <a:buFont typeface="Calibri" pitchFamily="34" charset="0"/>
              <a:buAutoNum type="arabicPeriod" startAt="5"/>
            </a:pPr>
            <a:r>
              <a:rPr lang="en-US" sz="3000" b="1" dirty="0"/>
              <a:t>Analyze data – </a:t>
            </a:r>
            <a:r>
              <a:rPr lang="en-US" sz="3000" dirty="0"/>
              <a:t>discrepancies, trends and possible explanations are prepared for presentation to the business. </a:t>
            </a:r>
          </a:p>
          <a:p>
            <a:pPr marL="514350" indent="-514350" eaLnBrk="1" hangingPunct="1">
              <a:lnSpc>
                <a:spcPct val="90000"/>
              </a:lnSpc>
              <a:buFont typeface="Calibri" pitchFamily="34" charset="0"/>
              <a:buAutoNum type="arabicPeriod" startAt="5"/>
            </a:pPr>
            <a:r>
              <a:rPr lang="en-US" sz="3000" b="1" dirty="0"/>
              <a:t>Present and use information – </a:t>
            </a:r>
            <a:r>
              <a:rPr lang="en-US" sz="3000" dirty="0"/>
              <a:t>this is where the stakeholder is informed whether his goals have been achieved </a:t>
            </a:r>
          </a:p>
          <a:p>
            <a:pPr marL="514350" indent="-514350" eaLnBrk="1" hangingPunct="1">
              <a:lnSpc>
                <a:spcPct val="90000"/>
              </a:lnSpc>
              <a:buFont typeface="Calibri" pitchFamily="34" charset="0"/>
              <a:buAutoNum type="arabicPeriod" startAt="5"/>
            </a:pPr>
            <a:r>
              <a:rPr lang="en-US" sz="3000" b="1" dirty="0"/>
              <a:t>Implementation corrective action – </a:t>
            </a:r>
            <a:r>
              <a:rPr lang="en-US" sz="3000" dirty="0"/>
              <a:t>Create improvements, establish a new baseline and start the cycle from the top</a:t>
            </a:r>
            <a:endParaRPr lang="en-US" sz="3000" b="1" dirty="0"/>
          </a:p>
        </p:txBody>
      </p:sp>
      <p:sp>
        <p:nvSpPr>
          <p:cNvPr id="5" name="Footer Placeholder 4"/>
          <p:cNvSpPr>
            <a:spLocks noGrp="1"/>
          </p:cNvSpPr>
          <p:nvPr>
            <p:ph type="ftr" sz="quarter" idx="11"/>
          </p:nvPr>
        </p:nvSpPr>
        <p:spPr/>
        <p:txBody>
          <a:bodyPr/>
          <a:lstStyle/>
          <a:p>
            <a:pPr>
              <a:defRPr/>
            </a:pPr>
            <a:r>
              <a:rPr lang="en-US"/>
              <a:t>IT2768 ITSM 2019 S2</a:t>
            </a:r>
          </a:p>
        </p:txBody>
      </p:sp>
      <p:sp>
        <p:nvSpPr>
          <p:cNvPr id="3" name="Slide Number Placeholder 2"/>
          <p:cNvSpPr>
            <a:spLocks noGrp="1"/>
          </p:cNvSpPr>
          <p:nvPr>
            <p:ph type="sldNum" sz="quarter" idx="12"/>
          </p:nvPr>
        </p:nvSpPr>
        <p:spPr/>
        <p:txBody>
          <a:bodyPr/>
          <a:lstStyle/>
          <a:p>
            <a:pPr>
              <a:defRPr/>
            </a:pPr>
            <a:fld id="{FFD0B3D3-F04D-48B9-ABCC-1FC60D3D551E}"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algn="l"/>
            <a:r>
              <a:rPr lang="en-US" dirty="0"/>
              <a:t>Service Reporting</a:t>
            </a:r>
          </a:p>
        </p:txBody>
      </p:sp>
      <p:sp>
        <p:nvSpPr>
          <p:cNvPr id="13315" name="Content Placeholder 2"/>
          <p:cNvSpPr>
            <a:spLocks noGrp="1"/>
          </p:cNvSpPr>
          <p:nvPr>
            <p:ph idx="1"/>
          </p:nvPr>
        </p:nvSpPr>
        <p:spPr/>
        <p:txBody>
          <a:bodyPr/>
          <a:lstStyle/>
          <a:p>
            <a:r>
              <a:rPr lang="en-US"/>
              <a:t>The </a:t>
            </a:r>
            <a:r>
              <a:rPr lang="en-US" b="1"/>
              <a:t>service reporting process </a:t>
            </a:r>
            <a:r>
              <a:rPr lang="en-US"/>
              <a:t> is the process which is responsible for generation and supply of reports about the results achieved and the developments in service level</a:t>
            </a:r>
            <a:endParaRPr lang="en-US" b="1"/>
          </a:p>
        </p:txBody>
      </p:sp>
      <p:sp>
        <p:nvSpPr>
          <p:cNvPr id="5" name="Footer Placeholder 4"/>
          <p:cNvSpPr>
            <a:spLocks noGrp="1"/>
          </p:cNvSpPr>
          <p:nvPr>
            <p:ph type="ftr" sz="quarter" idx="11"/>
          </p:nvPr>
        </p:nvSpPr>
        <p:spPr/>
        <p:txBody>
          <a:bodyPr/>
          <a:lstStyle/>
          <a:p>
            <a:pPr>
              <a:defRPr/>
            </a:pPr>
            <a:r>
              <a:rPr lang="en-US"/>
              <a:t>IT2768 ITSM 2019 S2</a:t>
            </a:r>
          </a:p>
        </p:txBody>
      </p:sp>
      <p:sp>
        <p:nvSpPr>
          <p:cNvPr id="2" name="Slide Number Placeholder 1"/>
          <p:cNvSpPr>
            <a:spLocks noGrp="1"/>
          </p:cNvSpPr>
          <p:nvPr>
            <p:ph type="sldNum" sz="quarter" idx="12"/>
          </p:nvPr>
        </p:nvSpPr>
        <p:spPr/>
        <p:txBody>
          <a:bodyPr/>
          <a:lstStyle/>
          <a:p>
            <a:pPr>
              <a:defRPr/>
            </a:pPr>
            <a:fld id="{FFD0B3D3-F04D-48B9-ABCC-1FC60D3D551E}" type="slidenum">
              <a:rPr lang="en-US" smtClean="0"/>
              <a:pPr>
                <a:defRPr/>
              </a:pPr>
              <a:t>11</a:t>
            </a:fld>
            <a:endParaRPr lang="en-US" dirty="0"/>
          </a:p>
        </p:txBody>
      </p:sp>
      <p:pic>
        <p:nvPicPr>
          <p:cNvPr id="3" name="Picture 2" descr="&lt;strong&gt;Reporting&lt;/strong&gt;"/>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4008" y="3471724"/>
            <a:ext cx="3737992" cy="22178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a:bodyPr>
          <a:lstStyle/>
          <a:p>
            <a:r>
              <a:rPr lang="en-US"/>
              <a:t>Activities, method and techniques</a:t>
            </a:r>
          </a:p>
        </p:txBody>
      </p:sp>
      <p:sp>
        <p:nvSpPr>
          <p:cNvPr id="14339" name="Content Placeholder 2"/>
          <p:cNvSpPr>
            <a:spLocks noGrp="1"/>
          </p:cNvSpPr>
          <p:nvPr>
            <p:ph idx="1"/>
          </p:nvPr>
        </p:nvSpPr>
        <p:spPr/>
        <p:txBody>
          <a:bodyPr/>
          <a:lstStyle/>
          <a:p>
            <a:r>
              <a:rPr lang="en-US"/>
              <a:t>The service reporting process distinguishes the following activities:</a:t>
            </a:r>
          </a:p>
          <a:p>
            <a:pPr lvl="1"/>
            <a:r>
              <a:rPr lang="en-US"/>
              <a:t>Gather data</a:t>
            </a:r>
          </a:p>
          <a:p>
            <a:pPr lvl="1"/>
            <a:r>
              <a:rPr lang="en-US"/>
              <a:t>Process the data into information and apply this to the organization publish the information</a:t>
            </a:r>
          </a:p>
          <a:p>
            <a:pPr lvl="1"/>
            <a:r>
              <a:rPr lang="en-US"/>
              <a:t>Fine-tune the reporting to the business</a:t>
            </a:r>
          </a:p>
        </p:txBody>
      </p:sp>
      <p:sp>
        <p:nvSpPr>
          <p:cNvPr id="5" name="Footer Placeholder 4"/>
          <p:cNvSpPr>
            <a:spLocks noGrp="1"/>
          </p:cNvSpPr>
          <p:nvPr>
            <p:ph type="ftr" sz="quarter" idx="11"/>
          </p:nvPr>
        </p:nvSpPr>
        <p:spPr/>
        <p:txBody>
          <a:bodyPr/>
          <a:lstStyle/>
          <a:p>
            <a:pPr>
              <a:defRPr/>
            </a:pPr>
            <a:r>
              <a:rPr lang="en-US"/>
              <a:t>IT2768 ITSM 2019 S2</a:t>
            </a:r>
          </a:p>
        </p:txBody>
      </p:sp>
      <p:sp>
        <p:nvSpPr>
          <p:cNvPr id="2" name="Slide Number Placeholder 1"/>
          <p:cNvSpPr>
            <a:spLocks noGrp="1"/>
          </p:cNvSpPr>
          <p:nvPr>
            <p:ph type="sldNum" sz="quarter" idx="12"/>
          </p:nvPr>
        </p:nvSpPr>
        <p:spPr/>
        <p:txBody>
          <a:bodyPr/>
          <a:lstStyle/>
          <a:p>
            <a:pPr>
              <a:defRPr/>
            </a:pPr>
            <a:fld id="{FFD0B3D3-F04D-48B9-ABCC-1FC60D3D551E}"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b="1" dirty="0"/>
              <a:t>F&amp;P of continual service improvement  ( Review Questions )</a:t>
            </a:r>
            <a:endParaRPr lang="en-SG" sz="2200" dirty="0"/>
          </a:p>
        </p:txBody>
      </p:sp>
      <p:sp>
        <p:nvSpPr>
          <p:cNvPr id="3" name="Content Placeholder 2"/>
          <p:cNvSpPr>
            <a:spLocks noGrp="1"/>
          </p:cNvSpPr>
          <p:nvPr>
            <p:ph idx="1"/>
          </p:nvPr>
        </p:nvSpPr>
        <p:spPr/>
        <p:txBody>
          <a:bodyPr/>
          <a:lstStyle/>
          <a:p>
            <a:pPr marL="0" indent="0">
              <a:buNone/>
            </a:pPr>
            <a:r>
              <a:rPr lang="en-US" sz="2000" dirty="0"/>
              <a:t>Q1	What are the 4 areas that CSI should measure and 	monitor?</a:t>
            </a:r>
            <a:endParaRPr lang="en-SG" sz="2000" dirty="0"/>
          </a:p>
          <a:p>
            <a:pPr marL="0" indent="0">
              <a:buNone/>
            </a:pPr>
            <a:r>
              <a:rPr lang="en-US" sz="2000" dirty="0"/>
              <a:t>Q2	List the 7 steps of the continual service improvement 	process.  </a:t>
            </a:r>
            <a:endParaRPr lang="en-SG" sz="2000" dirty="0"/>
          </a:p>
          <a:p>
            <a:pPr marL="0" indent="0">
              <a:buNone/>
            </a:pPr>
            <a:r>
              <a:rPr lang="en-US" sz="2000" dirty="0"/>
              <a:t>Q3	State the interests of 2 groups of people within an 	organization that CSI report should be refined?</a:t>
            </a:r>
            <a:endParaRPr lang="en-SG" sz="2000" dirty="0"/>
          </a:p>
          <a:p>
            <a:pPr marL="0" indent="0">
              <a:buNone/>
            </a:pPr>
            <a:endParaRPr lang="en-SG" dirty="0"/>
          </a:p>
        </p:txBody>
      </p:sp>
      <p:sp>
        <p:nvSpPr>
          <p:cNvPr id="5" name="Footer Placeholder 4"/>
          <p:cNvSpPr>
            <a:spLocks noGrp="1"/>
          </p:cNvSpPr>
          <p:nvPr>
            <p:ph type="ftr" sz="quarter" idx="11"/>
          </p:nvPr>
        </p:nvSpPr>
        <p:spPr/>
        <p:txBody>
          <a:bodyPr/>
          <a:lstStyle/>
          <a:p>
            <a:pPr>
              <a:defRPr/>
            </a:pPr>
            <a:r>
              <a:rPr lang="en-US"/>
              <a:t>IT2768 ITSM 2019 S2</a:t>
            </a:r>
          </a:p>
        </p:txBody>
      </p:sp>
      <p:sp>
        <p:nvSpPr>
          <p:cNvPr id="4" name="Slide Number Placeholder 3"/>
          <p:cNvSpPr>
            <a:spLocks noGrp="1"/>
          </p:cNvSpPr>
          <p:nvPr>
            <p:ph type="sldNum" sz="quarter" idx="12"/>
          </p:nvPr>
        </p:nvSpPr>
        <p:spPr/>
        <p:txBody>
          <a:bodyPr/>
          <a:lstStyle/>
          <a:p>
            <a:pPr>
              <a:defRPr/>
            </a:pPr>
            <a:fld id="{FFD0B3D3-F04D-48B9-ABCC-1FC60D3D551E}" type="slidenum">
              <a:rPr lang="en-US" smtClean="0"/>
              <a:pPr>
                <a:defRPr/>
              </a:pPr>
              <a:t>13</a:t>
            </a:fld>
            <a:endParaRPr lang="en-US" dirty="0"/>
          </a:p>
        </p:txBody>
      </p:sp>
    </p:spTree>
    <p:extLst>
      <p:ext uri="{BB962C8B-B14F-4D97-AF65-F5344CB8AC3E}">
        <p14:creationId xmlns:p14="http://schemas.microsoft.com/office/powerpoint/2010/main" val="3257872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b="1" dirty="0"/>
              <a:t>Revision MCQ</a:t>
            </a:r>
            <a:endParaRPr lang="en-SG" sz="2200" dirty="0"/>
          </a:p>
        </p:txBody>
      </p:sp>
      <p:sp>
        <p:nvSpPr>
          <p:cNvPr id="3" name="Content Placeholder 2"/>
          <p:cNvSpPr>
            <a:spLocks noGrp="1"/>
          </p:cNvSpPr>
          <p:nvPr>
            <p:ph idx="1"/>
          </p:nvPr>
        </p:nvSpPr>
        <p:spPr/>
        <p:txBody>
          <a:bodyPr>
            <a:normAutofit/>
          </a:bodyPr>
          <a:lstStyle/>
          <a:p>
            <a:pPr marL="0" indent="0">
              <a:buNone/>
            </a:pPr>
            <a:r>
              <a:rPr lang="en-US" sz="2000" dirty="0"/>
              <a:t>1  The first step of CSI is _____________.</a:t>
            </a:r>
            <a:endParaRPr lang="en-SG" sz="2000" dirty="0"/>
          </a:p>
          <a:p>
            <a:pPr marL="457200" indent="-457200">
              <a:buAutoNum type="alphaLcParenR"/>
            </a:pPr>
            <a:r>
              <a:rPr lang="en-GB" sz="2000" dirty="0"/>
              <a:t>Gather data</a:t>
            </a:r>
          </a:p>
          <a:p>
            <a:pPr marL="514350" indent="-514350">
              <a:buAutoNum type="alphaLcParenR"/>
            </a:pPr>
            <a:r>
              <a:rPr lang="en-GB" sz="2000" dirty="0"/>
              <a:t>Identify what can be measured</a:t>
            </a:r>
          </a:p>
          <a:p>
            <a:pPr marL="514350" indent="-514350">
              <a:buFont typeface="Wingdings 2"/>
              <a:buAutoNum type="alphaLcParenR"/>
            </a:pPr>
            <a:r>
              <a:rPr lang="en-GB" sz="2000" dirty="0"/>
              <a:t>Define target measurements</a:t>
            </a:r>
          </a:p>
          <a:p>
            <a:pPr marL="514350" indent="-514350">
              <a:buAutoNum type="alphaLcParenR"/>
            </a:pPr>
            <a:r>
              <a:rPr lang="en-GB" sz="2000" dirty="0"/>
              <a:t>Process data</a:t>
            </a:r>
          </a:p>
          <a:p>
            <a:pPr marL="514350" indent="-514350">
              <a:buAutoNum type="alphaLcParenR"/>
            </a:pPr>
            <a:endParaRPr lang="en-SG" dirty="0"/>
          </a:p>
          <a:p>
            <a:pPr marL="514350" indent="-514350">
              <a:buNone/>
            </a:pPr>
            <a:r>
              <a:rPr lang="en-US" sz="2100" dirty="0"/>
              <a:t>2  The main value of CSI is to _____________.</a:t>
            </a:r>
            <a:endParaRPr lang="en-SG" sz="2100" dirty="0"/>
          </a:p>
          <a:p>
            <a:pPr marL="514350" indent="-514350">
              <a:buFont typeface="Wingdings 2"/>
              <a:buAutoNum type="alphaLcParenR"/>
            </a:pPr>
            <a:r>
              <a:rPr lang="en-GB" sz="2100" dirty="0"/>
              <a:t>appraise performance of IT support staff</a:t>
            </a:r>
          </a:p>
          <a:p>
            <a:pPr marL="514350" indent="-514350">
              <a:buFont typeface="Wingdings 2"/>
              <a:buAutoNum type="alphaLcParenR"/>
            </a:pPr>
            <a:r>
              <a:rPr lang="en-GB" sz="2100" dirty="0"/>
              <a:t>monitor the quality of work done by staff</a:t>
            </a:r>
          </a:p>
          <a:p>
            <a:pPr marL="514350" indent="-514350">
              <a:buFont typeface="Wingdings 2"/>
              <a:buAutoNum type="alphaLcParenR"/>
            </a:pPr>
            <a:r>
              <a:rPr lang="en-GB" sz="2100" dirty="0"/>
              <a:t>increase profits generated by IT services</a:t>
            </a:r>
          </a:p>
          <a:p>
            <a:pPr marL="514350" indent="-514350">
              <a:buFont typeface="Wingdings 2"/>
              <a:buAutoNum type="alphaLcParenR"/>
            </a:pPr>
            <a:r>
              <a:rPr lang="en-GB" sz="2100" dirty="0"/>
              <a:t>create a life-long learning culture for staff</a:t>
            </a:r>
          </a:p>
          <a:p>
            <a:pPr marL="514350" indent="-514350">
              <a:buAutoNum type="alphaLcParenR"/>
            </a:pPr>
            <a:endParaRPr lang="en-SG" dirty="0"/>
          </a:p>
        </p:txBody>
      </p:sp>
      <p:sp>
        <p:nvSpPr>
          <p:cNvPr id="5" name="Footer Placeholder 4"/>
          <p:cNvSpPr>
            <a:spLocks noGrp="1"/>
          </p:cNvSpPr>
          <p:nvPr>
            <p:ph type="ftr" sz="quarter" idx="11"/>
          </p:nvPr>
        </p:nvSpPr>
        <p:spPr/>
        <p:txBody>
          <a:bodyPr/>
          <a:lstStyle/>
          <a:p>
            <a:pPr>
              <a:defRPr/>
            </a:pPr>
            <a:r>
              <a:rPr lang="en-US"/>
              <a:t>IT2768 ITSM 2019 S2</a:t>
            </a:r>
          </a:p>
        </p:txBody>
      </p:sp>
      <p:sp>
        <p:nvSpPr>
          <p:cNvPr id="4" name="Slide Number Placeholder 3"/>
          <p:cNvSpPr>
            <a:spLocks noGrp="1"/>
          </p:cNvSpPr>
          <p:nvPr>
            <p:ph type="sldNum" sz="quarter" idx="12"/>
          </p:nvPr>
        </p:nvSpPr>
        <p:spPr/>
        <p:txBody>
          <a:bodyPr/>
          <a:lstStyle/>
          <a:p>
            <a:pPr>
              <a:defRPr/>
            </a:pPr>
            <a:fld id="{FFD0B3D3-F04D-48B9-ABCC-1FC60D3D551E}" type="slidenum">
              <a:rPr lang="en-US" smtClean="0"/>
              <a:pPr>
                <a:defRPr/>
              </a:pPr>
              <a:t>14</a:t>
            </a:fld>
            <a:endParaRPr lang="en-US" dirty="0"/>
          </a:p>
        </p:txBody>
      </p:sp>
    </p:spTree>
    <p:extLst>
      <p:ext uri="{BB962C8B-B14F-4D97-AF65-F5344CB8AC3E}">
        <p14:creationId xmlns:p14="http://schemas.microsoft.com/office/powerpoint/2010/main" val="32578727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16S1-0">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Theme1" id="{11DEF1AB-7FAD-448C-BCBB-7D3876EED308}" vid="{D766684F-831B-49C2-BA27-FE479C27E461}"/>
    </a:ext>
  </a:extLst>
</a:theme>
</file>

<file path=ppt/theme/theme3.xml><?xml version="1.0" encoding="utf-8"?>
<a:theme xmlns:a="http://schemas.openxmlformats.org/drawingml/2006/main" name="1_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Theme1" id="{C2EAB6B5-9DAA-4DD0-8BC2-0E1DDD39FA17}" vid="{3BE5D8FD-EC45-4646-B0A7-C3385F99E9B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387</TotalTime>
  <Words>716</Words>
  <Application>Microsoft Office PowerPoint</Application>
  <PresentationFormat>On-screen Show (4:3)</PresentationFormat>
  <Paragraphs>109</Paragraphs>
  <Slides>14</Slides>
  <Notes>5</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14</vt:i4>
      </vt:variant>
    </vt:vector>
  </HeadingPairs>
  <TitlesOfParts>
    <vt:vector size="27" baseType="lpstr">
      <vt:lpstr>Arial</vt:lpstr>
      <vt:lpstr>Calibri</vt:lpstr>
      <vt:lpstr>Calibri Light</vt:lpstr>
      <vt:lpstr>Lucida Sans Unicode</vt:lpstr>
      <vt:lpstr>Times New Roman</vt:lpstr>
      <vt:lpstr>Verdana</vt:lpstr>
      <vt:lpstr>Wingdings</vt:lpstr>
      <vt:lpstr>Wingdings 2</vt:lpstr>
      <vt:lpstr>Wingdings 3</vt:lpstr>
      <vt:lpstr>1_16S1-0</vt:lpstr>
      <vt:lpstr>Theme1</vt:lpstr>
      <vt:lpstr>1_Theme1</vt:lpstr>
      <vt:lpstr>Office Theme</vt:lpstr>
      <vt:lpstr>PowerPoint Presentation</vt:lpstr>
      <vt:lpstr>PowerPoint Presentation</vt:lpstr>
      <vt:lpstr>*Goals and Objectives</vt:lpstr>
      <vt:lpstr>Goals and Objectives</vt:lpstr>
      <vt:lpstr>*CSI improvement process</vt:lpstr>
      <vt:lpstr>PowerPoint Presentation</vt:lpstr>
      <vt:lpstr>PowerPoint Presentation</vt:lpstr>
      <vt:lpstr>PowerPoint Presentation</vt:lpstr>
      <vt:lpstr>7 steps from measurement  to improvement</vt:lpstr>
      <vt:lpstr>7 steps from measurement  to improvement</vt:lpstr>
      <vt:lpstr>Service Reporting</vt:lpstr>
      <vt:lpstr>Activities, method and techniques</vt:lpstr>
      <vt:lpstr>F&amp;P of continual service improvement  ( Review Questions )</vt:lpstr>
      <vt:lpstr>Revision MCQ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 and Processes in Continual Service Improvement</dc:title>
  <dc:creator>ww</dc:creator>
  <cp:lastModifiedBy>LEUNG SAI CHEONG</cp:lastModifiedBy>
  <cp:revision>111</cp:revision>
  <cp:lastPrinted>2015-09-28T09:37:34Z</cp:lastPrinted>
  <dcterms:created xsi:type="dcterms:W3CDTF">2009-11-20T07:23:51Z</dcterms:created>
  <dcterms:modified xsi:type="dcterms:W3CDTF">2019-09-27T03:21:35Z</dcterms:modified>
</cp:coreProperties>
</file>