
<file path=[Content_Types].xml><?xml version="1.0" encoding="utf-8"?>
<Types xmlns="http://schemas.openxmlformats.org/package/2006/content-types">
  <Default Extension="png" ContentType="image/png"/>
  <Default Extension="bin" ContentType="application/vnd.openxmlformats-officedocument.oleObject"/>
  <Default Extension="jpeg" ContentType="image/jpeg"/>
  <Default Extension="rels" ContentType="application/vnd.openxmlformats-package.relationships+xml"/>
  <Default Extension="xml" ContentType="application/xml"/>
  <Default Extension="vml" ContentType="application/vnd.openxmlformats-officedocument.vmlDrawing"/>
  <Override PartName="/ppt/presentation.xml" ContentType="application/vnd.openxmlformats-officedocument.presentationml.presentation.main+xml"/>
  <Override PartName="/ppt/slideMasters/slideMaster1.xml" ContentType="application/vnd.openxmlformats-officedocument.presentationml.slideMaster+xml"/>
  <Override PartName="/ppt/slideMasters/slideMaster2.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notesMasters/notesMaster1.xml" ContentType="application/vnd.openxmlformats-officedocument.presentationml.notesMaster+xml"/>
  <Override PartName="/ppt/handoutMasters/handoutMaster1.xml" ContentType="application/vnd.openxmlformats-officedocument.presentationml.handout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13.xml" ContentType="application/vnd.openxmlformats-officedocument.presentationml.slideLayout+xml"/>
  <Override PartName="/ppt/slideLayouts/slideLayout14.xml" ContentType="application/vnd.openxmlformats-officedocument.presentationml.slideLayout+xml"/>
  <Override PartName="/ppt/slideLayouts/slideLayout15.xml" ContentType="application/vnd.openxmlformats-officedocument.presentationml.slideLayout+xml"/>
  <Override PartName="/ppt/slideLayouts/slideLayout16.xml" ContentType="application/vnd.openxmlformats-officedocument.presentationml.slideLayout+xml"/>
  <Override PartName="/ppt/slideLayouts/slideLayout17.xml" ContentType="application/vnd.openxmlformats-officedocument.presentationml.slideLayout+xml"/>
  <Override PartName="/ppt/slideLayouts/slideLayout18.xml" ContentType="application/vnd.openxmlformats-officedocument.presentationml.slideLayout+xml"/>
  <Override PartName="/ppt/slideLayouts/slideLayout19.xml" ContentType="application/vnd.openxmlformats-officedocument.presentationml.slideLayout+xml"/>
  <Override PartName="/ppt/slideLayouts/slideLayout20.xml" ContentType="application/vnd.openxmlformats-officedocument.presentationml.slideLayout+xml"/>
  <Override PartName="/ppt/slideLayouts/slideLayout21.xml" ContentType="application/vnd.openxmlformats-officedocument.presentationml.slideLayout+xml"/>
  <Override PartName="/ppt/slideLayouts/slideLayout22.xml" ContentType="application/vnd.openxmlformats-officedocument.presentationml.slideLayout+xml"/>
  <Override PartName="/ppt/slideLayouts/slideLayout23.xml" ContentType="application/vnd.openxmlformats-officedocument.presentationml.slideLayout+xml"/>
  <Override PartName="/ppt/slideLayouts/slideLayout24.xml" ContentType="application/vnd.openxmlformats-officedocument.presentationml.slideLayout+xml"/>
  <Override PartName="/ppt/slideLayouts/slideLayout25.xml" ContentType="application/vnd.openxmlformats-officedocument.presentationml.slideLayout+xml"/>
  <Override PartName="/ppt/slideLayouts/slideLayout26.xml" ContentType="application/vnd.openxmlformats-officedocument.presentationml.slideLayout+xml"/>
  <Override PartName="/ppt/slideLayouts/slideLayout27.xml" ContentType="application/vnd.openxmlformats-officedocument.presentationml.slideLayout+xml"/>
  <Override PartName="/ppt/theme/theme2.xml" ContentType="application/vnd.openxmlformats-officedocument.theme+xml"/>
  <Override PartName="/ppt/theme/theme3.xml" ContentType="application/vnd.openxmlformats-officedocument.theme+xml"/>
  <Override PartName="/ppt/theme/theme4.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66" r:id="rId1"/>
    <p:sldMasterId id="2147483739" r:id="rId2"/>
  </p:sldMasterIdLst>
  <p:notesMasterIdLst>
    <p:notesMasterId r:id="rId34"/>
  </p:notesMasterIdLst>
  <p:handoutMasterIdLst>
    <p:handoutMasterId r:id="rId35"/>
  </p:handoutMasterIdLst>
  <p:sldIdLst>
    <p:sldId id="471" r:id="rId3"/>
    <p:sldId id="486" r:id="rId4"/>
    <p:sldId id="487" r:id="rId5"/>
    <p:sldId id="488" r:id="rId6"/>
    <p:sldId id="489" r:id="rId7"/>
    <p:sldId id="429" r:id="rId8"/>
    <p:sldId id="446" r:id="rId9"/>
    <p:sldId id="436" r:id="rId10"/>
    <p:sldId id="437" r:id="rId11"/>
    <p:sldId id="427" r:id="rId12"/>
    <p:sldId id="392" r:id="rId13"/>
    <p:sldId id="393" r:id="rId14"/>
    <p:sldId id="386" r:id="rId15"/>
    <p:sldId id="415" r:id="rId16"/>
    <p:sldId id="389" r:id="rId17"/>
    <p:sldId id="477" r:id="rId18"/>
    <p:sldId id="478" r:id="rId19"/>
    <p:sldId id="491" r:id="rId20"/>
    <p:sldId id="440" r:id="rId21"/>
    <p:sldId id="479" r:id="rId22"/>
    <p:sldId id="442" r:id="rId23"/>
    <p:sldId id="480" r:id="rId24"/>
    <p:sldId id="492" r:id="rId25"/>
    <p:sldId id="457" r:id="rId26"/>
    <p:sldId id="481" r:id="rId27"/>
    <p:sldId id="476" r:id="rId28"/>
    <p:sldId id="482" r:id="rId29"/>
    <p:sldId id="483" r:id="rId30"/>
    <p:sldId id="484" r:id="rId31"/>
    <p:sldId id="485" r:id="rId32"/>
    <p:sldId id="493" r:id="rId33"/>
  </p:sldIdLst>
  <p:sldSz cx="9144000" cy="6858000" type="screen4x3"/>
  <p:notesSz cx="6784975" cy="9856788"/>
  <p:custShowLst>
    <p:custShow name="ECSMP - Crypto 1" id="0">
      <p:sldLst/>
    </p:custShow>
    <p:custShow name="ECSMP - Crypto 2" id="1">
      <p:sldLst/>
    </p:custShow>
    <p:custShow name="Crypto" id="2">
      <p:sldLst>
        <p:sld r:id="rId15"/>
      </p:sldLst>
    </p:custShow>
  </p:custShowLst>
  <p:defaultTextStyle>
    <a:defPPr>
      <a:defRPr lang="en-US"/>
    </a:defPPr>
    <a:lvl1pPr algn="ctr" rtl="0" eaLnBrk="0" fontAlgn="base" hangingPunct="0">
      <a:spcBef>
        <a:spcPct val="0"/>
      </a:spcBef>
      <a:spcAft>
        <a:spcPct val="0"/>
      </a:spcAft>
      <a:defRPr sz="2400" kern="1200">
        <a:solidFill>
          <a:schemeClr val="tx1"/>
        </a:solidFill>
        <a:latin typeface="Times New Roman" pitchFamily="18" charset="0"/>
        <a:ea typeface="+mn-ea"/>
        <a:cs typeface="+mn-cs"/>
      </a:defRPr>
    </a:lvl1pPr>
    <a:lvl2pPr marL="457200" algn="ctr" rtl="0" eaLnBrk="0" fontAlgn="base" hangingPunct="0">
      <a:spcBef>
        <a:spcPct val="0"/>
      </a:spcBef>
      <a:spcAft>
        <a:spcPct val="0"/>
      </a:spcAft>
      <a:defRPr sz="2400" kern="1200">
        <a:solidFill>
          <a:schemeClr val="tx1"/>
        </a:solidFill>
        <a:latin typeface="Times New Roman" pitchFamily="18" charset="0"/>
        <a:ea typeface="+mn-ea"/>
        <a:cs typeface="+mn-cs"/>
      </a:defRPr>
    </a:lvl2pPr>
    <a:lvl3pPr marL="914400" algn="ctr" rtl="0" eaLnBrk="0" fontAlgn="base" hangingPunct="0">
      <a:spcBef>
        <a:spcPct val="0"/>
      </a:spcBef>
      <a:spcAft>
        <a:spcPct val="0"/>
      </a:spcAft>
      <a:defRPr sz="2400" kern="1200">
        <a:solidFill>
          <a:schemeClr val="tx1"/>
        </a:solidFill>
        <a:latin typeface="Times New Roman" pitchFamily="18" charset="0"/>
        <a:ea typeface="+mn-ea"/>
        <a:cs typeface="+mn-cs"/>
      </a:defRPr>
    </a:lvl3pPr>
    <a:lvl4pPr marL="1371600" algn="ctr" rtl="0" eaLnBrk="0" fontAlgn="base" hangingPunct="0">
      <a:spcBef>
        <a:spcPct val="0"/>
      </a:spcBef>
      <a:spcAft>
        <a:spcPct val="0"/>
      </a:spcAft>
      <a:defRPr sz="2400" kern="1200">
        <a:solidFill>
          <a:schemeClr val="tx1"/>
        </a:solidFill>
        <a:latin typeface="Times New Roman" pitchFamily="18" charset="0"/>
        <a:ea typeface="+mn-ea"/>
        <a:cs typeface="+mn-cs"/>
      </a:defRPr>
    </a:lvl4pPr>
    <a:lvl5pPr marL="1828800" algn="ctr" rtl="0" eaLnBrk="0" fontAlgn="base" hangingPunct="0">
      <a:spcBef>
        <a:spcPct val="0"/>
      </a:spcBef>
      <a:spcAft>
        <a:spcPct val="0"/>
      </a:spcAft>
      <a:defRPr sz="2400" kern="1200">
        <a:solidFill>
          <a:schemeClr val="tx1"/>
        </a:solidFill>
        <a:latin typeface="Times New Roman" pitchFamily="18" charset="0"/>
        <a:ea typeface="+mn-ea"/>
        <a:cs typeface="+mn-cs"/>
      </a:defRPr>
    </a:lvl5pPr>
    <a:lvl6pPr marL="2286000" algn="l" defTabSz="914400" rtl="0" eaLnBrk="1" latinLnBrk="0" hangingPunct="1">
      <a:defRPr sz="2400" kern="1200">
        <a:solidFill>
          <a:schemeClr val="tx1"/>
        </a:solidFill>
        <a:latin typeface="Times New Roman" pitchFamily="18" charset="0"/>
        <a:ea typeface="+mn-ea"/>
        <a:cs typeface="+mn-cs"/>
      </a:defRPr>
    </a:lvl6pPr>
    <a:lvl7pPr marL="2743200" algn="l" defTabSz="914400" rtl="0" eaLnBrk="1" latinLnBrk="0" hangingPunct="1">
      <a:defRPr sz="2400" kern="1200">
        <a:solidFill>
          <a:schemeClr val="tx1"/>
        </a:solidFill>
        <a:latin typeface="Times New Roman" pitchFamily="18" charset="0"/>
        <a:ea typeface="+mn-ea"/>
        <a:cs typeface="+mn-cs"/>
      </a:defRPr>
    </a:lvl7pPr>
    <a:lvl8pPr marL="3200400" algn="l" defTabSz="914400" rtl="0" eaLnBrk="1" latinLnBrk="0" hangingPunct="1">
      <a:defRPr sz="2400" kern="1200">
        <a:solidFill>
          <a:schemeClr val="tx1"/>
        </a:solidFill>
        <a:latin typeface="Times New Roman" pitchFamily="18" charset="0"/>
        <a:ea typeface="+mn-ea"/>
        <a:cs typeface="+mn-cs"/>
      </a:defRPr>
    </a:lvl8pPr>
    <a:lvl9pPr marL="3657600" algn="l" defTabSz="914400" rtl="0" eaLnBrk="1" latinLnBrk="0" hangingPunct="1">
      <a:defRPr sz="2400" kern="1200">
        <a:solidFill>
          <a:schemeClr val="tx1"/>
        </a:solidFill>
        <a:latin typeface="Times New Roman" pitchFamily="18" charset="0"/>
        <a:ea typeface="+mn-ea"/>
        <a:cs typeface="+mn-cs"/>
      </a:defRPr>
    </a:lvl9pPr>
  </p:defaultTextStyle>
  <p:extLst>
    <p:ext uri="{EFAFB233-063F-42B5-8137-9DF3F51BA10A}">
      <p15:sldGuideLst xmlns:p15="http://schemas.microsoft.com/office/powerpoint/2012/main">
        <p15:guide id="1" orient="horz" pos="2160">
          <p15:clr>
            <a:srgbClr val="A4A3A4"/>
          </p15:clr>
        </p15:guide>
        <p15:guide id="2" pos="2880">
          <p15:clr>
            <a:srgbClr val="A4A3A4"/>
          </p15:clr>
        </p15:guide>
      </p15:sldGuideLst>
    </p:ext>
    <p:ext uri="{2D200454-40CA-4A62-9FC3-DE9A4176ACB9}">
      <p15:notesGuideLst xmlns:p15="http://schemas.microsoft.com/office/powerpoint/2012/main">
        <p15:guide id="1" orient="horz" pos="3105">
          <p15:clr>
            <a:srgbClr val="A4A3A4"/>
          </p15:clr>
        </p15:guide>
        <p15:guide id="2" pos="2138">
          <p15:clr>
            <a:srgbClr val="A4A3A4"/>
          </p15:clr>
        </p15:guide>
      </p15:notesGuideLst>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schemeClr val="tx1"/>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clrMru>
    <a:srgbClr val="FFFF99"/>
    <a:srgbClr val="000066"/>
    <a:srgbClr val="0000FF"/>
    <a:srgbClr val="FF99CC"/>
    <a:srgbClr val="FF5050"/>
    <a:srgbClr val="33CC33"/>
    <a:srgbClr val="FFFF00"/>
  </p:clrMru>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a:tblStyle styleId="{5940675A-B579-460E-94D1-54222C63F5DA}" styleName="No Style, Table Grid">
    <a:wholeTbl>
      <a:tcTxStyle>
        <a:fontRef idx="minor">
          <a:scrgbClr r="0" g="0" b="0"/>
        </a:fontRef>
        <a:schemeClr val="tx1"/>
      </a:tcTxStyle>
      <a:tcStyle>
        <a:tcBdr>
          <a:left>
            <a:ln w="12700" cmpd="sng">
              <a:solidFill>
                <a:schemeClr val="tx1"/>
              </a:solidFill>
            </a:ln>
          </a:left>
          <a:right>
            <a:ln w="12700" cmpd="sng">
              <a:solidFill>
                <a:schemeClr val="tx1"/>
              </a:solidFill>
            </a:ln>
          </a:right>
          <a:top>
            <a:ln w="12700" cmpd="sng">
              <a:solidFill>
                <a:schemeClr val="tx1"/>
              </a:solidFill>
            </a:ln>
          </a:top>
          <a:bottom>
            <a:ln w="12700" cmpd="sng">
              <a:solidFill>
                <a:schemeClr val="tx1"/>
              </a:solidFill>
            </a:ln>
          </a:bottom>
          <a:insideH>
            <a:ln w="12700" cmpd="sng">
              <a:solidFill>
                <a:schemeClr val="tx1"/>
              </a:solidFill>
            </a:ln>
          </a:insideH>
          <a:insideV>
            <a:ln w="12700" cmpd="sng">
              <a:solidFill>
                <a:schemeClr val="tx1"/>
              </a:solidFill>
            </a:ln>
          </a:insideV>
        </a:tcBdr>
        <a:fill>
          <a:noFill/>
        </a:fill>
      </a:tcStyle>
    </a:wholeTbl>
  </a:tblStyle>
  <a:tblStyle styleId="{8799B23B-EC83-4686-B30A-512413B5E67A}" styleName="Light Style 3 - Accent 3">
    <a:wholeTbl>
      <a:tcTxStyle>
        <a:fontRef idx="minor">
          <a:scrgbClr r="0" g="0" b="0"/>
        </a:fontRef>
        <a:schemeClr val="tx1"/>
      </a:tcTxStyle>
      <a:tcStyle>
        <a:tcBdr>
          <a:left>
            <a:ln w="12700" cmpd="sng">
              <a:solidFill>
                <a:schemeClr val="accent3"/>
              </a:solidFill>
            </a:ln>
          </a:left>
          <a:right>
            <a:ln w="12700" cmpd="sng">
              <a:solidFill>
                <a:schemeClr val="accent3"/>
              </a:solidFill>
            </a:ln>
          </a:right>
          <a:top>
            <a:ln w="12700" cmpd="sng">
              <a:solidFill>
                <a:schemeClr val="accent3"/>
              </a:solidFill>
            </a:ln>
          </a:top>
          <a:bottom>
            <a:ln w="12700" cmpd="sng">
              <a:solidFill>
                <a:schemeClr val="accent3"/>
              </a:solidFill>
            </a:ln>
          </a:bottom>
          <a:insideH>
            <a:ln w="12700" cmpd="sng">
              <a:solidFill>
                <a:schemeClr val="accent3"/>
              </a:solidFill>
            </a:ln>
          </a:insideH>
          <a:insideV>
            <a:ln w="12700" cmpd="sng">
              <a:solidFill>
                <a:schemeClr val="accent3"/>
              </a:solidFill>
            </a:ln>
          </a:insideV>
        </a:tcBdr>
        <a:fill>
          <a:noFill/>
        </a:fill>
      </a:tcStyle>
    </a:wholeTbl>
    <a:band1H>
      <a:tcStyle>
        <a:tcBdr/>
        <a:fill>
          <a:solidFill>
            <a:schemeClr val="accent3">
              <a:alpha val="20000"/>
            </a:schemeClr>
          </a:solidFill>
        </a:fill>
      </a:tcStyle>
    </a:band1H>
    <a:band1V>
      <a:tcStyle>
        <a:tcBdr/>
        <a:fill>
          <a:solidFill>
            <a:schemeClr val="accent3">
              <a:alpha val="20000"/>
            </a:schemeClr>
          </a:solidFill>
        </a:fill>
      </a:tcStyle>
    </a:band1V>
    <a:lastCol>
      <a:tcTxStyle b="on"/>
      <a:tcStyle>
        <a:tcBdr/>
      </a:tcStyle>
    </a:lastCol>
    <a:firstCol>
      <a:tcTxStyle b="on"/>
      <a:tcStyle>
        <a:tcBdr/>
      </a:tcStyle>
    </a:firstCol>
    <a:lastRow>
      <a:tcTxStyle b="on"/>
      <a:tcStyle>
        <a:tcBdr>
          <a:top>
            <a:ln w="50800" cmpd="dbl">
              <a:solidFill>
                <a:schemeClr val="accent3"/>
              </a:solidFill>
            </a:ln>
          </a:top>
        </a:tcBdr>
        <a:fill>
          <a:noFill/>
        </a:fill>
      </a:tcStyle>
    </a:lastRow>
    <a:firstRow>
      <a:tcTxStyle b="on"/>
      <a:tcStyle>
        <a:tcBdr>
          <a:bottom>
            <a:ln w="25400" cmpd="sng">
              <a:solidFill>
                <a:schemeClr val="accent3"/>
              </a:solidFill>
            </a:ln>
          </a:bottom>
        </a:tcBdr>
        <a:fill>
          <a:no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p:normalViewPr>
    <p:restoredLeft sz="15620" autoAdjust="0"/>
    <p:restoredTop sz="85949" autoAdjust="0"/>
  </p:normalViewPr>
  <p:slideViewPr>
    <p:cSldViewPr>
      <p:cViewPr varScale="1">
        <p:scale>
          <a:sx n="48" d="100"/>
          <a:sy n="48" d="100"/>
        </p:scale>
        <p:origin x="42" y="294"/>
      </p:cViewPr>
      <p:guideLst>
        <p:guide orient="horz" pos="2160"/>
        <p:guide pos="2880"/>
      </p:guideLst>
    </p:cSldViewPr>
  </p:slideViewPr>
  <p:outlineViewPr>
    <p:cViewPr>
      <p:scale>
        <a:sx n="33" d="100"/>
        <a:sy n="33" d="100"/>
      </p:scale>
      <p:origin x="0" y="0"/>
    </p:cViewPr>
  </p:outlineViewPr>
  <p:notesTextViewPr>
    <p:cViewPr>
      <p:scale>
        <a:sx n="100" d="100"/>
        <a:sy n="100" d="100"/>
      </p:scale>
      <p:origin x="0" y="0"/>
    </p:cViewPr>
  </p:notesTextViewPr>
  <p:sorterViewPr>
    <p:cViewPr>
      <p:scale>
        <a:sx n="66" d="100"/>
        <a:sy n="66" d="100"/>
      </p:scale>
      <p:origin x="0" y="8436"/>
    </p:cViewPr>
  </p:sorterViewPr>
  <p:notesViewPr>
    <p:cSldViewPr>
      <p:cViewPr>
        <p:scale>
          <a:sx n="100" d="100"/>
          <a:sy n="100" d="100"/>
        </p:scale>
        <p:origin x="-750" y="2772"/>
      </p:cViewPr>
      <p:guideLst>
        <p:guide orient="horz" pos="3105"/>
        <p:guide pos="2138"/>
      </p:guideLst>
    </p:cSldViewPr>
  </p:notesViewPr>
  <p:gridSpacing cx="76200" cy="76200"/>
</p:viewPr>
</file>

<file path=ppt/_rels/presentation.xml.rels><?xml version="1.0" encoding="UTF-8" standalone="yes"?>
<Relationships xmlns="http://schemas.openxmlformats.org/package/2006/relationships"><Relationship Id="rId8" Type="http://schemas.openxmlformats.org/officeDocument/2006/relationships/slide" Target="slides/slide6.xml"/><Relationship Id="rId13" Type="http://schemas.openxmlformats.org/officeDocument/2006/relationships/slide" Target="slides/slide11.xml"/><Relationship Id="rId18" Type="http://schemas.openxmlformats.org/officeDocument/2006/relationships/slide" Target="slides/slide16.xml"/><Relationship Id="rId26" Type="http://schemas.openxmlformats.org/officeDocument/2006/relationships/slide" Target="slides/slide24.xml"/><Relationship Id="rId39" Type="http://schemas.openxmlformats.org/officeDocument/2006/relationships/tableStyles" Target="tableStyles.xml"/><Relationship Id="rId3" Type="http://schemas.openxmlformats.org/officeDocument/2006/relationships/slide" Target="slides/slide1.xml"/><Relationship Id="rId21" Type="http://schemas.openxmlformats.org/officeDocument/2006/relationships/slide" Target="slides/slide19.xml"/><Relationship Id="rId34" Type="http://schemas.openxmlformats.org/officeDocument/2006/relationships/notesMaster" Target="notesMasters/notesMaster1.xml"/><Relationship Id="rId7" Type="http://schemas.openxmlformats.org/officeDocument/2006/relationships/slide" Target="slides/slide5.xml"/><Relationship Id="rId12" Type="http://schemas.openxmlformats.org/officeDocument/2006/relationships/slide" Target="slides/slide10.xml"/><Relationship Id="rId17" Type="http://schemas.openxmlformats.org/officeDocument/2006/relationships/slide" Target="slides/slide15.xml"/><Relationship Id="rId25" Type="http://schemas.openxmlformats.org/officeDocument/2006/relationships/slide" Target="slides/slide23.xml"/><Relationship Id="rId33" Type="http://schemas.openxmlformats.org/officeDocument/2006/relationships/slide" Target="slides/slide31.xml"/><Relationship Id="rId38" Type="http://schemas.openxmlformats.org/officeDocument/2006/relationships/theme" Target="theme/theme1.xml"/><Relationship Id="rId2" Type="http://schemas.openxmlformats.org/officeDocument/2006/relationships/slideMaster" Target="slideMasters/slideMaster2.xml"/><Relationship Id="rId16" Type="http://schemas.openxmlformats.org/officeDocument/2006/relationships/slide" Target="slides/slide14.xml"/><Relationship Id="rId20" Type="http://schemas.openxmlformats.org/officeDocument/2006/relationships/slide" Target="slides/slide18.xml"/><Relationship Id="rId29" Type="http://schemas.openxmlformats.org/officeDocument/2006/relationships/slide" Target="slides/slide27.xml"/><Relationship Id="rId1" Type="http://schemas.openxmlformats.org/officeDocument/2006/relationships/slideMaster" Target="slideMasters/slideMaster1.xml"/><Relationship Id="rId6" Type="http://schemas.openxmlformats.org/officeDocument/2006/relationships/slide" Target="slides/slide4.xml"/><Relationship Id="rId11" Type="http://schemas.openxmlformats.org/officeDocument/2006/relationships/slide" Target="slides/slide9.xml"/><Relationship Id="rId24" Type="http://schemas.openxmlformats.org/officeDocument/2006/relationships/slide" Target="slides/slide22.xml"/><Relationship Id="rId32" Type="http://schemas.openxmlformats.org/officeDocument/2006/relationships/slide" Target="slides/slide30.xml"/><Relationship Id="rId37" Type="http://schemas.openxmlformats.org/officeDocument/2006/relationships/viewProps" Target="viewProps.xml"/><Relationship Id="rId5" Type="http://schemas.openxmlformats.org/officeDocument/2006/relationships/slide" Target="slides/slide3.xml"/><Relationship Id="rId15" Type="http://schemas.openxmlformats.org/officeDocument/2006/relationships/slide" Target="slides/slide13.xml"/><Relationship Id="rId23" Type="http://schemas.openxmlformats.org/officeDocument/2006/relationships/slide" Target="slides/slide21.xml"/><Relationship Id="rId28" Type="http://schemas.openxmlformats.org/officeDocument/2006/relationships/slide" Target="slides/slide26.xml"/><Relationship Id="rId36" Type="http://schemas.openxmlformats.org/officeDocument/2006/relationships/presProps" Target="presProps.xml"/><Relationship Id="rId10" Type="http://schemas.openxmlformats.org/officeDocument/2006/relationships/slide" Target="slides/slide8.xml"/><Relationship Id="rId19" Type="http://schemas.openxmlformats.org/officeDocument/2006/relationships/slide" Target="slides/slide17.xml"/><Relationship Id="rId31" Type="http://schemas.openxmlformats.org/officeDocument/2006/relationships/slide" Target="slides/slide29.xml"/><Relationship Id="rId4" Type="http://schemas.openxmlformats.org/officeDocument/2006/relationships/slide" Target="slides/slide2.xml"/><Relationship Id="rId9" Type="http://schemas.openxmlformats.org/officeDocument/2006/relationships/slide" Target="slides/slide7.xml"/><Relationship Id="rId14" Type="http://schemas.openxmlformats.org/officeDocument/2006/relationships/slide" Target="slides/slide12.xml"/><Relationship Id="rId22" Type="http://schemas.openxmlformats.org/officeDocument/2006/relationships/slide" Target="slides/slide20.xml"/><Relationship Id="rId27" Type="http://schemas.openxmlformats.org/officeDocument/2006/relationships/slide" Target="slides/slide25.xml"/><Relationship Id="rId30" Type="http://schemas.openxmlformats.org/officeDocument/2006/relationships/slide" Target="slides/slide28.xml"/><Relationship Id="rId35" Type="http://schemas.openxmlformats.org/officeDocument/2006/relationships/handoutMaster" Target="handoutMasters/handoutMaster1.xml"/></Relationships>
</file>

<file path=ppt/drawings/_rels/vmlDrawing1.vml.rels><?xml version="1.0" encoding="UTF-8" standalone="yes"?>
<Relationships xmlns="http://schemas.openxmlformats.org/package/2006/relationships"><Relationship Id="rId1" Type="http://schemas.openxmlformats.org/officeDocument/2006/relationships/image" Target="../media/image8.png"/></Relationships>
</file>

<file path=ppt/handoutMasters/_rels/handoutMaster1.xml.rels><?xml version="1.0" encoding="UTF-8" standalone="yes"?>
<Relationships xmlns="http://schemas.openxmlformats.org/package/2006/relationships"><Relationship Id="rId1" Type="http://schemas.openxmlformats.org/officeDocument/2006/relationships/theme" Target="../theme/theme4.xml"/></Relationships>
</file>

<file path=ppt/handoutMasters/handoutMaster1.xml><?xml version="1.0" encoding="utf-8"?>
<p:handoutMaster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66582" name="Rectangle 22"/>
          <p:cNvSpPr>
            <a:spLocks noGrp="1" noChangeArrowheads="1"/>
          </p:cNvSpPr>
          <p:nvPr>
            <p:ph type="ftr" sz="quarter" idx="2"/>
          </p:nvPr>
        </p:nvSpPr>
        <p:spPr bwMode="auto">
          <a:xfrm>
            <a:off x="471488" y="9204325"/>
            <a:ext cx="2649537" cy="403225"/>
          </a:xfrm>
          <a:prstGeom prst="rect">
            <a:avLst/>
          </a:prstGeom>
          <a:noFill/>
          <a:ln w="9525">
            <a:noFill/>
            <a:miter lim="800000"/>
            <a:headEnd/>
            <a:tailEnd/>
          </a:ln>
          <a:effectLst/>
        </p:spPr>
        <p:txBody>
          <a:bodyPr vert="horz" wrap="square" lIns="91440" tIns="45720" rIns="91440" bIns="45720" numCol="1" anchor="b" anchorCtr="0" compatLnSpc="1">
            <a:prstTxWarp prst="textNoShape">
              <a:avLst/>
            </a:prstTxWarp>
          </a:bodyPr>
          <a:lstStyle>
            <a:lvl1pPr algn="l">
              <a:defRPr sz="900">
                <a:latin typeface="Verdana" pitchFamily="34" charset="0"/>
              </a:defRPr>
            </a:lvl1pPr>
          </a:lstStyle>
          <a:p>
            <a:pPr>
              <a:defRPr/>
            </a:pPr>
            <a:r>
              <a:rPr lang="en-US"/>
              <a:t>IT0104: Data and Network Security</a:t>
            </a:r>
          </a:p>
          <a:p>
            <a:pPr>
              <a:defRPr/>
            </a:pPr>
            <a:r>
              <a:rPr lang="en-US"/>
              <a:t>Jul – Dec 2007, 10</a:t>
            </a:r>
            <a:r>
              <a:rPr lang="en-US" baseline="30000"/>
              <a:t>th</a:t>
            </a:r>
            <a:r>
              <a:rPr lang="en-US"/>
              <a:t> Intake</a:t>
            </a:r>
          </a:p>
        </p:txBody>
      </p:sp>
      <p:grpSp>
        <p:nvGrpSpPr>
          <p:cNvPr id="93187" name="Group 23"/>
          <p:cNvGrpSpPr>
            <a:grpSpLocks noChangeAspect="1"/>
          </p:cNvGrpSpPr>
          <p:nvPr/>
        </p:nvGrpSpPr>
        <p:grpSpPr bwMode="auto">
          <a:xfrm>
            <a:off x="709613" y="188913"/>
            <a:ext cx="695325" cy="333375"/>
            <a:chOff x="737" y="3045"/>
            <a:chExt cx="1284" cy="560"/>
          </a:xfrm>
        </p:grpSpPr>
        <p:sp>
          <p:nvSpPr>
            <p:cNvPr id="66584" name="Freeform 24"/>
            <p:cNvSpPr>
              <a:spLocks noChangeAspect="1"/>
            </p:cNvSpPr>
            <p:nvPr/>
          </p:nvSpPr>
          <p:spPr bwMode="auto">
            <a:xfrm>
              <a:off x="737" y="3045"/>
              <a:ext cx="654" cy="560"/>
            </a:xfrm>
            <a:custGeom>
              <a:avLst/>
              <a:gdLst/>
              <a:ahLst/>
              <a:cxnLst>
                <a:cxn ang="0">
                  <a:pos x="19988" y="19986"/>
                </a:cxn>
                <a:cxn ang="0">
                  <a:pos x="6659" y="0"/>
                </a:cxn>
                <a:cxn ang="0">
                  <a:pos x="0" y="0"/>
                </a:cxn>
                <a:cxn ang="0">
                  <a:pos x="0" y="801"/>
                </a:cxn>
                <a:cxn ang="0">
                  <a:pos x="2632" y="801"/>
                </a:cxn>
                <a:cxn ang="0">
                  <a:pos x="2632" y="19385"/>
                </a:cxn>
                <a:cxn ang="0">
                  <a:pos x="0" y="19385"/>
                </a:cxn>
                <a:cxn ang="0">
                  <a:pos x="0" y="19986"/>
                </a:cxn>
                <a:cxn ang="0">
                  <a:pos x="5961" y="19986"/>
                </a:cxn>
                <a:cxn ang="0">
                  <a:pos x="5961" y="19385"/>
                </a:cxn>
                <a:cxn ang="0">
                  <a:pos x="3501" y="19385"/>
                </a:cxn>
                <a:cxn ang="0">
                  <a:pos x="3501" y="1401"/>
                </a:cxn>
                <a:cxn ang="0">
                  <a:pos x="15777" y="19986"/>
                </a:cxn>
                <a:cxn ang="0">
                  <a:pos x="19988" y="19986"/>
                </a:cxn>
              </a:cxnLst>
              <a:rect l="0" t="0" r="r" b="b"/>
              <a:pathLst>
                <a:path w="20000" h="20000">
                  <a:moveTo>
                    <a:pt x="19988" y="19986"/>
                  </a:moveTo>
                  <a:lnTo>
                    <a:pt x="6659" y="0"/>
                  </a:lnTo>
                  <a:lnTo>
                    <a:pt x="0" y="0"/>
                  </a:lnTo>
                  <a:lnTo>
                    <a:pt x="0" y="801"/>
                  </a:lnTo>
                  <a:lnTo>
                    <a:pt x="2632" y="801"/>
                  </a:lnTo>
                  <a:lnTo>
                    <a:pt x="2632" y="19385"/>
                  </a:lnTo>
                  <a:lnTo>
                    <a:pt x="0" y="19385"/>
                  </a:lnTo>
                  <a:lnTo>
                    <a:pt x="0" y="19986"/>
                  </a:lnTo>
                  <a:lnTo>
                    <a:pt x="5961" y="19986"/>
                  </a:lnTo>
                  <a:lnTo>
                    <a:pt x="5961" y="19385"/>
                  </a:lnTo>
                  <a:lnTo>
                    <a:pt x="3501" y="19385"/>
                  </a:lnTo>
                  <a:lnTo>
                    <a:pt x="3501" y="1401"/>
                  </a:lnTo>
                  <a:lnTo>
                    <a:pt x="15777" y="19986"/>
                  </a:lnTo>
                  <a:lnTo>
                    <a:pt x="19988" y="19986"/>
                  </a:lnTo>
                  <a:close/>
                </a:path>
              </a:pathLst>
            </a:custGeom>
            <a:solidFill>
              <a:srgbClr val="0000FF"/>
            </a:solidFill>
            <a:ln w="8890" cap="flat">
              <a:noFill/>
              <a:round/>
              <a:headEnd type="none" w="med" len="med"/>
              <a:tailEnd type="none" w="med" len="med"/>
            </a:ln>
            <a:effectLst/>
          </p:spPr>
          <p:txBody>
            <a:bodyPr/>
            <a:lstStyle/>
            <a:p>
              <a:pPr>
                <a:defRPr/>
              </a:pPr>
              <a:endParaRPr lang="en-US"/>
            </a:p>
          </p:txBody>
        </p:sp>
        <p:sp>
          <p:nvSpPr>
            <p:cNvPr id="66585" name="Freeform 25"/>
            <p:cNvSpPr>
              <a:spLocks noChangeAspect="1"/>
            </p:cNvSpPr>
            <p:nvPr/>
          </p:nvSpPr>
          <p:spPr bwMode="auto">
            <a:xfrm>
              <a:off x="1086" y="3045"/>
              <a:ext cx="598" cy="560"/>
            </a:xfrm>
            <a:custGeom>
              <a:avLst/>
              <a:gdLst/>
              <a:ahLst/>
              <a:cxnLst>
                <a:cxn ang="0">
                  <a:pos x="19034" y="801"/>
                </a:cxn>
                <a:cxn ang="0">
                  <a:pos x="13074" y="9392"/>
                </a:cxn>
                <a:cxn ang="0">
                  <a:pos x="6336" y="0"/>
                </a:cxn>
                <a:cxn ang="0">
                  <a:pos x="188" y="0"/>
                </a:cxn>
                <a:cxn ang="0">
                  <a:pos x="0" y="801"/>
                </a:cxn>
                <a:cxn ang="0">
                  <a:pos x="2309" y="801"/>
                </a:cxn>
                <a:cxn ang="0">
                  <a:pos x="9611" y="10994"/>
                </a:cxn>
                <a:cxn ang="0">
                  <a:pos x="9611" y="19986"/>
                </a:cxn>
                <a:cxn ang="0">
                  <a:pos x="13262" y="19986"/>
                </a:cxn>
                <a:cxn ang="0">
                  <a:pos x="13262" y="10393"/>
                </a:cxn>
                <a:cxn ang="0">
                  <a:pos x="19987" y="801"/>
                </a:cxn>
                <a:cxn ang="0">
                  <a:pos x="19034" y="801"/>
                </a:cxn>
              </a:cxnLst>
              <a:rect l="0" t="0" r="r" b="b"/>
              <a:pathLst>
                <a:path w="20000" h="20000">
                  <a:moveTo>
                    <a:pt x="19034" y="801"/>
                  </a:moveTo>
                  <a:lnTo>
                    <a:pt x="13074" y="9392"/>
                  </a:lnTo>
                  <a:lnTo>
                    <a:pt x="6336" y="0"/>
                  </a:lnTo>
                  <a:lnTo>
                    <a:pt x="188" y="0"/>
                  </a:lnTo>
                  <a:lnTo>
                    <a:pt x="0" y="801"/>
                  </a:lnTo>
                  <a:lnTo>
                    <a:pt x="2309" y="801"/>
                  </a:lnTo>
                  <a:lnTo>
                    <a:pt x="9611" y="10994"/>
                  </a:lnTo>
                  <a:lnTo>
                    <a:pt x="9611" y="19986"/>
                  </a:lnTo>
                  <a:lnTo>
                    <a:pt x="13262" y="19986"/>
                  </a:lnTo>
                  <a:lnTo>
                    <a:pt x="13262" y="10393"/>
                  </a:lnTo>
                  <a:lnTo>
                    <a:pt x="19987" y="801"/>
                  </a:lnTo>
                  <a:lnTo>
                    <a:pt x="19034" y="801"/>
                  </a:lnTo>
                  <a:close/>
                </a:path>
              </a:pathLst>
            </a:custGeom>
            <a:solidFill>
              <a:srgbClr val="0000FF"/>
            </a:solidFill>
            <a:ln w="8890" cap="flat">
              <a:noFill/>
              <a:round/>
              <a:headEnd type="none" w="med" len="med"/>
              <a:tailEnd type="none" w="med" len="med"/>
            </a:ln>
            <a:effectLst/>
          </p:spPr>
          <p:txBody>
            <a:bodyPr/>
            <a:lstStyle/>
            <a:p>
              <a:pPr>
                <a:defRPr/>
              </a:pPr>
              <a:endParaRPr lang="en-US"/>
            </a:p>
          </p:txBody>
        </p:sp>
        <p:sp>
          <p:nvSpPr>
            <p:cNvPr id="66586" name="Freeform 26"/>
            <p:cNvSpPr>
              <a:spLocks noChangeAspect="1"/>
            </p:cNvSpPr>
            <p:nvPr/>
          </p:nvSpPr>
          <p:spPr bwMode="auto">
            <a:xfrm>
              <a:off x="1567" y="3045"/>
              <a:ext cx="454" cy="560"/>
            </a:xfrm>
            <a:custGeom>
              <a:avLst/>
              <a:gdLst/>
              <a:ahLst/>
              <a:cxnLst>
                <a:cxn ang="0">
                  <a:pos x="0" y="0"/>
                </a:cxn>
                <a:cxn ang="0">
                  <a:pos x="5049" y="801"/>
                </a:cxn>
                <a:cxn ang="0">
                  <a:pos x="10115" y="801"/>
                </a:cxn>
                <a:cxn ang="0">
                  <a:pos x="11121" y="1201"/>
                </a:cxn>
                <a:cxn ang="0">
                  <a:pos x="12145" y="1601"/>
                </a:cxn>
                <a:cxn ang="0">
                  <a:pos x="13151" y="2202"/>
                </a:cxn>
                <a:cxn ang="0">
                  <a:pos x="13645" y="2802"/>
                </a:cxn>
                <a:cxn ang="0">
                  <a:pos x="14157" y="3603"/>
                </a:cxn>
                <a:cxn ang="0">
                  <a:pos x="14404" y="4403"/>
                </a:cxn>
                <a:cxn ang="0">
                  <a:pos x="14669" y="5204"/>
                </a:cxn>
                <a:cxn ang="0">
                  <a:pos x="14669" y="5990"/>
                </a:cxn>
                <a:cxn ang="0">
                  <a:pos x="14404" y="6791"/>
                </a:cxn>
                <a:cxn ang="0">
                  <a:pos x="13910" y="7591"/>
                </a:cxn>
                <a:cxn ang="0">
                  <a:pos x="13398" y="8392"/>
                </a:cxn>
                <a:cxn ang="0">
                  <a:pos x="12639" y="8992"/>
                </a:cxn>
                <a:cxn ang="0">
                  <a:pos x="11633" y="9593"/>
                </a:cxn>
                <a:cxn ang="0">
                  <a:pos x="10627" y="9993"/>
                </a:cxn>
                <a:cxn ang="0">
                  <a:pos x="9356" y="10193"/>
                </a:cxn>
                <a:cxn ang="0">
                  <a:pos x="3283" y="10193"/>
                </a:cxn>
                <a:cxn ang="0">
                  <a:pos x="12145" y="19986"/>
                </a:cxn>
                <a:cxn ang="0">
                  <a:pos x="8085" y="19385"/>
                </a:cxn>
                <a:cxn ang="0">
                  <a:pos x="8350" y="10994"/>
                </a:cxn>
                <a:cxn ang="0">
                  <a:pos x="10115" y="10994"/>
                </a:cxn>
                <a:cxn ang="0">
                  <a:pos x="12145" y="10793"/>
                </a:cxn>
                <a:cxn ang="0">
                  <a:pos x="14157" y="10393"/>
                </a:cxn>
                <a:cxn ang="0">
                  <a:pos x="15922" y="9793"/>
                </a:cxn>
                <a:cxn ang="0">
                  <a:pos x="17440" y="9192"/>
                </a:cxn>
                <a:cxn ang="0">
                  <a:pos x="18711" y="8192"/>
                </a:cxn>
                <a:cxn ang="0">
                  <a:pos x="19718" y="6991"/>
                </a:cxn>
                <a:cxn ang="0">
                  <a:pos x="19982" y="5604"/>
                </a:cxn>
                <a:cxn ang="0">
                  <a:pos x="19718" y="4003"/>
                </a:cxn>
                <a:cxn ang="0">
                  <a:pos x="18959" y="2802"/>
                </a:cxn>
                <a:cxn ang="0">
                  <a:pos x="17952" y="2001"/>
                </a:cxn>
                <a:cxn ang="0">
                  <a:pos x="16434" y="1201"/>
                </a:cxn>
                <a:cxn ang="0">
                  <a:pos x="14916" y="801"/>
                </a:cxn>
                <a:cxn ang="0">
                  <a:pos x="13151" y="400"/>
                </a:cxn>
                <a:cxn ang="0">
                  <a:pos x="11121" y="200"/>
                </a:cxn>
                <a:cxn ang="0">
                  <a:pos x="9356" y="0"/>
                </a:cxn>
              </a:cxnLst>
              <a:rect l="0" t="0" r="r" b="b"/>
              <a:pathLst>
                <a:path w="20000" h="20000">
                  <a:moveTo>
                    <a:pt x="9356" y="0"/>
                  </a:moveTo>
                  <a:lnTo>
                    <a:pt x="0" y="0"/>
                  </a:lnTo>
                  <a:lnTo>
                    <a:pt x="0" y="801"/>
                  </a:lnTo>
                  <a:lnTo>
                    <a:pt x="5049" y="801"/>
                  </a:lnTo>
                  <a:lnTo>
                    <a:pt x="9356" y="801"/>
                  </a:lnTo>
                  <a:lnTo>
                    <a:pt x="10115" y="801"/>
                  </a:lnTo>
                  <a:lnTo>
                    <a:pt x="10627" y="1001"/>
                  </a:lnTo>
                  <a:lnTo>
                    <a:pt x="11121" y="1201"/>
                  </a:lnTo>
                  <a:lnTo>
                    <a:pt x="11880" y="1401"/>
                  </a:lnTo>
                  <a:lnTo>
                    <a:pt x="12145" y="1601"/>
                  </a:lnTo>
                  <a:lnTo>
                    <a:pt x="12639" y="1801"/>
                  </a:lnTo>
                  <a:lnTo>
                    <a:pt x="13151" y="2202"/>
                  </a:lnTo>
                  <a:lnTo>
                    <a:pt x="13398" y="2602"/>
                  </a:lnTo>
                  <a:lnTo>
                    <a:pt x="13645" y="2802"/>
                  </a:lnTo>
                  <a:lnTo>
                    <a:pt x="13910" y="3202"/>
                  </a:lnTo>
                  <a:lnTo>
                    <a:pt x="14157" y="3603"/>
                  </a:lnTo>
                  <a:lnTo>
                    <a:pt x="14404" y="4003"/>
                  </a:lnTo>
                  <a:lnTo>
                    <a:pt x="14404" y="4403"/>
                  </a:lnTo>
                  <a:lnTo>
                    <a:pt x="14669" y="4803"/>
                  </a:lnTo>
                  <a:lnTo>
                    <a:pt x="14669" y="5204"/>
                  </a:lnTo>
                  <a:lnTo>
                    <a:pt x="14669" y="5604"/>
                  </a:lnTo>
                  <a:lnTo>
                    <a:pt x="14669" y="5990"/>
                  </a:lnTo>
                  <a:lnTo>
                    <a:pt x="14669" y="6390"/>
                  </a:lnTo>
                  <a:lnTo>
                    <a:pt x="14404" y="6791"/>
                  </a:lnTo>
                  <a:lnTo>
                    <a:pt x="14157" y="7191"/>
                  </a:lnTo>
                  <a:lnTo>
                    <a:pt x="13910" y="7591"/>
                  </a:lnTo>
                  <a:lnTo>
                    <a:pt x="13645" y="7991"/>
                  </a:lnTo>
                  <a:lnTo>
                    <a:pt x="13398" y="8392"/>
                  </a:lnTo>
                  <a:lnTo>
                    <a:pt x="12904" y="8792"/>
                  </a:lnTo>
                  <a:lnTo>
                    <a:pt x="12639" y="8992"/>
                  </a:lnTo>
                  <a:lnTo>
                    <a:pt x="12145" y="9392"/>
                  </a:lnTo>
                  <a:lnTo>
                    <a:pt x="11633" y="9593"/>
                  </a:lnTo>
                  <a:lnTo>
                    <a:pt x="11121" y="9793"/>
                  </a:lnTo>
                  <a:lnTo>
                    <a:pt x="10627" y="9993"/>
                  </a:lnTo>
                  <a:lnTo>
                    <a:pt x="9868" y="9993"/>
                  </a:lnTo>
                  <a:lnTo>
                    <a:pt x="9356" y="10193"/>
                  </a:lnTo>
                  <a:lnTo>
                    <a:pt x="8597" y="10193"/>
                  </a:lnTo>
                  <a:lnTo>
                    <a:pt x="3283" y="10193"/>
                  </a:lnTo>
                  <a:lnTo>
                    <a:pt x="3283" y="19986"/>
                  </a:lnTo>
                  <a:lnTo>
                    <a:pt x="12145" y="19986"/>
                  </a:lnTo>
                  <a:lnTo>
                    <a:pt x="12145" y="19385"/>
                  </a:lnTo>
                  <a:lnTo>
                    <a:pt x="8085" y="19385"/>
                  </a:lnTo>
                  <a:lnTo>
                    <a:pt x="8085" y="10994"/>
                  </a:lnTo>
                  <a:lnTo>
                    <a:pt x="8350" y="10994"/>
                  </a:lnTo>
                  <a:lnTo>
                    <a:pt x="9356" y="10994"/>
                  </a:lnTo>
                  <a:lnTo>
                    <a:pt x="10115" y="10994"/>
                  </a:lnTo>
                  <a:lnTo>
                    <a:pt x="11121" y="10793"/>
                  </a:lnTo>
                  <a:lnTo>
                    <a:pt x="12145" y="10793"/>
                  </a:lnTo>
                  <a:lnTo>
                    <a:pt x="13151" y="10593"/>
                  </a:lnTo>
                  <a:lnTo>
                    <a:pt x="14157" y="10393"/>
                  </a:lnTo>
                  <a:lnTo>
                    <a:pt x="14916" y="10193"/>
                  </a:lnTo>
                  <a:lnTo>
                    <a:pt x="15922" y="9793"/>
                  </a:lnTo>
                  <a:lnTo>
                    <a:pt x="16681" y="9392"/>
                  </a:lnTo>
                  <a:lnTo>
                    <a:pt x="17440" y="9192"/>
                  </a:lnTo>
                  <a:lnTo>
                    <a:pt x="18199" y="8592"/>
                  </a:lnTo>
                  <a:lnTo>
                    <a:pt x="18711" y="8192"/>
                  </a:lnTo>
                  <a:lnTo>
                    <a:pt x="19223" y="7591"/>
                  </a:lnTo>
                  <a:lnTo>
                    <a:pt x="19718" y="6991"/>
                  </a:lnTo>
                  <a:lnTo>
                    <a:pt x="19982" y="6190"/>
                  </a:lnTo>
                  <a:lnTo>
                    <a:pt x="19982" y="5604"/>
                  </a:lnTo>
                  <a:lnTo>
                    <a:pt x="19982" y="4803"/>
                  </a:lnTo>
                  <a:lnTo>
                    <a:pt x="19718" y="4003"/>
                  </a:lnTo>
                  <a:lnTo>
                    <a:pt x="19470" y="3402"/>
                  </a:lnTo>
                  <a:lnTo>
                    <a:pt x="18959" y="2802"/>
                  </a:lnTo>
                  <a:lnTo>
                    <a:pt x="18464" y="2402"/>
                  </a:lnTo>
                  <a:lnTo>
                    <a:pt x="17952" y="2001"/>
                  </a:lnTo>
                  <a:lnTo>
                    <a:pt x="17193" y="1601"/>
                  </a:lnTo>
                  <a:lnTo>
                    <a:pt x="16434" y="1201"/>
                  </a:lnTo>
                  <a:lnTo>
                    <a:pt x="15675" y="1001"/>
                  </a:lnTo>
                  <a:lnTo>
                    <a:pt x="14916" y="801"/>
                  </a:lnTo>
                  <a:lnTo>
                    <a:pt x="13910" y="600"/>
                  </a:lnTo>
                  <a:lnTo>
                    <a:pt x="13151" y="400"/>
                  </a:lnTo>
                  <a:lnTo>
                    <a:pt x="12145" y="200"/>
                  </a:lnTo>
                  <a:lnTo>
                    <a:pt x="11121" y="200"/>
                  </a:lnTo>
                  <a:lnTo>
                    <a:pt x="10362" y="0"/>
                  </a:lnTo>
                  <a:lnTo>
                    <a:pt x="9356" y="0"/>
                  </a:lnTo>
                  <a:close/>
                </a:path>
              </a:pathLst>
            </a:custGeom>
            <a:solidFill>
              <a:srgbClr val="FF0000"/>
            </a:solidFill>
            <a:ln w="8890" cap="flat">
              <a:noFill/>
              <a:round/>
              <a:headEnd type="none" w="med" len="med"/>
              <a:tailEnd type="none" w="med" len="med"/>
            </a:ln>
            <a:effectLst/>
          </p:spPr>
          <p:txBody>
            <a:bodyPr/>
            <a:lstStyle/>
            <a:p>
              <a:pPr>
                <a:defRPr/>
              </a:pPr>
              <a:endParaRPr lang="en-US"/>
            </a:p>
          </p:txBody>
        </p:sp>
      </p:grpSp>
      <p:sp>
        <p:nvSpPr>
          <p:cNvPr id="66587" name="Rectangle 27"/>
          <p:cNvSpPr>
            <a:spLocks noChangeArrowheads="1"/>
          </p:cNvSpPr>
          <p:nvPr/>
        </p:nvSpPr>
        <p:spPr bwMode="auto">
          <a:xfrm>
            <a:off x="0" y="4329113"/>
            <a:ext cx="6448425" cy="461962"/>
          </a:xfrm>
          <a:prstGeom prst="rect">
            <a:avLst/>
          </a:prstGeom>
          <a:noFill/>
          <a:ln w="9525">
            <a:noFill/>
            <a:miter lim="800000"/>
            <a:headEnd/>
            <a:tailEnd/>
          </a:ln>
          <a:effectLst/>
        </p:spPr>
        <p:txBody>
          <a:bodyPr>
            <a:spAutoFit/>
          </a:bodyPr>
          <a:lstStyle/>
          <a:p>
            <a:pPr>
              <a:defRPr/>
            </a:pPr>
            <a:endParaRPr lang="en-US"/>
          </a:p>
        </p:txBody>
      </p:sp>
      <p:sp>
        <p:nvSpPr>
          <p:cNvPr id="66588" name="Rectangle 28"/>
          <p:cNvSpPr>
            <a:spLocks noGrp="1" noChangeArrowheads="1"/>
          </p:cNvSpPr>
          <p:nvPr>
            <p:ph type="sldNum" sz="quarter" idx="3"/>
          </p:nvPr>
        </p:nvSpPr>
        <p:spPr bwMode="auto">
          <a:xfrm>
            <a:off x="3687763" y="9129713"/>
            <a:ext cx="2579687" cy="484187"/>
          </a:xfrm>
          <a:prstGeom prst="rect">
            <a:avLst/>
          </a:prstGeom>
          <a:noFill/>
          <a:ln w="9525">
            <a:noFill/>
            <a:miter lim="800000"/>
            <a:headEnd/>
            <a:tailEnd/>
          </a:ln>
          <a:effectLst/>
        </p:spPr>
        <p:txBody>
          <a:bodyPr vert="horz" wrap="square" lIns="91440" tIns="45720" rIns="91440" bIns="45720" numCol="1" anchor="b" anchorCtr="0" compatLnSpc="1">
            <a:prstTxWarp prst="textNoShape">
              <a:avLst/>
            </a:prstTxWarp>
          </a:bodyPr>
          <a:lstStyle>
            <a:lvl1pPr algn="r">
              <a:defRPr sz="1200"/>
            </a:lvl1pPr>
          </a:lstStyle>
          <a:p>
            <a:pPr>
              <a:defRPr/>
            </a:pPr>
            <a:fld id="{CFAC19B2-8A21-458C-A046-BBF9212957DD}" type="slidenum">
              <a:rPr lang="en-US"/>
              <a:pPr>
                <a:defRPr/>
              </a:pPr>
              <a:t>‹#›</a:t>
            </a:fld>
            <a:endParaRPr lang="en-GB"/>
          </a:p>
        </p:txBody>
      </p:sp>
      <p:sp>
        <p:nvSpPr>
          <p:cNvPr id="66589" name="Line 29"/>
          <p:cNvSpPr>
            <a:spLocks noChangeShapeType="1"/>
          </p:cNvSpPr>
          <p:nvPr/>
        </p:nvSpPr>
        <p:spPr bwMode="auto">
          <a:xfrm flipV="1">
            <a:off x="590550" y="9126538"/>
            <a:ext cx="5676900" cy="0"/>
          </a:xfrm>
          <a:prstGeom prst="line">
            <a:avLst/>
          </a:prstGeom>
          <a:noFill/>
          <a:ln w="9525">
            <a:solidFill>
              <a:srgbClr val="000000"/>
            </a:solidFill>
            <a:round/>
            <a:headEnd/>
            <a:tailEnd/>
          </a:ln>
        </p:spPr>
        <p:txBody>
          <a:bodyPr/>
          <a:lstStyle/>
          <a:p>
            <a:pPr>
              <a:defRPr/>
            </a:pPr>
            <a:endParaRPr lang="en-US"/>
          </a:p>
        </p:txBody>
      </p:sp>
      <p:sp>
        <p:nvSpPr>
          <p:cNvPr id="66590" name="Line 30"/>
          <p:cNvSpPr>
            <a:spLocks noChangeShapeType="1"/>
          </p:cNvSpPr>
          <p:nvPr/>
        </p:nvSpPr>
        <p:spPr bwMode="auto">
          <a:xfrm flipV="1">
            <a:off x="652463" y="646113"/>
            <a:ext cx="5676900" cy="0"/>
          </a:xfrm>
          <a:prstGeom prst="line">
            <a:avLst/>
          </a:prstGeom>
          <a:noFill/>
          <a:ln w="9525">
            <a:solidFill>
              <a:srgbClr val="000000"/>
            </a:solidFill>
            <a:round/>
            <a:headEnd/>
            <a:tailEnd/>
          </a:ln>
        </p:spPr>
        <p:txBody>
          <a:bodyPr/>
          <a:lstStyle/>
          <a:p>
            <a:pPr>
              <a:defRPr/>
            </a:pPr>
            <a:endParaRPr lang="en-US"/>
          </a:p>
        </p:txBody>
      </p:sp>
      <p:sp>
        <p:nvSpPr>
          <p:cNvPr id="66591" name="Text Box 31"/>
          <p:cNvSpPr txBox="1">
            <a:spLocks noChangeArrowheads="1"/>
          </p:cNvSpPr>
          <p:nvPr/>
        </p:nvSpPr>
        <p:spPr bwMode="auto">
          <a:xfrm>
            <a:off x="1603375" y="161925"/>
            <a:ext cx="3757613" cy="431800"/>
          </a:xfrm>
          <a:prstGeom prst="rect">
            <a:avLst/>
          </a:prstGeom>
          <a:noFill/>
          <a:ln w="9525">
            <a:noFill/>
            <a:miter lim="800000"/>
            <a:headEnd/>
            <a:tailEnd/>
          </a:ln>
          <a:effectLst/>
        </p:spPr>
        <p:txBody>
          <a:bodyPr wrap="none">
            <a:spAutoFit/>
          </a:bodyPr>
          <a:lstStyle/>
          <a:p>
            <a:pPr>
              <a:defRPr/>
            </a:pPr>
            <a:r>
              <a:rPr lang="en-US" sz="1200" b="1">
                <a:latin typeface="Verdana" pitchFamily="34" charset="0"/>
              </a:rPr>
              <a:t>Specialist Diploma in IT Security</a:t>
            </a:r>
          </a:p>
          <a:p>
            <a:pPr>
              <a:defRPr/>
            </a:pPr>
            <a:r>
              <a:rPr lang="en-US" sz="1000">
                <a:latin typeface="Verdana" pitchFamily="34" charset="0"/>
              </a:rPr>
              <a:t>School of Information Technology,Nanyang Polytechnic</a:t>
            </a:r>
          </a:p>
        </p:txBody>
      </p:sp>
    </p:spTree>
    <p:extLst>
      <p:ext uri="{BB962C8B-B14F-4D97-AF65-F5344CB8AC3E}">
        <p14:creationId xmlns:p14="http://schemas.microsoft.com/office/powerpoint/2010/main" val="4139873524"/>
      </p:ext>
    </p:extLst>
  </p:cSld>
  <p:clrMap bg1="lt1" tx1="dk1" bg2="lt2" tx2="dk2" accent1="accent1" accent2="accent2" accent3="accent3" accent4="accent4" accent5="accent5" accent6="accent6" hlink="hlink" folHlink="folHlink"/>
  <p:hf sldNum="0" hdr="0" ftr="0" dt="0"/>
</p:handoutMaster>
</file>

<file path=ppt/notesMasters/_rels/notesMaster1.xml.rels><?xml version="1.0" encoding="UTF-8" standalone="yes"?>
<Relationships xmlns="http://schemas.openxmlformats.org/package/2006/relationships"><Relationship Id="rId1" Type="http://schemas.openxmlformats.org/officeDocument/2006/relationships/theme" Target="../theme/theme3.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163842" name="Rectangle 2"/>
          <p:cNvSpPr>
            <a:spLocks noGrp="1" noChangeArrowheads="1"/>
          </p:cNvSpPr>
          <p:nvPr>
            <p:ph type="hdr" sz="quarter"/>
          </p:nvPr>
        </p:nvSpPr>
        <p:spPr bwMode="auto">
          <a:xfrm>
            <a:off x="0" y="0"/>
            <a:ext cx="2940050" cy="493713"/>
          </a:xfrm>
          <a:prstGeom prst="rect">
            <a:avLst/>
          </a:prstGeom>
          <a:noFill/>
          <a:ln w="9525">
            <a:noFill/>
            <a:miter lim="800000"/>
            <a:headEnd/>
            <a:tailEnd/>
          </a:ln>
          <a:effectLst/>
        </p:spPr>
        <p:txBody>
          <a:bodyPr vert="horz" wrap="square" lIns="93177" tIns="46589" rIns="93177" bIns="46589" numCol="1" anchor="t" anchorCtr="0" compatLnSpc="1">
            <a:prstTxWarp prst="textNoShape">
              <a:avLst/>
            </a:prstTxWarp>
          </a:bodyPr>
          <a:lstStyle>
            <a:lvl1pPr algn="l" defTabSz="931863">
              <a:defRPr sz="1200"/>
            </a:lvl1pPr>
          </a:lstStyle>
          <a:p>
            <a:pPr>
              <a:defRPr/>
            </a:pPr>
            <a:r>
              <a:rPr lang="en-US"/>
              <a:t>IT3503 (ISECA)</a:t>
            </a:r>
          </a:p>
        </p:txBody>
      </p:sp>
      <p:sp>
        <p:nvSpPr>
          <p:cNvPr id="163843" name="Rectangle 3"/>
          <p:cNvSpPr>
            <a:spLocks noGrp="1" noChangeArrowheads="1"/>
          </p:cNvSpPr>
          <p:nvPr>
            <p:ph type="dt" idx="1"/>
          </p:nvPr>
        </p:nvSpPr>
        <p:spPr bwMode="auto">
          <a:xfrm>
            <a:off x="3844925" y="0"/>
            <a:ext cx="2940050" cy="493713"/>
          </a:xfrm>
          <a:prstGeom prst="rect">
            <a:avLst/>
          </a:prstGeom>
          <a:noFill/>
          <a:ln w="9525">
            <a:noFill/>
            <a:miter lim="800000"/>
            <a:headEnd/>
            <a:tailEnd/>
          </a:ln>
          <a:effectLst/>
        </p:spPr>
        <p:txBody>
          <a:bodyPr vert="horz" wrap="square" lIns="93177" tIns="46589" rIns="93177" bIns="46589" numCol="1" anchor="t" anchorCtr="0" compatLnSpc="1">
            <a:prstTxWarp prst="textNoShape">
              <a:avLst/>
            </a:prstTxWarp>
          </a:bodyPr>
          <a:lstStyle>
            <a:lvl1pPr algn="r" defTabSz="931863">
              <a:defRPr sz="1200"/>
            </a:lvl1pPr>
          </a:lstStyle>
          <a:p>
            <a:pPr>
              <a:defRPr/>
            </a:pPr>
            <a:endParaRPr lang="en-US"/>
          </a:p>
        </p:txBody>
      </p:sp>
      <p:sp>
        <p:nvSpPr>
          <p:cNvPr id="69636" name="Rectangle 4"/>
          <p:cNvSpPr>
            <a:spLocks noGrp="1" noRot="1" noChangeAspect="1" noChangeArrowheads="1" noTextEdit="1"/>
          </p:cNvSpPr>
          <p:nvPr>
            <p:ph type="sldImg" idx="2"/>
          </p:nvPr>
        </p:nvSpPr>
        <p:spPr bwMode="auto">
          <a:xfrm>
            <a:off x="928688" y="739775"/>
            <a:ext cx="4927600" cy="3695700"/>
          </a:xfrm>
          <a:prstGeom prst="rect">
            <a:avLst/>
          </a:prstGeom>
          <a:noFill/>
          <a:ln w="9525">
            <a:solidFill>
              <a:srgbClr val="000000"/>
            </a:solidFill>
            <a:miter lim="800000"/>
            <a:headEnd/>
            <a:tailEnd/>
          </a:ln>
        </p:spPr>
      </p:sp>
      <p:sp>
        <p:nvSpPr>
          <p:cNvPr id="163845" name="Rectangle 5"/>
          <p:cNvSpPr>
            <a:spLocks noGrp="1" noChangeArrowheads="1"/>
          </p:cNvSpPr>
          <p:nvPr>
            <p:ph type="body" sz="quarter" idx="3"/>
          </p:nvPr>
        </p:nvSpPr>
        <p:spPr bwMode="auto">
          <a:xfrm>
            <a:off x="904875" y="4683125"/>
            <a:ext cx="4975225" cy="4433888"/>
          </a:xfrm>
          <a:prstGeom prst="rect">
            <a:avLst/>
          </a:prstGeom>
          <a:noFill/>
          <a:ln w="9525">
            <a:noFill/>
            <a:miter lim="800000"/>
            <a:headEnd/>
            <a:tailEnd/>
          </a:ln>
          <a:effectLst/>
        </p:spPr>
        <p:txBody>
          <a:bodyPr vert="horz" wrap="square" lIns="93177" tIns="46589" rIns="93177" bIns="46589" numCol="1" anchor="t" anchorCtr="0" compatLnSpc="1">
            <a:prstTxWarp prst="textNoShape">
              <a:avLst/>
            </a:prstTxWarp>
          </a:bodyPr>
          <a:lstStyle/>
          <a:p>
            <a:pPr lvl="0"/>
            <a:r>
              <a:rPr lang="en-US" noProof="0" smtClean="0"/>
              <a:t>Click to edit Master text styles</a:t>
            </a:r>
          </a:p>
          <a:p>
            <a:pPr lvl="1"/>
            <a:r>
              <a:rPr lang="en-US" noProof="0" smtClean="0"/>
              <a:t>Second level</a:t>
            </a:r>
          </a:p>
          <a:p>
            <a:pPr lvl="2"/>
            <a:r>
              <a:rPr lang="en-US" noProof="0" smtClean="0"/>
              <a:t>Third level</a:t>
            </a:r>
          </a:p>
          <a:p>
            <a:pPr lvl="3"/>
            <a:r>
              <a:rPr lang="en-US" noProof="0" smtClean="0"/>
              <a:t>Fourth level</a:t>
            </a:r>
          </a:p>
          <a:p>
            <a:pPr lvl="4"/>
            <a:r>
              <a:rPr lang="en-US" noProof="0" smtClean="0"/>
              <a:t>Fifth level</a:t>
            </a:r>
          </a:p>
        </p:txBody>
      </p:sp>
      <p:sp>
        <p:nvSpPr>
          <p:cNvPr id="163846" name="Rectangle 6"/>
          <p:cNvSpPr>
            <a:spLocks noGrp="1" noChangeArrowheads="1"/>
          </p:cNvSpPr>
          <p:nvPr>
            <p:ph type="ftr" sz="quarter" idx="4"/>
          </p:nvPr>
        </p:nvSpPr>
        <p:spPr bwMode="auto">
          <a:xfrm>
            <a:off x="0" y="9363075"/>
            <a:ext cx="2940050" cy="493713"/>
          </a:xfrm>
          <a:prstGeom prst="rect">
            <a:avLst/>
          </a:prstGeom>
          <a:noFill/>
          <a:ln w="9525">
            <a:noFill/>
            <a:miter lim="800000"/>
            <a:headEnd/>
            <a:tailEnd/>
          </a:ln>
          <a:effectLst/>
        </p:spPr>
        <p:txBody>
          <a:bodyPr vert="horz" wrap="square" lIns="93177" tIns="46589" rIns="93177" bIns="46589" numCol="1" anchor="b" anchorCtr="0" compatLnSpc="1">
            <a:prstTxWarp prst="textNoShape">
              <a:avLst/>
            </a:prstTxWarp>
          </a:bodyPr>
          <a:lstStyle>
            <a:lvl1pPr algn="l" defTabSz="931863">
              <a:defRPr sz="1200"/>
            </a:lvl1pPr>
          </a:lstStyle>
          <a:p>
            <a:pPr>
              <a:defRPr/>
            </a:pPr>
            <a:endParaRPr lang="en-US"/>
          </a:p>
        </p:txBody>
      </p:sp>
      <p:sp>
        <p:nvSpPr>
          <p:cNvPr id="163847" name="Rectangle 7"/>
          <p:cNvSpPr>
            <a:spLocks noGrp="1" noChangeArrowheads="1"/>
          </p:cNvSpPr>
          <p:nvPr>
            <p:ph type="sldNum" sz="quarter" idx="5"/>
          </p:nvPr>
        </p:nvSpPr>
        <p:spPr bwMode="auto">
          <a:xfrm>
            <a:off x="3844925" y="9363075"/>
            <a:ext cx="2940050" cy="493713"/>
          </a:xfrm>
          <a:prstGeom prst="rect">
            <a:avLst/>
          </a:prstGeom>
          <a:noFill/>
          <a:ln w="9525">
            <a:noFill/>
            <a:miter lim="800000"/>
            <a:headEnd/>
            <a:tailEnd/>
          </a:ln>
          <a:effectLst/>
        </p:spPr>
        <p:txBody>
          <a:bodyPr vert="horz" wrap="square" lIns="93177" tIns="46589" rIns="93177" bIns="46589" numCol="1" anchor="b" anchorCtr="0" compatLnSpc="1">
            <a:prstTxWarp prst="textNoShape">
              <a:avLst/>
            </a:prstTxWarp>
          </a:bodyPr>
          <a:lstStyle>
            <a:lvl1pPr algn="r" defTabSz="931863">
              <a:defRPr sz="1200"/>
            </a:lvl1pPr>
          </a:lstStyle>
          <a:p>
            <a:pPr>
              <a:defRPr/>
            </a:pPr>
            <a:fld id="{CE10E8E4-AE55-4670-932F-910195A84789}" type="slidenum">
              <a:rPr lang="en-US"/>
              <a:pPr>
                <a:defRPr/>
              </a:pPr>
              <a:t>‹#›</a:t>
            </a:fld>
            <a:endParaRPr lang="en-US"/>
          </a:p>
        </p:txBody>
      </p:sp>
    </p:spTree>
    <p:extLst>
      <p:ext uri="{BB962C8B-B14F-4D97-AF65-F5344CB8AC3E}">
        <p14:creationId xmlns:p14="http://schemas.microsoft.com/office/powerpoint/2010/main" val="2761068007"/>
      </p:ext>
    </p:extLst>
  </p:cSld>
  <p:clrMap bg1="lt1" tx1="dk1" bg2="lt2" tx2="dk2" accent1="accent1" accent2="accent2" accent3="accent3" accent4="accent4" accent5="accent5" accent6="accent6" hlink="hlink" folHlink="folHlink"/>
  <p:hf sldNum="0" hdr="0" ftr="0" dt="0"/>
  <p:notesStyle>
    <a:lvl1pPr algn="l" rtl="0" eaLnBrk="0" fontAlgn="base" hangingPunct="0">
      <a:spcBef>
        <a:spcPct val="30000"/>
      </a:spcBef>
      <a:spcAft>
        <a:spcPct val="0"/>
      </a:spcAft>
      <a:defRPr sz="1200" kern="1200">
        <a:solidFill>
          <a:schemeClr val="tx1"/>
        </a:solidFill>
        <a:latin typeface="Times New Roman" pitchFamily="18" charset="0"/>
        <a:ea typeface="+mn-ea"/>
        <a:cs typeface="+mn-cs"/>
      </a:defRPr>
    </a:lvl1pPr>
    <a:lvl2pPr marL="457200" algn="l" rtl="0" eaLnBrk="0" fontAlgn="base" hangingPunct="0">
      <a:spcBef>
        <a:spcPct val="30000"/>
      </a:spcBef>
      <a:spcAft>
        <a:spcPct val="0"/>
      </a:spcAft>
      <a:defRPr sz="1200" kern="1200">
        <a:solidFill>
          <a:schemeClr val="tx1"/>
        </a:solidFill>
        <a:latin typeface="Times New Roman" pitchFamily="18" charset="0"/>
        <a:ea typeface="+mn-ea"/>
        <a:cs typeface="+mn-cs"/>
      </a:defRPr>
    </a:lvl2pPr>
    <a:lvl3pPr marL="914400" algn="l" rtl="0" eaLnBrk="0" fontAlgn="base" hangingPunct="0">
      <a:spcBef>
        <a:spcPct val="30000"/>
      </a:spcBef>
      <a:spcAft>
        <a:spcPct val="0"/>
      </a:spcAft>
      <a:defRPr sz="1200" kern="1200">
        <a:solidFill>
          <a:schemeClr val="tx1"/>
        </a:solidFill>
        <a:latin typeface="Times New Roman" pitchFamily="18" charset="0"/>
        <a:ea typeface="+mn-ea"/>
        <a:cs typeface="+mn-cs"/>
      </a:defRPr>
    </a:lvl3pPr>
    <a:lvl4pPr marL="1371600" algn="l" rtl="0" eaLnBrk="0" fontAlgn="base" hangingPunct="0">
      <a:spcBef>
        <a:spcPct val="30000"/>
      </a:spcBef>
      <a:spcAft>
        <a:spcPct val="0"/>
      </a:spcAft>
      <a:defRPr sz="1200" kern="1200">
        <a:solidFill>
          <a:schemeClr val="tx1"/>
        </a:solidFill>
        <a:latin typeface="Times New Roman" pitchFamily="18" charset="0"/>
        <a:ea typeface="+mn-ea"/>
        <a:cs typeface="+mn-cs"/>
      </a:defRPr>
    </a:lvl4pPr>
    <a:lvl5pPr marL="1828800" algn="l" rtl="0" eaLnBrk="0" fontAlgn="base" hangingPunct="0">
      <a:spcBef>
        <a:spcPct val="30000"/>
      </a:spcBef>
      <a:spcAft>
        <a:spcPct val="0"/>
      </a:spcAft>
      <a:defRPr sz="1200" kern="1200">
        <a:solidFill>
          <a:schemeClr val="tx1"/>
        </a:solidFill>
        <a:latin typeface="Times New Roman" pitchFamily="18" charset="0"/>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16.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17.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19.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20.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21.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22.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24.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25.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0658" name="Slide Image Placeholder 1"/>
          <p:cNvSpPr>
            <a:spLocks noGrp="1" noRot="1" noChangeAspect="1" noTextEdit="1"/>
          </p:cNvSpPr>
          <p:nvPr>
            <p:ph type="sldImg"/>
          </p:nvPr>
        </p:nvSpPr>
        <p:spPr>
          <a:ln/>
        </p:spPr>
      </p:sp>
      <p:sp>
        <p:nvSpPr>
          <p:cNvPr id="70659" name="Notes Placeholder 2"/>
          <p:cNvSpPr>
            <a:spLocks noGrp="1"/>
          </p:cNvSpPr>
          <p:nvPr>
            <p:ph type="body" idx="1"/>
          </p:nvPr>
        </p:nvSpPr>
        <p:spPr>
          <a:noFill/>
          <a:ln/>
        </p:spPr>
        <p:txBody>
          <a:bodyPr/>
          <a:lstStyle/>
          <a:p>
            <a:pPr eaLnBrk="1" hangingPunct="1"/>
            <a:endParaRPr lang="en-US" dirty="0" smtClean="0"/>
          </a:p>
        </p:txBody>
      </p:sp>
      <p:sp>
        <p:nvSpPr>
          <p:cNvPr id="70661" name="Footer Placeholder 4"/>
          <p:cNvSpPr>
            <a:spLocks noGrp="1"/>
          </p:cNvSpPr>
          <p:nvPr>
            <p:ph type="ftr" sz="quarter" idx="4"/>
          </p:nvPr>
        </p:nvSpPr>
        <p:spPr>
          <a:noFill/>
        </p:spPr>
        <p:txBody>
          <a:bodyPr/>
          <a:lstStyle/>
          <a:p>
            <a:r>
              <a:rPr lang="en-US" dirty="0" smtClean="0"/>
              <a:t>Lecture 8</a:t>
            </a:r>
          </a:p>
        </p:txBody>
      </p:sp>
    </p:spTree>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9875" name="Rectangle 2"/>
          <p:cNvSpPr>
            <a:spLocks noGrp="1" noRot="1" noChangeAspect="1" noChangeArrowheads="1" noTextEdit="1"/>
          </p:cNvSpPr>
          <p:nvPr>
            <p:ph type="sldImg"/>
          </p:nvPr>
        </p:nvSpPr>
        <p:spPr>
          <a:ln/>
        </p:spPr>
      </p:sp>
      <p:sp>
        <p:nvSpPr>
          <p:cNvPr id="79876" name="Rectangle 3"/>
          <p:cNvSpPr>
            <a:spLocks noGrp="1" noChangeArrowheads="1"/>
          </p:cNvSpPr>
          <p:nvPr>
            <p:ph type="body" idx="1"/>
          </p:nvPr>
        </p:nvSpPr>
        <p:spPr>
          <a:noFill/>
          <a:ln/>
        </p:spPr>
        <p:txBody>
          <a:bodyPr/>
          <a:lstStyle/>
          <a:p>
            <a:endParaRPr lang="en-GB" dirty="0" smtClean="0"/>
          </a:p>
        </p:txBody>
      </p:sp>
    </p:spTree>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9875" name="Rectangle 2"/>
          <p:cNvSpPr>
            <a:spLocks noGrp="1" noRot="1" noChangeAspect="1" noChangeArrowheads="1" noTextEdit="1"/>
          </p:cNvSpPr>
          <p:nvPr>
            <p:ph type="sldImg"/>
          </p:nvPr>
        </p:nvSpPr>
        <p:spPr>
          <a:ln/>
        </p:spPr>
      </p:sp>
      <p:sp>
        <p:nvSpPr>
          <p:cNvPr id="79876" name="Rectangle 3"/>
          <p:cNvSpPr>
            <a:spLocks noGrp="1" noChangeArrowheads="1"/>
          </p:cNvSpPr>
          <p:nvPr>
            <p:ph type="body" idx="1"/>
          </p:nvPr>
        </p:nvSpPr>
        <p:spPr>
          <a:noFill/>
          <a:ln/>
        </p:spPr>
        <p:txBody>
          <a:bodyPr/>
          <a:lstStyle/>
          <a:p>
            <a:r>
              <a:rPr lang="en-GB" smtClean="0"/>
              <a:t>Countermeasure for poor 802.11 WEP key management is 802.1x and 802.11i Key management for Dynamic WEP</a:t>
            </a:r>
          </a:p>
          <a:p>
            <a:pPr lvl="2"/>
            <a:r>
              <a:rPr lang="en-GB" smtClean="0"/>
              <a:t>Need to improve WEP key management to ensure that different key is used for each encryption/authentication using RC4 stream cipher. Different key input RC4 results in different keystream.</a:t>
            </a:r>
          </a:p>
          <a:p>
            <a:endParaRPr lang="en-GB" smtClean="0"/>
          </a:p>
        </p:txBody>
      </p:sp>
    </p:spTree>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4995" name="Rectangle 2"/>
          <p:cNvSpPr>
            <a:spLocks noGrp="1" noRot="1" noChangeAspect="1" noChangeArrowheads="1" noTextEdit="1"/>
          </p:cNvSpPr>
          <p:nvPr>
            <p:ph type="sldImg"/>
          </p:nvPr>
        </p:nvSpPr>
        <p:spPr>
          <a:ln/>
        </p:spPr>
      </p:sp>
      <p:sp>
        <p:nvSpPr>
          <p:cNvPr id="84996" name="Rectangle 3"/>
          <p:cNvSpPr>
            <a:spLocks noGrp="1" noChangeArrowheads="1"/>
          </p:cNvSpPr>
          <p:nvPr>
            <p:ph type="body" idx="1"/>
          </p:nvPr>
        </p:nvSpPr>
        <p:spPr>
          <a:noFill/>
          <a:ln/>
        </p:spPr>
        <p:txBody>
          <a:bodyPr/>
          <a:lstStyle/>
          <a:p>
            <a:r>
              <a:rPr lang="en-GB" sz="1400" smtClean="0"/>
              <a:t>Uses a stopgap measure called TKIP (Temporal Key Integrity Protocol)</a:t>
            </a:r>
          </a:p>
          <a:p>
            <a:endParaRPr lang="en-US" smtClean="0"/>
          </a:p>
        </p:txBody>
      </p:sp>
    </p:spTree>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4995" name="Rectangle 2"/>
          <p:cNvSpPr>
            <a:spLocks noGrp="1" noRot="1" noChangeAspect="1" noChangeArrowheads="1" noTextEdit="1"/>
          </p:cNvSpPr>
          <p:nvPr>
            <p:ph type="sldImg"/>
          </p:nvPr>
        </p:nvSpPr>
        <p:spPr>
          <a:ln/>
        </p:spPr>
      </p:sp>
      <p:sp>
        <p:nvSpPr>
          <p:cNvPr id="84996" name="Rectangle 3"/>
          <p:cNvSpPr>
            <a:spLocks noGrp="1" noChangeArrowheads="1"/>
          </p:cNvSpPr>
          <p:nvPr>
            <p:ph type="body" idx="1"/>
          </p:nvPr>
        </p:nvSpPr>
        <p:spPr>
          <a:noFill/>
          <a:ln/>
        </p:spPr>
        <p:txBody>
          <a:bodyPr/>
          <a:lstStyle/>
          <a:p>
            <a:r>
              <a:rPr lang="en-GB" sz="1400" smtClean="0"/>
              <a:t>Uses a stopgap measure called TKIP (Temporal Key Integrity Protocol)</a:t>
            </a:r>
          </a:p>
          <a:p>
            <a:endParaRPr lang="en-US" smtClean="0"/>
          </a:p>
        </p:txBody>
      </p:sp>
    </p:spTree>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8067" name="Rectangle 2"/>
          <p:cNvSpPr>
            <a:spLocks noGrp="1" noRot="1" noChangeAspect="1" noChangeArrowheads="1" noTextEdit="1"/>
          </p:cNvSpPr>
          <p:nvPr>
            <p:ph type="sldImg"/>
          </p:nvPr>
        </p:nvSpPr>
        <p:spPr>
          <a:ln/>
        </p:spPr>
      </p:sp>
      <p:sp>
        <p:nvSpPr>
          <p:cNvPr id="88068" name="Rectangle 3"/>
          <p:cNvSpPr>
            <a:spLocks noGrp="1" noChangeArrowheads="1"/>
          </p:cNvSpPr>
          <p:nvPr>
            <p:ph type="body" idx="1"/>
          </p:nvPr>
        </p:nvSpPr>
        <p:spPr>
          <a:noFill/>
          <a:ln/>
        </p:spPr>
        <p:txBody>
          <a:bodyPr/>
          <a:lstStyle/>
          <a:p>
            <a:pPr>
              <a:lnSpc>
                <a:spcPct val="80000"/>
              </a:lnSpc>
            </a:pPr>
            <a:r>
              <a:rPr lang="en-GB" sz="700" smtClean="0"/>
              <a:t>TKIP Sequence counter or TSC. IV doubles up as a sequence counter to help detect replay attack</a:t>
            </a:r>
          </a:p>
        </p:txBody>
      </p:sp>
    </p:spTree>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8067" name="Rectangle 2"/>
          <p:cNvSpPr>
            <a:spLocks noGrp="1" noRot="1" noChangeAspect="1" noChangeArrowheads="1" noTextEdit="1"/>
          </p:cNvSpPr>
          <p:nvPr>
            <p:ph type="sldImg"/>
          </p:nvPr>
        </p:nvSpPr>
        <p:spPr>
          <a:ln/>
        </p:spPr>
      </p:sp>
      <p:sp>
        <p:nvSpPr>
          <p:cNvPr id="88068" name="Rectangle 3"/>
          <p:cNvSpPr>
            <a:spLocks noGrp="1" noChangeArrowheads="1"/>
          </p:cNvSpPr>
          <p:nvPr>
            <p:ph type="body" idx="1"/>
          </p:nvPr>
        </p:nvSpPr>
        <p:spPr>
          <a:noFill/>
          <a:ln/>
        </p:spPr>
        <p:txBody>
          <a:bodyPr/>
          <a:lstStyle/>
          <a:p>
            <a:pPr>
              <a:lnSpc>
                <a:spcPct val="80000"/>
              </a:lnSpc>
            </a:pPr>
            <a:r>
              <a:rPr lang="en-GB" sz="700" smtClean="0"/>
              <a:t>TKIP Sequence counter or TSC. IV doubles up as a sequence counter to help detect replay attack</a:t>
            </a:r>
          </a:p>
        </p:txBody>
      </p:sp>
    </p:spTree>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1139" name="Rectangle 2"/>
          <p:cNvSpPr>
            <a:spLocks noGrp="1" noRot="1" noChangeAspect="1" noChangeArrowheads="1" noTextEdit="1"/>
          </p:cNvSpPr>
          <p:nvPr>
            <p:ph type="sldImg"/>
          </p:nvPr>
        </p:nvSpPr>
        <p:spPr>
          <a:ln/>
        </p:spPr>
      </p:sp>
      <p:sp>
        <p:nvSpPr>
          <p:cNvPr id="91140" name="Rectangle 3"/>
          <p:cNvSpPr>
            <a:spLocks noGrp="1" noChangeArrowheads="1"/>
          </p:cNvSpPr>
          <p:nvPr>
            <p:ph type="body" idx="1"/>
          </p:nvPr>
        </p:nvSpPr>
        <p:spPr>
          <a:noFill/>
          <a:ln/>
        </p:spPr>
        <p:txBody>
          <a:bodyPr/>
          <a:lstStyle/>
          <a:p>
            <a:endParaRPr lang="en-GB" sz="800" smtClean="0"/>
          </a:p>
        </p:txBody>
      </p:sp>
    </p:spTree>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1139" name="Rectangle 2"/>
          <p:cNvSpPr>
            <a:spLocks noGrp="1" noRot="1" noChangeAspect="1" noChangeArrowheads="1" noTextEdit="1"/>
          </p:cNvSpPr>
          <p:nvPr>
            <p:ph type="sldImg"/>
          </p:nvPr>
        </p:nvSpPr>
        <p:spPr>
          <a:ln/>
        </p:spPr>
      </p:sp>
      <p:sp>
        <p:nvSpPr>
          <p:cNvPr id="91140" name="Rectangle 3"/>
          <p:cNvSpPr>
            <a:spLocks noGrp="1" noChangeArrowheads="1"/>
          </p:cNvSpPr>
          <p:nvPr>
            <p:ph type="body" idx="1"/>
          </p:nvPr>
        </p:nvSpPr>
        <p:spPr>
          <a:noFill/>
          <a:ln/>
        </p:spPr>
        <p:txBody>
          <a:bodyPr/>
          <a:lstStyle/>
          <a:p>
            <a:endParaRPr lang="en-GB" sz="800" smtClean="0"/>
          </a:p>
        </p:txBody>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5.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6.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7.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8.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9.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0.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1.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2.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3.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4.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5.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6.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7.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dirty="0" smtClean="0"/>
              <a:t>Click to edit Master title style</a:t>
            </a:r>
            <a:endParaRPr lang="en-US" dirty="0"/>
          </a:p>
        </p:txBody>
      </p:sp>
      <p:sp>
        <p:nvSpPr>
          <p:cNvPr id="3" name="Subtitle 2"/>
          <p:cNvSpPr>
            <a:spLocks noGrp="1"/>
          </p:cNvSpPr>
          <p:nvPr>
            <p:ph type="subTitle" idx="1"/>
          </p:nvPr>
        </p:nvSpPr>
        <p:spPr>
          <a:xfrm>
            <a:off x="1371600" y="3886200"/>
            <a:ext cx="6400800" cy="1752600"/>
          </a:xfrm>
        </p:spPr>
        <p:txBody>
          <a:bodyPr/>
          <a:lstStyle>
            <a:lvl1pPr marL="0" indent="0" algn="ctr">
              <a:buNone/>
              <a:defRPr/>
            </a:lvl1pPr>
            <a:lvl2pPr marL="457200" indent="0" algn="ctr">
              <a:buNone/>
              <a:defRPr/>
            </a:lvl2pPr>
            <a:lvl3pPr marL="914400" indent="0" algn="ctr">
              <a:buNone/>
              <a:defRPr/>
            </a:lvl3pPr>
            <a:lvl4pPr marL="1371600" indent="0" algn="ctr">
              <a:buNone/>
              <a:defRPr/>
            </a:lvl4pPr>
            <a:lvl5pPr marL="1828800" indent="0" algn="ctr">
              <a:buNone/>
              <a:defRPr/>
            </a:lvl5pPr>
            <a:lvl6pPr marL="2286000" indent="0" algn="ctr">
              <a:buNone/>
              <a:defRPr/>
            </a:lvl6pPr>
            <a:lvl7pPr marL="2743200" indent="0" algn="ctr">
              <a:buNone/>
              <a:defRPr/>
            </a:lvl7pPr>
            <a:lvl8pPr marL="3200400" indent="0" algn="ctr">
              <a:buNone/>
              <a:defRPr/>
            </a:lvl8pPr>
            <a:lvl9pPr marL="3657600" indent="0" algn="ctr">
              <a:buNone/>
              <a:defRPr/>
            </a:lvl9pPr>
          </a:lstStyle>
          <a:p>
            <a:r>
              <a:rPr lang="en-US" smtClean="0"/>
              <a:t>Click to edit Master subtitle style</a:t>
            </a:r>
            <a:endParaRPr lang="en-US"/>
          </a:p>
        </p:txBody>
      </p:sp>
      <p:sp>
        <p:nvSpPr>
          <p:cNvPr id="4" name="Rectangle 5"/>
          <p:cNvSpPr>
            <a:spLocks noGrp="1" noChangeArrowheads="1"/>
          </p:cNvSpPr>
          <p:nvPr>
            <p:ph type="ftr" sz="quarter" idx="10"/>
          </p:nvPr>
        </p:nvSpPr>
        <p:spPr/>
        <p:txBody>
          <a:bodyPr/>
          <a:lstStyle>
            <a:lvl1pPr>
              <a:defRPr/>
            </a:lvl1pPr>
          </a:lstStyle>
          <a:p>
            <a:pPr>
              <a:defRPr/>
            </a:pPr>
            <a:endParaRPr lang="en-US"/>
          </a:p>
        </p:txBody>
      </p:sp>
      <p:sp>
        <p:nvSpPr>
          <p:cNvPr id="5" name="Rectangle 6"/>
          <p:cNvSpPr>
            <a:spLocks noGrp="1" noChangeArrowheads="1"/>
          </p:cNvSpPr>
          <p:nvPr>
            <p:ph type="sldNum" sz="quarter" idx="11"/>
          </p:nvPr>
        </p:nvSpPr>
        <p:spPr/>
        <p:txBody>
          <a:bodyPr/>
          <a:lstStyle>
            <a:lvl1pPr>
              <a:defRPr/>
            </a:lvl1pPr>
          </a:lstStyle>
          <a:p>
            <a:pPr>
              <a:defRPr/>
            </a:pPr>
            <a:fld id="{39522438-5AC1-4B6F-B1EC-9B65C33222B6}" type="slidenum">
              <a:rPr lang="en-US"/>
              <a:pPr>
                <a:defRPr/>
              </a:pPr>
              <a:t>‹#›</a:t>
            </a:fld>
            <a:endParaRPr lang="en-US"/>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a:xfrm>
            <a:off x="285720" y="214290"/>
            <a:ext cx="8501122" cy="533400"/>
          </a:xfrm>
        </p:spPr>
        <p:txBody>
          <a:bodyPr/>
          <a:lstStyle/>
          <a:p>
            <a:r>
              <a:rPr lang="en-US" dirty="0" smtClean="0"/>
              <a:t>Click to edit Master title style</a:t>
            </a:r>
            <a:endParaRPr lang="en-US" dirty="0"/>
          </a:p>
        </p:txBody>
      </p:sp>
      <p:sp>
        <p:nvSpPr>
          <p:cNvPr id="3" name="Content Placeholder 2"/>
          <p:cNvSpPr>
            <a:spLocks noGrp="1"/>
          </p:cNvSpPr>
          <p:nvPr>
            <p:ph idx="1"/>
          </p:nvPr>
        </p:nvSpPr>
        <p:spPr>
          <a:xfrm>
            <a:off x="285720" y="1285860"/>
            <a:ext cx="8572560" cy="5000660"/>
          </a:xfrm>
        </p:spPr>
        <p:txBody>
          <a:bodyPr/>
          <a:lstStyle/>
          <a:p>
            <a:pPr lvl="0"/>
            <a:r>
              <a:rPr lang="en-US" dirty="0" smtClean="0"/>
              <a:t>Click to edit Master text styles</a:t>
            </a:r>
          </a:p>
          <a:p>
            <a:pPr lvl="1"/>
            <a:r>
              <a:rPr lang="en-US" dirty="0" smtClean="0"/>
              <a:t>Second level</a:t>
            </a:r>
          </a:p>
          <a:p>
            <a:pPr lvl="2"/>
            <a:r>
              <a:rPr lang="en-US" dirty="0" smtClean="0"/>
              <a:t>Third level</a:t>
            </a:r>
          </a:p>
          <a:p>
            <a:pPr lvl="3"/>
            <a:r>
              <a:rPr lang="en-US" dirty="0" smtClean="0"/>
              <a:t>Fourth level</a:t>
            </a:r>
          </a:p>
          <a:p>
            <a:pPr lvl="4"/>
            <a:r>
              <a:rPr lang="en-US" dirty="0" smtClean="0"/>
              <a:t>Fifth level</a:t>
            </a:r>
            <a:endParaRPr lang="en-US" dirty="0"/>
          </a:p>
        </p:txBody>
      </p:sp>
      <p:sp>
        <p:nvSpPr>
          <p:cNvPr id="4" name="Rectangle 5"/>
          <p:cNvSpPr>
            <a:spLocks noGrp="1" noChangeArrowheads="1"/>
          </p:cNvSpPr>
          <p:nvPr>
            <p:ph type="ftr" sz="quarter" idx="10"/>
          </p:nvPr>
        </p:nvSpPr>
        <p:spPr>
          <a:xfrm>
            <a:off x="185738" y="6400800"/>
            <a:ext cx="2028825" cy="457200"/>
          </a:xfrm>
        </p:spPr>
        <p:txBody>
          <a:bodyPr/>
          <a:lstStyle>
            <a:lvl1pPr>
              <a:defRPr/>
            </a:lvl1pPr>
          </a:lstStyle>
          <a:p>
            <a:pPr>
              <a:defRPr/>
            </a:pPr>
            <a:endParaRPr lang="en-US"/>
          </a:p>
        </p:txBody>
      </p:sp>
      <p:sp>
        <p:nvSpPr>
          <p:cNvPr id="5" name="Rectangle 6"/>
          <p:cNvSpPr>
            <a:spLocks noGrp="1" noChangeArrowheads="1"/>
          </p:cNvSpPr>
          <p:nvPr>
            <p:ph type="sldNum" sz="quarter" idx="11"/>
          </p:nvPr>
        </p:nvSpPr>
        <p:spPr/>
        <p:txBody>
          <a:bodyPr/>
          <a:lstStyle>
            <a:lvl1pPr>
              <a:defRPr/>
            </a:lvl1pPr>
          </a:lstStyle>
          <a:p>
            <a:pPr>
              <a:defRPr/>
            </a:pPr>
            <a:fld id="{945E7CC2-7937-497E-96F0-E007C30FFB03}" type="slidenum">
              <a:rPr lang="en-US"/>
              <a:pPr>
                <a:defRPr/>
              </a:pPr>
              <a:t>‹#›</a:t>
            </a:fld>
            <a:endParaRPr lang="en-US"/>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lvl1pPr>
            <a:lvl2pPr marL="457200" indent="0">
              <a:buNone/>
              <a:defRPr sz="1800"/>
            </a:lvl2pPr>
            <a:lvl3pPr marL="914400" indent="0">
              <a:buNone/>
              <a:defRPr sz="1600"/>
            </a:lvl3pPr>
            <a:lvl4pPr marL="1371600" indent="0">
              <a:buNone/>
              <a:defRPr sz="1400"/>
            </a:lvl4pPr>
            <a:lvl5pPr marL="1828800" indent="0">
              <a:buNone/>
              <a:defRPr sz="1400"/>
            </a:lvl5pPr>
            <a:lvl6pPr marL="2286000" indent="0">
              <a:buNone/>
              <a:defRPr sz="1400"/>
            </a:lvl6pPr>
            <a:lvl7pPr marL="2743200" indent="0">
              <a:buNone/>
              <a:defRPr sz="1400"/>
            </a:lvl7pPr>
            <a:lvl8pPr marL="3200400" indent="0">
              <a:buNone/>
              <a:defRPr sz="1400"/>
            </a:lvl8pPr>
            <a:lvl9pPr marL="3657600" indent="0">
              <a:buNone/>
              <a:defRPr sz="1400"/>
            </a:lvl9pPr>
          </a:lstStyle>
          <a:p>
            <a:pPr lvl="0"/>
            <a:r>
              <a:rPr lang="en-US" smtClean="0"/>
              <a:t>Click to edit Master text styles</a:t>
            </a:r>
          </a:p>
        </p:txBody>
      </p:sp>
      <p:sp>
        <p:nvSpPr>
          <p:cNvPr id="4" name="Rectangle 4"/>
          <p:cNvSpPr>
            <a:spLocks noGrp="1" noChangeArrowheads="1"/>
          </p:cNvSpPr>
          <p:nvPr>
            <p:ph type="dt" sz="half" idx="10"/>
          </p:nvPr>
        </p:nvSpPr>
        <p:spPr>
          <a:xfrm>
            <a:off x="0" y="6400800"/>
            <a:ext cx="1905000" cy="457200"/>
          </a:xfrm>
          <a:prstGeom prst="rect">
            <a:avLst/>
          </a:prstGeom>
        </p:spPr>
        <p:txBody>
          <a:bodyPr/>
          <a:lstStyle>
            <a:lvl1pPr>
              <a:defRPr/>
            </a:lvl1pPr>
          </a:lstStyle>
          <a:p>
            <a:pPr>
              <a:defRPr/>
            </a:pPr>
            <a:fld id="{A36EEB37-37C4-4968-869B-D672F375B377}" type="datetime1">
              <a:rPr lang="en-SG" smtClean="0"/>
              <a:t>16/1/2018</a:t>
            </a:fld>
            <a:endParaRPr lang="en-US"/>
          </a:p>
        </p:txBody>
      </p:sp>
      <p:sp>
        <p:nvSpPr>
          <p:cNvPr id="5" name="Rectangle 5"/>
          <p:cNvSpPr>
            <a:spLocks noGrp="1" noChangeArrowheads="1"/>
          </p:cNvSpPr>
          <p:nvPr>
            <p:ph type="ftr" sz="quarter" idx="11"/>
          </p:nvPr>
        </p:nvSpPr>
        <p:spPr>
          <a:xfrm>
            <a:off x="2057400" y="6400800"/>
            <a:ext cx="5029200" cy="457200"/>
          </a:xfrm>
        </p:spPr>
        <p:txBody>
          <a:bodyPr/>
          <a:lstStyle>
            <a:lvl1pPr>
              <a:defRPr/>
            </a:lvl1pPr>
          </a:lstStyle>
          <a:p>
            <a:pPr>
              <a:defRPr/>
            </a:pPr>
            <a:endParaRPr lang="en-US"/>
          </a:p>
        </p:txBody>
      </p:sp>
      <p:sp>
        <p:nvSpPr>
          <p:cNvPr id="6" name="Rectangle 6"/>
          <p:cNvSpPr>
            <a:spLocks noGrp="1" noChangeArrowheads="1"/>
          </p:cNvSpPr>
          <p:nvPr>
            <p:ph type="sldNum" sz="quarter" idx="12"/>
          </p:nvPr>
        </p:nvSpPr>
        <p:spPr>
          <a:xfrm>
            <a:off x="7239000" y="6400800"/>
            <a:ext cx="1905000" cy="457200"/>
          </a:xfrm>
        </p:spPr>
        <p:txBody>
          <a:bodyPr/>
          <a:lstStyle>
            <a:lvl1pPr>
              <a:defRPr/>
            </a:lvl1pPr>
          </a:lstStyle>
          <a:p>
            <a:pPr>
              <a:defRPr/>
            </a:pPr>
            <a:fld id="{F4D880A9-6E8F-4F99-971C-6090AFC85FCA}" type="slidenum">
              <a:rPr lang="en-US"/>
              <a:pPr>
                <a:defRPr/>
              </a:pPr>
              <a:t>‹#›</a:t>
            </a:fld>
            <a:endParaRPr lang="en-US"/>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685800" y="1524000"/>
            <a:ext cx="3810000" cy="4572000"/>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524000"/>
            <a:ext cx="3810000" cy="4572000"/>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Rectangle 6"/>
          <p:cNvSpPr>
            <a:spLocks noGrp="1" noChangeArrowheads="1"/>
          </p:cNvSpPr>
          <p:nvPr>
            <p:ph type="dt" sz="half" idx="10"/>
          </p:nvPr>
        </p:nvSpPr>
        <p:spPr>
          <a:xfrm>
            <a:off x="0" y="6400800"/>
            <a:ext cx="1905000" cy="457200"/>
          </a:xfrm>
          <a:prstGeom prst="rect">
            <a:avLst/>
          </a:prstGeom>
        </p:spPr>
        <p:txBody>
          <a:bodyPr/>
          <a:lstStyle>
            <a:lvl1pPr>
              <a:defRPr/>
            </a:lvl1pPr>
          </a:lstStyle>
          <a:p>
            <a:pPr>
              <a:defRPr/>
            </a:pPr>
            <a:fld id="{24D25D40-A326-455D-A9C0-3AF3DD8A92A3}" type="datetime1">
              <a:rPr lang="en-SG" smtClean="0"/>
              <a:t>16/1/2018</a:t>
            </a:fld>
            <a:endParaRPr lang="en-US"/>
          </a:p>
        </p:txBody>
      </p:sp>
      <p:sp>
        <p:nvSpPr>
          <p:cNvPr id="6" name="Rectangle 7"/>
          <p:cNvSpPr>
            <a:spLocks noGrp="1" noChangeArrowheads="1"/>
          </p:cNvSpPr>
          <p:nvPr>
            <p:ph type="ftr" sz="quarter" idx="11"/>
          </p:nvPr>
        </p:nvSpPr>
        <p:spPr>
          <a:xfrm>
            <a:off x="2057400" y="6400800"/>
            <a:ext cx="5029200" cy="457200"/>
          </a:xfrm>
        </p:spPr>
        <p:txBody>
          <a:bodyPr/>
          <a:lstStyle>
            <a:lvl1pPr>
              <a:defRPr/>
            </a:lvl1pPr>
          </a:lstStyle>
          <a:p>
            <a:pPr>
              <a:defRPr/>
            </a:pPr>
            <a:endParaRPr lang="en-US"/>
          </a:p>
        </p:txBody>
      </p:sp>
      <p:sp>
        <p:nvSpPr>
          <p:cNvPr id="7" name="Rectangle 8"/>
          <p:cNvSpPr>
            <a:spLocks noGrp="1" noChangeArrowheads="1"/>
          </p:cNvSpPr>
          <p:nvPr>
            <p:ph type="sldNum" sz="quarter" idx="12"/>
          </p:nvPr>
        </p:nvSpPr>
        <p:spPr>
          <a:xfrm>
            <a:off x="7239000" y="6400800"/>
            <a:ext cx="1905000" cy="457200"/>
          </a:xfrm>
        </p:spPr>
        <p:txBody>
          <a:bodyPr/>
          <a:lstStyle>
            <a:lvl1pPr>
              <a:defRPr/>
            </a:lvl1pPr>
          </a:lstStyle>
          <a:p>
            <a:pPr>
              <a:defRPr/>
            </a:pPr>
            <a:fld id="{AEE58E2C-FFC5-4F9B-A732-2E28FF2E66FA}" type="slidenum">
              <a:rPr lang="en-US"/>
              <a:pPr>
                <a:defRPr/>
              </a:pPr>
              <a:t>‹#›</a:t>
            </a:fld>
            <a:endParaRPr lang="en-US"/>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4638"/>
            <a:ext cx="8229600" cy="1143000"/>
          </a:xfrm>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Rectangle 4"/>
          <p:cNvSpPr>
            <a:spLocks noGrp="1" noChangeArrowheads="1"/>
          </p:cNvSpPr>
          <p:nvPr>
            <p:ph type="dt" sz="half" idx="10"/>
          </p:nvPr>
        </p:nvSpPr>
        <p:spPr>
          <a:xfrm>
            <a:off x="0" y="6400800"/>
            <a:ext cx="1905000" cy="457200"/>
          </a:xfrm>
          <a:prstGeom prst="rect">
            <a:avLst/>
          </a:prstGeom>
        </p:spPr>
        <p:txBody>
          <a:bodyPr/>
          <a:lstStyle>
            <a:lvl1pPr>
              <a:defRPr/>
            </a:lvl1pPr>
          </a:lstStyle>
          <a:p>
            <a:pPr>
              <a:defRPr/>
            </a:pPr>
            <a:fld id="{EF148DC8-AA74-42D1-AA51-A9C9031F1FD0}" type="datetime1">
              <a:rPr lang="en-SG" smtClean="0"/>
              <a:t>16/1/2018</a:t>
            </a:fld>
            <a:endParaRPr lang="en-US"/>
          </a:p>
        </p:txBody>
      </p:sp>
      <p:sp>
        <p:nvSpPr>
          <p:cNvPr id="8" name="Rectangle 5"/>
          <p:cNvSpPr>
            <a:spLocks noGrp="1" noChangeArrowheads="1"/>
          </p:cNvSpPr>
          <p:nvPr>
            <p:ph type="ftr" sz="quarter" idx="11"/>
          </p:nvPr>
        </p:nvSpPr>
        <p:spPr>
          <a:xfrm>
            <a:off x="2057400" y="6400800"/>
            <a:ext cx="5029200" cy="457200"/>
          </a:xfrm>
        </p:spPr>
        <p:txBody>
          <a:bodyPr/>
          <a:lstStyle>
            <a:lvl1pPr>
              <a:defRPr/>
            </a:lvl1pPr>
          </a:lstStyle>
          <a:p>
            <a:pPr>
              <a:defRPr/>
            </a:pPr>
            <a:endParaRPr lang="en-US"/>
          </a:p>
        </p:txBody>
      </p:sp>
      <p:sp>
        <p:nvSpPr>
          <p:cNvPr id="9" name="Rectangle 6"/>
          <p:cNvSpPr>
            <a:spLocks noGrp="1" noChangeArrowheads="1"/>
          </p:cNvSpPr>
          <p:nvPr>
            <p:ph type="sldNum" sz="quarter" idx="12"/>
          </p:nvPr>
        </p:nvSpPr>
        <p:spPr>
          <a:xfrm>
            <a:off x="7239000" y="6400800"/>
            <a:ext cx="1905000" cy="457200"/>
          </a:xfrm>
        </p:spPr>
        <p:txBody>
          <a:bodyPr/>
          <a:lstStyle>
            <a:lvl1pPr>
              <a:defRPr/>
            </a:lvl1pPr>
          </a:lstStyle>
          <a:p>
            <a:pPr>
              <a:defRPr/>
            </a:pPr>
            <a:fld id="{69A208D4-97A7-4B38-8AEA-0AEEF2F14EB3}" type="slidenum">
              <a:rPr lang="en-US"/>
              <a:pPr>
                <a:defRPr/>
              </a:pPr>
              <a:t>‹#›</a:t>
            </a:fld>
            <a:endParaRPr lang="en-US"/>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Rectangle 4"/>
          <p:cNvSpPr>
            <a:spLocks noGrp="1" noChangeArrowheads="1"/>
          </p:cNvSpPr>
          <p:nvPr>
            <p:ph type="dt" sz="half" idx="10"/>
          </p:nvPr>
        </p:nvSpPr>
        <p:spPr>
          <a:xfrm>
            <a:off x="0" y="6400800"/>
            <a:ext cx="1905000" cy="457200"/>
          </a:xfrm>
          <a:prstGeom prst="rect">
            <a:avLst/>
          </a:prstGeom>
        </p:spPr>
        <p:txBody>
          <a:bodyPr/>
          <a:lstStyle>
            <a:lvl1pPr>
              <a:defRPr/>
            </a:lvl1pPr>
          </a:lstStyle>
          <a:p>
            <a:pPr>
              <a:defRPr/>
            </a:pPr>
            <a:fld id="{0983A7FC-D96A-45EE-A2F5-A34DF8918B02}" type="datetime1">
              <a:rPr lang="en-SG" smtClean="0"/>
              <a:t>16/1/2018</a:t>
            </a:fld>
            <a:endParaRPr lang="en-US"/>
          </a:p>
        </p:txBody>
      </p:sp>
      <p:sp>
        <p:nvSpPr>
          <p:cNvPr id="4" name="Rectangle 5"/>
          <p:cNvSpPr>
            <a:spLocks noGrp="1" noChangeArrowheads="1"/>
          </p:cNvSpPr>
          <p:nvPr>
            <p:ph type="ftr" sz="quarter" idx="11"/>
          </p:nvPr>
        </p:nvSpPr>
        <p:spPr>
          <a:xfrm>
            <a:off x="2057400" y="6400800"/>
            <a:ext cx="5029200" cy="457200"/>
          </a:xfrm>
        </p:spPr>
        <p:txBody>
          <a:bodyPr/>
          <a:lstStyle>
            <a:lvl1pPr>
              <a:defRPr/>
            </a:lvl1pPr>
          </a:lstStyle>
          <a:p>
            <a:pPr>
              <a:defRPr/>
            </a:pPr>
            <a:endParaRPr lang="en-US"/>
          </a:p>
        </p:txBody>
      </p:sp>
      <p:sp>
        <p:nvSpPr>
          <p:cNvPr id="5" name="Rectangle 6"/>
          <p:cNvSpPr>
            <a:spLocks noGrp="1" noChangeArrowheads="1"/>
          </p:cNvSpPr>
          <p:nvPr>
            <p:ph type="sldNum" sz="quarter" idx="12"/>
          </p:nvPr>
        </p:nvSpPr>
        <p:spPr>
          <a:xfrm>
            <a:off x="7239000" y="6400800"/>
            <a:ext cx="1905000" cy="457200"/>
          </a:xfrm>
        </p:spPr>
        <p:txBody>
          <a:bodyPr/>
          <a:lstStyle>
            <a:lvl1pPr>
              <a:defRPr/>
            </a:lvl1pPr>
          </a:lstStyle>
          <a:p>
            <a:pPr>
              <a:defRPr/>
            </a:pPr>
            <a:fld id="{51FF8392-828F-4E16-96F5-56CCE1A0406F}" type="slidenum">
              <a:rPr lang="en-US"/>
              <a:pPr>
                <a:defRPr/>
              </a:pPr>
              <a:t>‹#›</a:t>
            </a:fld>
            <a:endParaRPr lang="en-US"/>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Rectangle 4"/>
          <p:cNvSpPr>
            <a:spLocks noGrp="1" noChangeArrowheads="1"/>
          </p:cNvSpPr>
          <p:nvPr>
            <p:ph type="dt" sz="half" idx="10"/>
          </p:nvPr>
        </p:nvSpPr>
        <p:spPr>
          <a:xfrm>
            <a:off x="0" y="6400800"/>
            <a:ext cx="1905000" cy="457200"/>
          </a:xfrm>
          <a:prstGeom prst="rect">
            <a:avLst/>
          </a:prstGeom>
        </p:spPr>
        <p:txBody>
          <a:bodyPr/>
          <a:lstStyle>
            <a:lvl1pPr>
              <a:defRPr/>
            </a:lvl1pPr>
          </a:lstStyle>
          <a:p>
            <a:pPr>
              <a:defRPr/>
            </a:pPr>
            <a:fld id="{155DFFD3-1D2E-4F72-9F47-4792F7FDE653}" type="datetime1">
              <a:rPr lang="en-SG" smtClean="0"/>
              <a:t>16/1/2018</a:t>
            </a:fld>
            <a:endParaRPr lang="en-US"/>
          </a:p>
        </p:txBody>
      </p:sp>
      <p:sp>
        <p:nvSpPr>
          <p:cNvPr id="3" name="Rectangle 5"/>
          <p:cNvSpPr>
            <a:spLocks noGrp="1" noChangeArrowheads="1"/>
          </p:cNvSpPr>
          <p:nvPr>
            <p:ph type="ftr" sz="quarter" idx="11"/>
          </p:nvPr>
        </p:nvSpPr>
        <p:spPr>
          <a:xfrm>
            <a:off x="2057400" y="6400800"/>
            <a:ext cx="5029200" cy="457200"/>
          </a:xfrm>
        </p:spPr>
        <p:txBody>
          <a:bodyPr/>
          <a:lstStyle>
            <a:lvl1pPr>
              <a:defRPr/>
            </a:lvl1pPr>
          </a:lstStyle>
          <a:p>
            <a:pPr>
              <a:defRPr/>
            </a:pPr>
            <a:endParaRPr lang="en-US"/>
          </a:p>
        </p:txBody>
      </p:sp>
      <p:sp>
        <p:nvSpPr>
          <p:cNvPr id="4" name="Rectangle 6"/>
          <p:cNvSpPr>
            <a:spLocks noGrp="1" noChangeArrowheads="1"/>
          </p:cNvSpPr>
          <p:nvPr>
            <p:ph type="sldNum" sz="quarter" idx="12"/>
          </p:nvPr>
        </p:nvSpPr>
        <p:spPr>
          <a:xfrm>
            <a:off x="7239000" y="6400800"/>
            <a:ext cx="1905000" cy="457200"/>
          </a:xfrm>
        </p:spPr>
        <p:txBody>
          <a:bodyPr/>
          <a:lstStyle>
            <a:lvl1pPr>
              <a:defRPr/>
            </a:lvl1pPr>
          </a:lstStyle>
          <a:p>
            <a:pPr>
              <a:defRPr/>
            </a:pPr>
            <a:fld id="{80BAA8D2-C880-4D95-98F2-B77B0F6F026B}" type="slidenum">
              <a:rPr lang="en-US"/>
              <a:pPr>
                <a:defRPr/>
              </a:pPr>
              <a:t>‹#›</a:t>
            </a:fld>
            <a:endParaRPr lang="en-US"/>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Rectangle 6"/>
          <p:cNvSpPr>
            <a:spLocks noGrp="1" noChangeArrowheads="1"/>
          </p:cNvSpPr>
          <p:nvPr>
            <p:ph type="dt" sz="half" idx="10"/>
          </p:nvPr>
        </p:nvSpPr>
        <p:spPr>
          <a:xfrm>
            <a:off x="0" y="6400800"/>
            <a:ext cx="1905000" cy="457200"/>
          </a:xfrm>
          <a:prstGeom prst="rect">
            <a:avLst/>
          </a:prstGeom>
        </p:spPr>
        <p:txBody>
          <a:bodyPr/>
          <a:lstStyle>
            <a:lvl1pPr>
              <a:defRPr/>
            </a:lvl1pPr>
          </a:lstStyle>
          <a:p>
            <a:pPr>
              <a:defRPr/>
            </a:pPr>
            <a:fld id="{D6E50F0D-4DF5-49CE-8A59-456512E7CC41}" type="datetime1">
              <a:rPr lang="en-SG" smtClean="0"/>
              <a:t>16/1/2018</a:t>
            </a:fld>
            <a:endParaRPr lang="en-US"/>
          </a:p>
        </p:txBody>
      </p:sp>
      <p:sp>
        <p:nvSpPr>
          <p:cNvPr id="6" name="Rectangle 7"/>
          <p:cNvSpPr>
            <a:spLocks noGrp="1" noChangeArrowheads="1"/>
          </p:cNvSpPr>
          <p:nvPr>
            <p:ph type="ftr" sz="quarter" idx="11"/>
          </p:nvPr>
        </p:nvSpPr>
        <p:spPr>
          <a:xfrm>
            <a:off x="2057400" y="6400800"/>
            <a:ext cx="5029200" cy="457200"/>
          </a:xfrm>
        </p:spPr>
        <p:txBody>
          <a:bodyPr/>
          <a:lstStyle>
            <a:lvl1pPr>
              <a:defRPr/>
            </a:lvl1pPr>
          </a:lstStyle>
          <a:p>
            <a:pPr>
              <a:defRPr/>
            </a:pPr>
            <a:endParaRPr lang="en-US"/>
          </a:p>
        </p:txBody>
      </p:sp>
      <p:sp>
        <p:nvSpPr>
          <p:cNvPr id="7" name="Rectangle 8"/>
          <p:cNvSpPr>
            <a:spLocks noGrp="1" noChangeArrowheads="1"/>
          </p:cNvSpPr>
          <p:nvPr>
            <p:ph type="sldNum" sz="quarter" idx="12"/>
          </p:nvPr>
        </p:nvSpPr>
        <p:spPr>
          <a:xfrm>
            <a:off x="7239000" y="6400800"/>
            <a:ext cx="1905000" cy="457200"/>
          </a:xfrm>
        </p:spPr>
        <p:txBody>
          <a:bodyPr/>
          <a:lstStyle>
            <a:lvl1pPr>
              <a:defRPr/>
            </a:lvl1pPr>
          </a:lstStyle>
          <a:p>
            <a:pPr>
              <a:defRPr/>
            </a:pPr>
            <a:fld id="{2580B842-5D14-4B17-94EC-5457238F9D9A}" type="slidenum">
              <a:rPr lang="en-US"/>
              <a:pPr>
                <a:defRPr/>
              </a:pPr>
              <a:t>‹#›</a:t>
            </a:fld>
            <a:endParaRPr lang="en-US"/>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pPr lvl="0"/>
            <a:endParaRPr lang="en-US" noProof="0" smtClean="0"/>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Rectangle 6"/>
          <p:cNvSpPr>
            <a:spLocks noGrp="1" noChangeArrowheads="1"/>
          </p:cNvSpPr>
          <p:nvPr>
            <p:ph type="dt" sz="half" idx="10"/>
          </p:nvPr>
        </p:nvSpPr>
        <p:spPr>
          <a:xfrm>
            <a:off x="0" y="6400800"/>
            <a:ext cx="1905000" cy="457200"/>
          </a:xfrm>
          <a:prstGeom prst="rect">
            <a:avLst/>
          </a:prstGeom>
        </p:spPr>
        <p:txBody>
          <a:bodyPr/>
          <a:lstStyle>
            <a:lvl1pPr>
              <a:defRPr/>
            </a:lvl1pPr>
          </a:lstStyle>
          <a:p>
            <a:pPr>
              <a:defRPr/>
            </a:pPr>
            <a:fld id="{39F2BE8F-2DE2-49FD-87E5-07B14F832CCE}" type="datetime1">
              <a:rPr lang="en-SG" smtClean="0"/>
              <a:t>16/1/2018</a:t>
            </a:fld>
            <a:endParaRPr lang="en-US"/>
          </a:p>
        </p:txBody>
      </p:sp>
      <p:sp>
        <p:nvSpPr>
          <p:cNvPr id="6" name="Rectangle 7"/>
          <p:cNvSpPr>
            <a:spLocks noGrp="1" noChangeArrowheads="1"/>
          </p:cNvSpPr>
          <p:nvPr>
            <p:ph type="ftr" sz="quarter" idx="11"/>
          </p:nvPr>
        </p:nvSpPr>
        <p:spPr>
          <a:xfrm>
            <a:off x="2057400" y="6400800"/>
            <a:ext cx="5029200" cy="457200"/>
          </a:xfrm>
        </p:spPr>
        <p:txBody>
          <a:bodyPr/>
          <a:lstStyle>
            <a:lvl1pPr>
              <a:defRPr/>
            </a:lvl1pPr>
          </a:lstStyle>
          <a:p>
            <a:pPr>
              <a:defRPr/>
            </a:pPr>
            <a:endParaRPr lang="en-US"/>
          </a:p>
        </p:txBody>
      </p:sp>
      <p:sp>
        <p:nvSpPr>
          <p:cNvPr id="7" name="Rectangle 8"/>
          <p:cNvSpPr>
            <a:spLocks noGrp="1" noChangeArrowheads="1"/>
          </p:cNvSpPr>
          <p:nvPr>
            <p:ph type="sldNum" sz="quarter" idx="12"/>
          </p:nvPr>
        </p:nvSpPr>
        <p:spPr>
          <a:xfrm>
            <a:off x="7239000" y="6400800"/>
            <a:ext cx="1905000" cy="457200"/>
          </a:xfrm>
        </p:spPr>
        <p:txBody>
          <a:bodyPr/>
          <a:lstStyle>
            <a:lvl1pPr>
              <a:defRPr/>
            </a:lvl1pPr>
          </a:lstStyle>
          <a:p>
            <a:pPr>
              <a:defRPr/>
            </a:pPr>
            <a:fld id="{610B9047-8566-4643-BC15-DC66EF98DEC3}" type="slidenum">
              <a:rPr lang="en-US"/>
              <a:pPr>
                <a:defRPr/>
              </a:pPr>
              <a:t>‹#›</a:t>
            </a:fld>
            <a:endParaRPr lang="en-US"/>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Rectangle 4"/>
          <p:cNvSpPr>
            <a:spLocks noGrp="1" noChangeArrowheads="1"/>
          </p:cNvSpPr>
          <p:nvPr>
            <p:ph type="dt" sz="half" idx="10"/>
          </p:nvPr>
        </p:nvSpPr>
        <p:spPr>
          <a:xfrm>
            <a:off x="0" y="6400800"/>
            <a:ext cx="1905000" cy="457200"/>
          </a:xfrm>
          <a:prstGeom prst="rect">
            <a:avLst/>
          </a:prstGeom>
        </p:spPr>
        <p:txBody>
          <a:bodyPr/>
          <a:lstStyle>
            <a:lvl1pPr>
              <a:defRPr/>
            </a:lvl1pPr>
          </a:lstStyle>
          <a:p>
            <a:pPr>
              <a:defRPr/>
            </a:pPr>
            <a:fld id="{96314857-DE5A-4C13-802A-1AFD4C5F0EA4}" type="datetime1">
              <a:rPr lang="en-SG" smtClean="0"/>
              <a:t>16/1/2018</a:t>
            </a:fld>
            <a:endParaRPr lang="en-US"/>
          </a:p>
        </p:txBody>
      </p:sp>
      <p:sp>
        <p:nvSpPr>
          <p:cNvPr id="5" name="Rectangle 5"/>
          <p:cNvSpPr>
            <a:spLocks noGrp="1" noChangeArrowheads="1"/>
          </p:cNvSpPr>
          <p:nvPr>
            <p:ph type="ftr" sz="quarter" idx="11"/>
          </p:nvPr>
        </p:nvSpPr>
        <p:spPr>
          <a:xfrm>
            <a:off x="2057400" y="6400800"/>
            <a:ext cx="5029200" cy="457200"/>
          </a:xfrm>
        </p:spPr>
        <p:txBody>
          <a:bodyPr/>
          <a:lstStyle>
            <a:lvl1pPr>
              <a:defRPr/>
            </a:lvl1pPr>
          </a:lstStyle>
          <a:p>
            <a:pPr>
              <a:defRPr/>
            </a:pPr>
            <a:endParaRPr lang="en-US"/>
          </a:p>
        </p:txBody>
      </p:sp>
      <p:sp>
        <p:nvSpPr>
          <p:cNvPr id="6" name="Rectangle 6"/>
          <p:cNvSpPr>
            <a:spLocks noGrp="1" noChangeArrowheads="1"/>
          </p:cNvSpPr>
          <p:nvPr>
            <p:ph type="sldNum" sz="quarter" idx="12"/>
          </p:nvPr>
        </p:nvSpPr>
        <p:spPr>
          <a:xfrm>
            <a:off x="7239000" y="6400800"/>
            <a:ext cx="1905000" cy="457200"/>
          </a:xfrm>
        </p:spPr>
        <p:txBody>
          <a:bodyPr/>
          <a:lstStyle>
            <a:lvl1pPr>
              <a:defRPr/>
            </a:lvl1pPr>
          </a:lstStyle>
          <a:p>
            <a:pPr>
              <a:defRPr/>
            </a:pPr>
            <a:fld id="{72A4D951-F209-4BAA-8847-8AFE90C22B33}" type="slidenum">
              <a:rPr lang="en-US"/>
              <a:pPr>
                <a:defRPr/>
              </a:pPr>
              <a:t>‹#›</a:t>
            </a:fld>
            <a:endParaRPr lang="en-US"/>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515100" y="381000"/>
            <a:ext cx="1943100" cy="5715000"/>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685800" y="381000"/>
            <a:ext cx="5676900" cy="5715000"/>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Rectangle 4"/>
          <p:cNvSpPr>
            <a:spLocks noGrp="1" noChangeArrowheads="1"/>
          </p:cNvSpPr>
          <p:nvPr>
            <p:ph type="dt" sz="half" idx="10"/>
          </p:nvPr>
        </p:nvSpPr>
        <p:spPr>
          <a:xfrm>
            <a:off x="0" y="6400800"/>
            <a:ext cx="1905000" cy="457200"/>
          </a:xfrm>
          <a:prstGeom prst="rect">
            <a:avLst/>
          </a:prstGeom>
        </p:spPr>
        <p:txBody>
          <a:bodyPr/>
          <a:lstStyle>
            <a:lvl1pPr>
              <a:defRPr/>
            </a:lvl1pPr>
          </a:lstStyle>
          <a:p>
            <a:pPr>
              <a:defRPr/>
            </a:pPr>
            <a:fld id="{B9930245-801F-49CA-ADE5-452BDC84B4C0}" type="datetime1">
              <a:rPr lang="en-SG" smtClean="0"/>
              <a:t>16/1/2018</a:t>
            </a:fld>
            <a:endParaRPr lang="en-US"/>
          </a:p>
        </p:txBody>
      </p:sp>
      <p:sp>
        <p:nvSpPr>
          <p:cNvPr id="5" name="Rectangle 5"/>
          <p:cNvSpPr>
            <a:spLocks noGrp="1" noChangeArrowheads="1"/>
          </p:cNvSpPr>
          <p:nvPr>
            <p:ph type="ftr" sz="quarter" idx="11"/>
          </p:nvPr>
        </p:nvSpPr>
        <p:spPr>
          <a:xfrm>
            <a:off x="2057400" y="6400800"/>
            <a:ext cx="5029200" cy="457200"/>
          </a:xfrm>
        </p:spPr>
        <p:txBody>
          <a:bodyPr/>
          <a:lstStyle>
            <a:lvl1pPr>
              <a:defRPr/>
            </a:lvl1pPr>
          </a:lstStyle>
          <a:p>
            <a:pPr>
              <a:defRPr/>
            </a:pPr>
            <a:endParaRPr lang="en-US"/>
          </a:p>
        </p:txBody>
      </p:sp>
      <p:sp>
        <p:nvSpPr>
          <p:cNvPr id="6" name="Rectangle 6"/>
          <p:cNvSpPr>
            <a:spLocks noGrp="1" noChangeArrowheads="1"/>
          </p:cNvSpPr>
          <p:nvPr>
            <p:ph type="sldNum" sz="quarter" idx="12"/>
          </p:nvPr>
        </p:nvSpPr>
        <p:spPr>
          <a:xfrm>
            <a:off x="7239000" y="6400800"/>
            <a:ext cx="1905000" cy="457200"/>
          </a:xfrm>
        </p:spPr>
        <p:txBody>
          <a:bodyPr/>
          <a:lstStyle>
            <a:lvl1pPr>
              <a:defRPr/>
            </a:lvl1pPr>
          </a:lstStyle>
          <a:p>
            <a:pPr>
              <a:defRPr/>
            </a:pPr>
            <a:fld id="{8FCEA594-2BEA-4B23-90F2-3878DFBD314F}" type="slidenum">
              <a:rPr lang="en-US"/>
              <a:pPr>
                <a:defRPr/>
              </a:pPr>
              <a:t>‹#›</a:t>
            </a:fld>
            <a:endParaRPr lang="en-US"/>
          </a:p>
        </p:txBody>
      </p:sp>
    </p:spTree>
  </p:cSld>
  <p:clrMapOvr>
    <a:masterClrMapping/>
  </p:clrMapOvr>
</p:sldLayout>
</file>

<file path=ppt/slideLayouts/slideLayout12.xml><?xml version="1.0" encoding="utf-8"?>
<p:sldLayout xmlns:a="http://schemas.openxmlformats.org/drawingml/2006/main" xmlns:r="http://schemas.openxmlformats.org/officeDocument/2006/relationships" xmlns:p="http://schemas.openxmlformats.org/presentationml/2006/main" type="txAndObj" preserve="1">
  <p:cSld name="Title, Text, and Content">
    <p:spTree>
      <p:nvGrpSpPr>
        <p:cNvPr id="1" name=""/>
        <p:cNvGrpSpPr/>
        <p:nvPr/>
      </p:nvGrpSpPr>
      <p:grpSpPr>
        <a:xfrm>
          <a:off x="0" y="0"/>
          <a:ext cx="0" cy="0"/>
          <a:chOff x="0" y="0"/>
          <a:chExt cx="0" cy="0"/>
        </a:xfrm>
      </p:grpSpPr>
      <p:sp>
        <p:nvSpPr>
          <p:cNvPr id="2" name="Title 1"/>
          <p:cNvSpPr>
            <a:spLocks noGrp="1"/>
          </p:cNvSpPr>
          <p:nvPr>
            <p:ph type="title"/>
          </p:nvPr>
        </p:nvSpPr>
        <p:spPr>
          <a:xfrm>
            <a:off x="685800" y="381000"/>
            <a:ext cx="7772400" cy="533400"/>
          </a:xfrm>
        </p:spPr>
        <p:txBody>
          <a:bodyPr/>
          <a:lstStyle/>
          <a:p>
            <a:r>
              <a:rPr lang="en-US" smtClean="0"/>
              <a:t>Click to edit Master title style</a:t>
            </a:r>
            <a:endParaRPr lang="en-US"/>
          </a:p>
        </p:txBody>
      </p:sp>
      <p:sp>
        <p:nvSpPr>
          <p:cNvPr id="3" name="Text Placeholder 2"/>
          <p:cNvSpPr>
            <a:spLocks noGrp="1"/>
          </p:cNvSpPr>
          <p:nvPr>
            <p:ph type="body" sz="half" idx="1"/>
          </p:nvPr>
        </p:nvSpPr>
        <p:spPr>
          <a:xfrm>
            <a:off x="685800" y="1524000"/>
            <a:ext cx="3810000" cy="4572000"/>
          </a:xfrm>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524000"/>
            <a:ext cx="3810000" cy="4572000"/>
          </a:xfrm>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Rectangle 6"/>
          <p:cNvSpPr>
            <a:spLocks noGrp="1" noChangeArrowheads="1"/>
          </p:cNvSpPr>
          <p:nvPr>
            <p:ph type="dt" sz="half" idx="10"/>
          </p:nvPr>
        </p:nvSpPr>
        <p:spPr>
          <a:xfrm>
            <a:off x="0" y="6400800"/>
            <a:ext cx="1905000" cy="457200"/>
          </a:xfrm>
          <a:prstGeom prst="rect">
            <a:avLst/>
          </a:prstGeom>
        </p:spPr>
        <p:txBody>
          <a:bodyPr/>
          <a:lstStyle>
            <a:lvl1pPr>
              <a:defRPr/>
            </a:lvl1pPr>
          </a:lstStyle>
          <a:p>
            <a:pPr>
              <a:defRPr/>
            </a:pPr>
            <a:fld id="{11344BCC-2ED4-4B29-87E3-39BB5B825F7F}" type="datetime1">
              <a:rPr lang="en-SG" smtClean="0"/>
              <a:t>16/1/2018</a:t>
            </a:fld>
            <a:endParaRPr lang="en-US"/>
          </a:p>
        </p:txBody>
      </p:sp>
      <p:sp>
        <p:nvSpPr>
          <p:cNvPr id="6" name="Rectangle 7"/>
          <p:cNvSpPr>
            <a:spLocks noGrp="1" noChangeArrowheads="1"/>
          </p:cNvSpPr>
          <p:nvPr>
            <p:ph type="ftr" sz="quarter" idx="11"/>
          </p:nvPr>
        </p:nvSpPr>
        <p:spPr>
          <a:xfrm>
            <a:off x="2057400" y="6400800"/>
            <a:ext cx="5029200" cy="457200"/>
          </a:xfrm>
        </p:spPr>
        <p:txBody>
          <a:bodyPr/>
          <a:lstStyle>
            <a:lvl1pPr>
              <a:defRPr/>
            </a:lvl1pPr>
          </a:lstStyle>
          <a:p>
            <a:pPr>
              <a:defRPr/>
            </a:pPr>
            <a:endParaRPr lang="en-US"/>
          </a:p>
        </p:txBody>
      </p:sp>
      <p:sp>
        <p:nvSpPr>
          <p:cNvPr id="7" name="Rectangle 8"/>
          <p:cNvSpPr>
            <a:spLocks noGrp="1" noChangeArrowheads="1"/>
          </p:cNvSpPr>
          <p:nvPr>
            <p:ph type="sldNum" sz="quarter" idx="12"/>
          </p:nvPr>
        </p:nvSpPr>
        <p:spPr>
          <a:xfrm>
            <a:off x="7239000" y="6400800"/>
            <a:ext cx="1905000" cy="457200"/>
          </a:xfrm>
        </p:spPr>
        <p:txBody>
          <a:bodyPr/>
          <a:lstStyle>
            <a:lvl1pPr>
              <a:defRPr/>
            </a:lvl1pPr>
          </a:lstStyle>
          <a:p>
            <a:pPr>
              <a:defRPr/>
            </a:pPr>
            <a:fld id="{91336668-215A-4894-BC25-EB21FBEA30CF}" type="slidenum">
              <a:rPr lang="en-US"/>
              <a:pPr>
                <a:defRPr/>
              </a:pPr>
              <a:t>‹#›</a:t>
            </a:fld>
            <a:endParaRPr lang="en-US"/>
          </a:p>
        </p:txBody>
      </p:sp>
    </p:spTree>
  </p:cSld>
  <p:clrMapOvr>
    <a:masterClrMapping/>
  </p:clrMapOvr>
</p:sldLayout>
</file>

<file path=ppt/slideLayouts/slideLayout13.xml><?xml version="1.0" encoding="utf-8"?>
<p:sldLayout xmlns:a="http://schemas.openxmlformats.org/drawingml/2006/main" xmlns:r="http://schemas.openxmlformats.org/officeDocument/2006/relationships" xmlns:p="http://schemas.openxmlformats.org/presentationml/2006/main" type="txAndTwoObj" preserve="1">
  <p:cSld name="Title, Text, and 2 Content">
    <p:spTree>
      <p:nvGrpSpPr>
        <p:cNvPr id="1" name=""/>
        <p:cNvGrpSpPr/>
        <p:nvPr/>
      </p:nvGrpSpPr>
      <p:grpSpPr>
        <a:xfrm>
          <a:off x="0" y="0"/>
          <a:ext cx="0" cy="0"/>
          <a:chOff x="0" y="0"/>
          <a:chExt cx="0" cy="0"/>
        </a:xfrm>
      </p:grpSpPr>
      <p:sp>
        <p:nvSpPr>
          <p:cNvPr id="2" name="Title 1"/>
          <p:cNvSpPr>
            <a:spLocks noGrp="1"/>
          </p:cNvSpPr>
          <p:nvPr>
            <p:ph type="title"/>
          </p:nvPr>
        </p:nvSpPr>
        <p:spPr>
          <a:xfrm>
            <a:off x="685800" y="381000"/>
            <a:ext cx="7772400" cy="533400"/>
          </a:xfrm>
        </p:spPr>
        <p:txBody>
          <a:bodyPr/>
          <a:lstStyle/>
          <a:p>
            <a:r>
              <a:rPr lang="en-US" smtClean="0"/>
              <a:t>Click to edit Master title style</a:t>
            </a:r>
            <a:endParaRPr lang="en-US"/>
          </a:p>
        </p:txBody>
      </p:sp>
      <p:sp>
        <p:nvSpPr>
          <p:cNvPr id="3" name="Text Placeholder 2"/>
          <p:cNvSpPr>
            <a:spLocks noGrp="1"/>
          </p:cNvSpPr>
          <p:nvPr>
            <p:ph type="body" sz="half" idx="1"/>
          </p:nvPr>
        </p:nvSpPr>
        <p:spPr>
          <a:xfrm>
            <a:off x="685800" y="1524000"/>
            <a:ext cx="3810000" cy="4572000"/>
          </a:xfrm>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quarter" idx="2"/>
          </p:nvPr>
        </p:nvSpPr>
        <p:spPr>
          <a:xfrm>
            <a:off x="4648200" y="1524000"/>
            <a:ext cx="3810000" cy="2209800"/>
          </a:xfrm>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Content Placeholder 4"/>
          <p:cNvSpPr>
            <a:spLocks noGrp="1"/>
          </p:cNvSpPr>
          <p:nvPr>
            <p:ph sz="quarter" idx="3"/>
          </p:nvPr>
        </p:nvSpPr>
        <p:spPr>
          <a:xfrm>
            <a:off x="4648200" y="3886200"/>
            <a:ext cx="3810000" cy="2209800"/>
          </a:xfrm>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6" name="Rectangle 4"/>
          <p:cNvSpPr>
            <a:spLocks noGrp="1" noChangeArrowheads="1"/>
          </p:cNvSpPr>
          <p:nvPr>
            <p:ph type="dt" sz="half" idx="10"/>
          </p:nvPr>
        </p:nvSpPr>
        <p:spPr>
          <a:xfrm>
            <a:off x="0" y="6400800"/>
            <a:ext cx="1905000" cy="457200"/>
          </a:xfrm>
          <a:prstGeom prst="rect">
            <a:avLst/>
          </a:prstGeom>
        </p:spPr>
        <p:txBody>
          <a:bodyPr/>
          <a:lstStyle>
            <a:lvl1pPr>
              <a:defRPr/>
            </a:lvl1pPr>
          </a:lstStyle>
          <a:p>
            <a:pPr>
              <a:defRPr/>
            </a:pPr>
            <a:fld id="{B03E594F-0DCE-414B-80A2-CF1BEC0C527D}" type="datetime1">
              <a:rPr lang="en-SG" smtClean="0"/>
              <a:t>16/1/2018</a:t>
            </a:fld>
            <a:endParaRPr lang="en-US"/>
          </a:p>
        </p:txBody>
      </p:sp>
      <p:sp>
        <p:nvSpPr>
          <p:cNvPr id="7" name="Rectangle 5"/>
          <p:cNvSpPr>
            <a:spLocks noGrp="1" noChangeArrowheads="1"/>
          </p:cNvSpPr>
          <p:nvPr>
            <p:ph type="ftr" sz="quarter" idx="11"/>
          </p:nvPr>
        </p:nvSpPr>
        <p:spPr>
          <a:xfrm>
            <a:off x="2057400" y="6400800"/>
            <a:ext cx="5029200" cy="457200"/>
          </a:xfrm>
        </p:spPr>
        <p:txBody>
          <a:bodyPr/>
          <a:lstStyle>
            <a:lvl1pPr>
              <a:defRPr/>
            </a:lvl1pPr>
          </a:lstStyle>
          <a:p>
            <a:pPr>
              <a:defRPr/>
            </a:pPr>
            <a:endParaRPr lang="en-US"/>
          </a:p>
        </p:txBody>
      </p:sp>
      <p:sp>
        <p:nvSpPr>
          <p:cNvPr id="8" name="Rectangle 6"/>
          <p:cNvSpPr>
            <a:spLocks noGrp="1" noChangeArrowheads="1"/>
          </p:cNvSpPr>
          <p:nvPr>
            <p:ph type="sldNum" sz="quarter" idx="12"/>
          </p:nvPr>
        </p:nvSpPr>
        <p:spPr>
          <a:xfrm>
            <a:off x="7239000" y="6400800"/>
            <a:ext cx="1905000" cy="457200"/>
          </a:xfrm>
        </p:spPr>
        <p:txBody>
          <a:bodyPr/>
          <a:lstStyle>
            <a:lvl1pPr>
              <a:defRPr/>
            </a:lvl1pPr>
          </a:lstStyle>
          <a:p>
            <a:pPr>
              <a:defRPr/>
            </a:pPr>
            <a:fld id="{3A1F2490-B094-412B-A59B-E6CBCE8A34BF}" type="slidenum">
              <a:rPr lang="en-US"/>
              <a:pPr>
                <a:defRPr/>
              </a:pPr>
              <a:t>‹#›</a:t>
            </a:fld>
            <a:endParaRPr lang="en-US"/>
          </a:p>
        </p:txBody>
      </p:sp>
    </p:spTree>
  </p:cSld>
  <p:clrMapOvr>
    <a:masterClrMapping/>
  </p:clrMapOvr>
</p:sldLayout>
</file>

<file path=ppt/slideLayouts/slideLayout14.xml><?xml version="1.0" encoding="utf-8"?>
<p:sldLayout xmlns:a="http://schemas.openxmlformats.org/drawingml/2006/main" xmlns:r="http://schemas.openxmlformats.org/officeDocument/2006/relationships" xmlns:p="http://schemas.openxmlformats.org/presentationml/2006/main" type="objAndTwoObj" preserve="1">
  <p:cSld name="Title, Content, and 2 Content">
    <p:spTree>
      <p:nvGrpSpPr>
        <p:cNvPr id="1" name=""/>
        <p:cNvGrpSpPr/>
        <p:nvPr/>
      </p:nvGrpSpPr>
      <p:grpSpPr>
        <a:xfrm>
          <a:off x="0" y="0"/>
          <a:ext cx="0" cy="0"/>
          <a:chOff x="0" y="0"/>
          <a:chExt cx="0" cy="0"/>
        </a:xfrm>
      </p:grpSpPr>
      <p:sp>
        <p:nvSpPr>
          <p:cNvPr id="2" name="Title 1"/>
          <p:cNvSpPr>
            <a:spLocks noGrp="1"/>
          </p:cNvSpPr>
          <p:nvPr>
            <p:ph type="title"/>
          </p:nvPr>
        </p:nvSpPr>
        <p:spPr>
          <a:xfrm>
            <a:off x="533400" y="228600"/>
            <a:ext cx="8077200" cy="1204913"/>
          </a:xfrm>
        </p:spPr>
        <p:txBody>
          <a:bodyPr/>
          <a:lstStyle/>
          <a:p>
            <a:r>
              <a:rPr lang="en-US" smtClean="0"/>
              <a:t>Click to edit Master title style</a:t>
            </a:r>
            <a:endParaRPr lang="en-US"/>
          </a:p>
        </p:txBody>
      </p:sp>
      <p:sp>
        <p:nvSpPr>
          <p:cNvPr id="3" name="Content Placeholder 2"/>
          <p:cNvSpPr>
            <a:spLocks noGrp="1"/>
          </p:cNvSpPr>
          <p:nvPr>
            <p:ph sz="half" idx="1"/>
          </p:nvPr>
        </p:nvSpPr>
        <p:spPr>
          <a:xfrm>
            <a:off x="533400" y="1752600"/>
            <a:ext cx="3962400" cy="4343400"/>
          </a:xfrm>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quarter" idx="2"/>
          </p:nvPr>
        </p:nvSpPr>
        <p:spPr>
          <a:xfrm>
            <a:off x="4648200" y="1752600"/>
            <a:ext cx="3962400" cy="2095500"/>
          </a:xfrm>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Content Placeholder 4"/>
          <p:cNvSpPr>
            <a:spLocks noGrp="1"/>
          </p:cNvSpPr>
          <p:nvPr>
            <p:ph sz="quarter" idx="3"/>
          </p:nvPr>
        </p:nvSpPr>
        <p:spPr>
          <a:xfrm>
            <a:off x="4648200" y="4000500"/>
            <a:ext cx="3962400" cy="2095500"/>
          </a:xfrm>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6" name="Rectangle 4"/>
          <p:cNvSpPr>
            <a:spLocks noGrp="1" noChangeArrowheads="1"/>
          </p:cNvSpPr>
          <p:nvPr>
            <p:ph type="dt" sz="half" idx="10"/>
          </p:nvPr>
        </p:nvSpPr>
        <p:spPr>
          <a:xfrm>
            <a:off x="0" y="6400800"/>
            <a:ext cx="1905000" cy="457200"/>
          </a:xfrm>
          <a:prstGeom prst="rect">
            <a:avLst/>
          </a:prstGeom>
        </p:spPr>
        <p:txBody>
          <a:bodyPr/>
          <a:lstStyle>
            <a:lvl1pPr>
              <a:defRPr/>
            </a:lvl1pPr>
          </a:lstStyle>
          <a:p>
            <a:pPr>
              <a:defRPr/>
            </a:pPr>
            <a:fld id="{56767622-CFCE-41C1-8A6F-AB37A6C2F5A6}" type="datetime1">
              <a:rPr lang="en-SG" smtClean="0"/>
              <a:t>16/1/2018</a:t>
            </a:fld>
            <a:endParaRPr lang="en-US"/>
          </a:p>
        </p:txBody>
      </p:sp>
      <p:sp>
        <p:nvSpPr>
          <p:cNvPr id="7" name="Rectangle 5"/>
          <p:cNvSpPr>
            <a:spLocks noGrp="1" noChangeArrowheads="1"/>
          </p:cNvSpPr>
          <p:nvPr>
            <p:ph type="ftr" sz="quarter" idx="11"/>
          </p:nvPr>
        </p:nvSpPr>
        <p:spPr>
          <a:xfrm>
            <a:off x="2057400" y="6400800"/>
            <a:ext cx="5029200" cy="457200"/>
          </a:xfrm>
        </p:spPr>
        <p:txBody>
          <a:bodyPr/>
          <a:lstStyle>
            <a:lvl1pPr>
              <a:defRPr/>
            </a:lvl1pPr>
          </a:lstStyle>
          <a:p>
            <a:pPr>
              <a:defRPr/>
            </a:pPr>
            <a:endParaRPr lang="en-US"/>
          </a:p>
        </p:txBody>
      </p:sp>
      <p:sp>
        <p:nvSpPr>
          <p:cNvPr id="8" name="Rectangle 6"/>
          <p:cNvSpPr>
            <a:spLocks noGrp="1" noChangeArrowheads="1"/>
          </p:cNvSpPr>
          <p:nvPr>
            <p:ph type="sldNum" sz="quarter" idx="12"/>
          </p:nvPr>
        </p:nvSpPr>
        <p:spPr>
          <a:xfrm>
            <a:off x="7239000" y="6400800"/>
            <a:ext cx="1905000" cy="457200"/>
          </a:xfrm>
        </p:spPr>
        <p:txBody>
          <a:bodyPr/>
          <a:lstStyle>
            <a:lvl1pPr>
              <a:defRPr/>
            </a:lvl1pPr>
          </a:lstStyle>
          <a:p>
            <a:pPr>
              <a:defRPr/>
            </a:pPr>
            <a:fld id="{6F6D6E01-6D0D-4FBD-B28F-1A2C5CDDB759}" type="slidenum">
              <a:rPr lang="en-US"/>
              <a:pPr>
                <a:defRPr/>
              </a:pPr>
              <a:t>‹#›</a:t>
            </a:fld>
            <a:endParaRPr lang="en-US"/>
          </a:p>
        </p:txBody>
      </p:sp>
    </p:spTree>
  </p:cSld>
  <p:clrMapOvr>
    <a:masterClrMapping/>
  </p:clrMapOvr>
</p:sldLayout>
</file>

<file path=ppt/slideLayouts/slideLayout15.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1143000" y="1122363"/>
            <a:ext cx="6858000" cy="2387600"/>
          </a:xfrm>
        </p:spPr>
        <p:txBody>
          <a:bodyPr anchor="b"/>
          <a:lstStyle>
            <a:lvl1pPr algn="ctr">
              <a:defRPr sz="4500">
                <a:latin typeface="Gill Sans MT" panose="020B0502020104020203" pitchFamily="34" charset="0"/>
              </a:defRPr>
            </a:lvl1pPr>
          </a:lstStyle>
          <a:p>
            <a:r>
              <a:rPr lang="en-US" smtClean="0"/>
              <a:t>Click to edit Master title style</a:t>
            </a:r>
            <a:endParaRPr lang="en-SG" dirty="0"/>
          </a:p>
        </p:txBody>
      </p:sp>
      <p:sp>
        <p:nvSpPr>
          <p:cNvPr id="3" name="Subtitle 2"/>
          <p:cNvSpPr>
            <a:spLocks noGrp="1"/>
          </p:cNvSpPr>
          <p:nvPr>
            <p:ph type="subTitle" idx="1"/>
          </p:nvPr>
        </p:nvSpPr>
        <p:spPr>
          <a:xfrm>
            <a:off x="1143000" y="3602038"/>
            <a:ext cx="6858000" cy="1655762"/>
          </a:xfrm>
        </p:spPr>
        <p:txBody>
          <a:bodyPr/>
          <a:lstStyle>
            <a:lvl1pPr marL="0" indent="0" algn="ctr">
              <a:buNone/>
              <a:defRPr sz="1800">
                <a:latin typeface="Gill Sans MT" panose="020B0502020104020203" pitchFamily="34" charset="0"/>
              </a:defRPr>
            </a:lvl1pPr>
            <a:lvl2pPr marL="342900" indent="0" algn="ctr">
              <a:buNone/>
              <a:defRPr sz="1500"/>
            </a:lvl2pPr>
            <a:lvl3pPr marL="685800" indent="0" algn="ctr">
              <a:buNone/>
              <a:defRPr sz="1350"/>
            </a:lvl3pPr>
            <a:lvl4pPr marL="1028700" indent="0" algn="ctr">
              <a:buNone/>
              <a:defRPr sz="1200"/>
            </a:lvl4pPr>
            <a:lvl5pPr marL="1371600" indent="0" algn="ctr">
              <a:buNone/>
              <a:defRPr sz="1200"/>
            </a:lvl5pPr>
            <a:lvl6pPr marL="1714500" indent="0" algn="ctr">
              <a:buNone/>
              <a:defRPr sz="1200"/>
            </a:lvl6pPr>
            <a:lvl7pPr marL="2057400" indent="0" algn="ctr">
              <a:buNone/>
              <a:defRPr sz="1200"/>
            </a:lvl7pPr>
            <a:lvl8pPr marL="2400300" indent="0" algn="ctr">
              <a:buNone/>
              <a:defRPr sz="1200"/>
            </a:lvl8pPr>
            <a:lvl9pPr marL="2743200" indent="0" algn="ctr">
              <a:buNone/>
              <a:defRPr sz="1200"/>
            </a:lvl9pPr>
          </a:lstStyle>
          <a:p>
            <a:r>
              <a:rPr lang="en-US" smtClean="0"/>
              <a:t>Click to edit Master subtitle style</a:t>
            </a:r>
            <a:endParaRPr lang="en-SG"/>
          </a:p>
        </p:txBody>
      </p:sp>
      <p:sp>
        <p:nvSpPr>
          <p:cNvPr id="4" name="Date Placeholder 3"/>
          <p:cNvSpPr>
            <a:spLocks noGrp="1"/>
          </p:cNvSpPr>
          <p:nvPr>
            <p:ph type="dt" sz="half" idx="10"/>
          </p:nvPr>
        </p:nvSpPr>
        <p:spPr/>
        <p:txBody>
          <a:bodyPr/>
          <a:lstStyle/>
          <a:p>
            <a:fld id="{EEF86337-16BA-40AD-B674-6708BC67259F}" type="datetime1">
              <a:rPr lang="en-SG" smtClean="0"/>
              <a:t>16/1/2018</a:t>
            </a:fld>
            <a:endParaRPr lang="en-SG"/>
          </a:p>
        </p:txBody>
      </p:sp>
      <p:sp>
        <p:nvSpPr>
          <p:cNvPr id="5" name="Footer Placeholder 4"/>
          <p:cNvSpPr>
            <a:spLocks noGrp="1"/>
          </p:cNvSpPr>
          <p:nvPr>
            <p:ph type="ftr" sz="quarter" idx="11"/>
          </p:nvPr>
        </p:nvSpPr>
        <p:spPr/>
        <p:txBody>
          <a:bodyPr/>
          <a:lstStyle/>
          <a:p>
            <a:pPr>
              <a:defRPr/>
            </a:pPr>
            <a:endParaRPr lang="en-US"/>
          </a:p>
        </p:txBody>
      </p:sp>
      <p:sp>
        <p:nvSpPr>
          <p:cNvPr id="6" name="Slide Number Placeholder 5"/>
          <p:cNvSpPr>
            <a:spLocks noGrp="1"/>
          </p:cNvSpPr>
          <p:nvPr>
            <p:ph type="sldNum" sz="quarter" idx="12"/>
          </p:nvPr>
        </p:nvSpPr>
        <p:spPr/>
        <p:txBody>
          <a:bodyPr/>
          <a:lstStyle/>
          <a:p>
            <a:pPr>
              <a:defRPr/>
            </a:pPr>
            <a:fld id="{39522438-5AC1-4B6F-B1EC-9B65C33222B6}" type="slidenum">
              <a:rPr lang="en-US" smtClean="0"/>
              <a:pPr>
                <a:defRPr/>
              </a:pPr>
              <a:t>‹#›</a:t>
            </a:fld>
            <a:endParaRPr lang="en-US"/>
          </a:p>
        </p:txBody>
      </p:sp>
    </p:spTree>
    <p:extLst>
      <p:ext uri="{BB962C8B-B14F-4D97-AF65-F5344CB8AC3E}">
        <p14:creationId xmlns:p14="http://schemas.microsoft.com/office/powerpoint/2010/main" val="3315203733"/>
      </p:ext>
    </p:extLst>
  </p:cSld>
  <p:clrMapOvr>
    <a:masterClrMapping/>
  </p:clrMapOvr>
</p:sldLayout>
</file>

<file path=ppt/slideLayouts/slideLayout16.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atin typeface="Gill Sans MT" panose="020B0502020104020203" pitchFamily="34" charset="0"/>
              </a:defRPr>
            </a:lvl1pPr>
          </a:lstStyle>
          <a:p>
            <a:r>
              <a:rPr lang="en-US" smtClean="0"/>
              <a:t>Click to edit Master title style</a:t>
            </a:r>
            <a:endParaRPr lang="en-SG" dirty="0"/>
          </a:p>
        </p:txBody>
      </p:sp>
      <p:sp>
        <p:nvSpPr>
          <p:cNvPr id="3" name="Content Placeholder 2"/>
          <p:cNvSpPr>
            <a:spLocks noGrp="1"/>
          </p:cNvSpPr>
          <p:nvPr>
            <p:ph idx="1"/>
          </p:nvPr>
        </p:nvSpPr>
        <p:spPr/>
        <p:txBody>
          <a:bodyPr>
            <a:normAutofit/>
          </a:bodyPr>
          <a:lstStyle>
            <a:lvl1pPr>
              <a:defRPr sz="2100">
                <a:latin typeface="Gill Sans MT" panose="020B0502020104020203" pitchFamily="34" charset="0"/>
              </a:defRPr>
            </a:lvl1pPr>
            <a:lvl2pPr>
              <a:defRPr sz="1800">
                <a:latin typeface="Gill Sans MT" panose="020B0502020104020203" pitchFamily="34" charset="0"/>
              </a:defRPr>
            </a:lvl2pPr>
            <a:lvl3pPr>
              <a:defRPr sz="1500">
                <a:latin typeface="Gill Sans MT" panose="020B0502020104020203" pitchFamily="34" charset="0"/>
              </a:defRPr>
            </a:lvl3pPr>
            <a:lvl4pPr>
              <a:defRPr sz="1350">
                <a:latin typeface="Gill Sans MT" panose="020B0502020104020203" pitchFamily="34" charset="0"/>
              </a:defRPr>
            </a:lvl4pPr>
            <a:lvl5pPr>
              <a:defRPr sz="1350">
                <a:latin typeface="Gill Sans MT" panose="020B0502020104020203" pitchFamily="34" charset="0"/>
              </a:defRPr>
            </a:lvl5pPr>
          </a:lstStyle>
          <a:p>
            <a:pPr lvl="0"/>
            <a:r>
              <a:rPr lang="en-US" smtClean="0"/>
              <a:t>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SG" dirty="0"/>
          </a:p>
        </p:txBody>
      </p:sp>
      <p:sp>
        <p:nvSpPr>
          <p:cNvPr id="4" name="Date Placeholder 3"/>
          <p:cNvSpPr>
            <a:spLocks noGrp="1"/>
          </p:cNvSpPr>
          <p:nvPr>
            <p:ph type="dt" sz="half" idx="10"/>
          </p:nvPr>
        </p:nvSpPr>
        <p:spPr/>
        <p:txBody>
          <a:bodyPr/>
          <a:lstStyle/>
          <a:p>
            <a:fld id="{8A2CA343-6E9A-4C67-8163-3AF5D2F99C44}" type="datetime1">
              <a:rPr lang="en-SG" smtClean="0"/>
              <a:t>16/1/2018</a:t>
            </a:fld>
            <a:endParaRPr lang="en-SG"/>
          </a:p>
        </p:txBody>
      </p:sp>
      <p:sp>
        <p:nvSpPr>
          <p:cNvPr id="5" name="Footer Placeholder 4"/>
          <p:cNvSpPr>
            <a:spLocks noGrp="1"/>
          </p:cNvSpPr>
          <p:nvPr>
            <p:ph type="ftr" sz="quarter" idx="11"/>
          </p:nvPr>
        </p:nvSpPr>
        <p:spPr/>
        <p:txBody>
          <a:bodyPr/>
          <a:lstStyle/>
          <a:p>
            <a:pPr>
              <a:defRPr/>
            </a:pPr>
            <a:endParaRPr lang="en-US"/>
          </a:p>
        </p:txBody>
      </p:sp>
      <p:sp>
        <p:nvSpPr>
          <p:cNvPr id="6" name="Slide Number Placeholder 5"/>
          <p:cNvSpPr>
            <a:spLocks noGrp="1"/>
          </p:cNvSpPr>
          <p:nvPr>
            <p:ph type="sldNum" sz="quarter" idx="12"/>
          </p:nvPr>
        </p:nvSpPr>
        <p:spPr/>
        <p:txBody>
          <a:bodyPr/>
          <a:lstStyle/>
          <a:p>
            <a:pPr>
              <a:defRPr/>
            </a:pPr>
            <a:fld id="{945E7CC2-7937-497E-96F0-E007C30FFB03}" type="slidenum">
              <a:rPr lang="en-US" smtClean="0"/>
              <a:pPr>
                <a:defRPr/>
              </a:pPr>
              <a:t>‹#›</a:t>
            </a:fld>
            <a:endParaRPr lang="en-US"/>
          </a:p>
        </p:txBody>
      </p:sp>
    </p:spTree>
    <p:extLst>
      <p:ext uri="{BB962C8B-B14F-4D97-AF65-F5344CB8AC3E}">
        <p14:creationId xmlns:p14="http://schemas.microsoft.com/office/powerpoint/2010/main" val="3530376975"/>
      </p:ext>
    </p:extLst>
  </p:cSld>
  <p:clrMapOvr>
    <a:masterClrMapping/>
  </p:clrMapOvr>
</p:sldLayout>
</file>

<file path=ppt/slideLayouts/slideLayout17.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623888" y="1709739"/>
            <a:ext cx="7886700" cy="2852737"/>
          </a:xfrm>
        </p:spPr>
        <p:txBody>
          <a:bodyPr anchor="b"/>
          <a:lstStyle>
            <a:lvl1pPr>
              <a:defRPr sz="4500"/>
            </a:lvl1pPr>
          </a:lstStyle>
          <a:p>
            <a:r>
              <a:rPr lang="en-US" smtClean="0"/>
              <a:t>Click to edit Master title style</a:t>
            </a:r>
            <a:endParaRPr lang="en-SG"/>
          </a:p>
        </p:txBody>
      </p:sp>
      <p:sp>
        <p:nvSpPr>
          <p:cNvPr id="3" name="Text Placeholder 2"/>
          <p:cNvSpPr>
            <a:spLocks noGrp="1"/>
          </p:cNvSpPr>
          <p:nvPr>
            <p:ph type="body" idx="1"/>
          </p:nvPr>
        </p:nvSpPr>
        <p:spPr>
          <a:xfrm>
            <a:off x="623888" y="4589464"/>
            <a:ext cx="7886700" cy="1500187"/>
          </a:xfrm>
        </p:spPr>
        <p:txBody>
          <a:bodyPr/>
          <a:lstStyle>
            <a:lvl1pPr marL="0" indent="0">
              <a:buNone/>
              <a:defRPr sz="1800">
                <a:solidFill>
                  <a:schemeClr val="tx1">
                    <a:tint val="75000"/>
                  </a:schemeClr>
                </a:solidFill>
              </a:defRPr>
            </a:lvl1pPr>
            <a:lvl2pPr marL="342900" indent="0">
              <a:buNone/>
              <a:defRPr sz="1500">
                <a:solidFill>
                  <a:schemeClr val="tx1">
                    <a:tint val="75000"/>
                  </a:schemeClr>
                </a:solidFill>
              </a:defRPr>
            </a:lvl2pPr>
            <a:lvl3pPr marL="685800" indent="0">
              <a:buNone/>
              <a:defRPr sz="1350">
                <a:solidFill>
                  <a:schemeClr val="tx1">
                    <a:tint val="75000"/>
                  </a:schemeClr>
                </a:solidFill>
              </a:defRPr>
            </a:lvl3pPr>
            <a:lvl4pPr marL="1028700" indent="0">
              <a:buNone/>
              <a:defRPr sz="1200">
                <a:solidFill>
                  <a:schemeClr val="tx1">
                    <a:tint val="75000"/>
                  </a:schemeClr>
                </a:solidFill>
              </a:defRPr>
            </a:lvl4pPr>
            <a:lvl5pPr marL="1371600" indent="0">
              <a:buNone/>
              <a:defRPr sz="1200">
                <a:solidFill>
                  <a:schemeClr val="tx1">
                    <a:tint val="75000"/>
                  </a:schemeClr>
                </a:solidFill>
              </a:defRPr>
            </a:lvl5pPr>
            <a:lvl6pPr marL="1714500" indent="0">
              <a:buNone/>
              <a:defRPr sz="1200">
                <a:solidFill>
                  <a:schemeClr val="tx1">
                    <a:tint val="75000"/>
                  </a:schemeClr>
                </a:solidFill>
              </a:defRPr>
            </a:lvl6pPr>
            <a:lvl7pPr marL="2057400" indent="0">
              <a:buNone/>
              <a:defRPr sz="1200">
                <a:solidFill>
                  <a:schemeClr val="tx1">
                    <a:tint val="75000"/>
                  </a:schemeClr>
                </a:solidFill>
              </a:defRPr>
            </a:lvl7pPr>
            <a:lvl8pPr marL="2400300" indent="0">
              <a:buNone/>
              <a:defRPr sz="1200">
                <a:solidFill>
                  <a:schemeClr val="tx1">
                    <a:tint val="75000"/>
                  </a:schemeClr>
                </a:solidFill>
              </a:defRPr>
            </a:lvl8pPr>
            <a:lvl9pPr marL="2743200" indent="0">
              <a:buNone/>
              <a:defRPr sz="1200">
                <a:solidFill>
                  <a:schemeClr val="tx1">
                    <a:tint val="75000"/>
                  </a:schemeClr>
                </a:solidFill>
              </a:defRPr>
            </a:lvl9pPr>
          </a:lstStyle>
          <a:p>
            <a:pPr lvl="0"/>
            <a:r>
              <a:rPr lang="en-US" smtClean="0"/>
              <a:t>Edit Master text styles</a:t>
            </a:r>
          </a:p>
        </p:txBody>
      </p:sp>
      <p:sp>
        <p:nvSpPr>
          <p:cNvPr id="4" name="Date Placeholder 3"/>
          <p:cNvSpPr>
            <a:spLocks noGrp="1"/>
          </p:cNvSpPr>
          <p:nvPr>
            <p:ph type="dt" sz="half" idx="10"/>
          </p:nvPr>
        </p:nvSpPr>
        <p:spPr/>
        <p:txBody>
          <a:bodyPr/>
          <a:lstStyle/>
          <a:p>
            <a:pPr>
              <a:defRPr/>
            </a:pPr>
            <a:fld id="{E1F16B45-9F87-4906-86B4-1C1A35DE67F6}" type="datetime1">
              <a:rPr lang="en-SG" smtClean="0"/>
              <a:t>16/1/2018</a:t>
            </a:fld>
            <a:endParaRPr lang="en-US"/>
          </a:p>
        </p:txBody>
      </p:sp>
      <p:sp>
        <p:nvSpPr>
          <p:cNvPr id="5" name="Footer Placeholder 4"/>
          <p:cNvSpPr>
            <a:spLocks noGrp="1"/>
          </p:cNvSpPr>
          <p:nvPr>
            <p:ph type="ftr" sz="quarter" idx="11"/>
          </p:nvPr>
        </p:nvSpPr>
        <p:spPr/>
        <p:txBody>
          <a:bodyPr/>
          <a:lstStyle/>
          <a:p>
            <a:pPr>
              <a:defRPr/>
            </a:pPr>
            <a:endParaRPr lang="en-US"/>
          </a:p>
        </p:txBody>
      </p:sp>
      <p:sp>
        <p:nvSpPr>
          <p:cNvPr id="6" name="Slide Number Placeholder 5"/>
          <p:cNvSpPr>
            <a:spLocks noGrp="1"/>
          </p:cNvSpPr>
          <p:nvPr>
            <p:ph type="sldNum" sz="quarter" idx="12"/>
          </p:nvPr>
        </p:nvSpPr>
        <p:spPr/>
        <p:txBody>
          <a:bodyPr/>
          <a:lstStyle/>
          <a:p>
            <a:pPr>
              <a:defRPr/>
            </a:pPr>
            <a:fld id="{F4D880A9-6E8F-4F99-971C-6090AFC85FCA}" type="slidenum">
              <a:rPr lang="en-US" smtClean="0"/>
              <a:pPr>
                <a:defRPr/>
              </a:pPr>
              <a:t>‹#›</a:t>
            </a:fld>
            <a:endParaRPr lang="en-US"/>
          </a:p>
        </p:txBody>
      </p:sp>
    </p:spTree>
    <p:extLst>
      <p:ext uri="{BB962C8B-B14F-4D97-AF65-F5344CB8AC3E}">
        <p14:creationId xmlns:p14="http://schemas.microsoft.com/office/powerpoint/2010/main" val="3193735013"/>
      </p:ext>
    </p:extLst>
  </p:cSld>
  <p:clrMapOvr>
    <a:masterClrMapping/>
  </p:clrMapOvr>
</p:sldLayout>
</file>

<file path=ppt/slideLayouts/slideLayout18.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SG"/>
          </a:p>
        </p:txBody>
      </p:sp>
      <p:sp>
        <p:nvSpPr>
          <p:cNvPr id="3" name="Content Placeholder 2"/>
          <p:cNvSpPr>
            <a:spLocks noGrp="1"/>
          </p:cNvSpPr>
          <p:nvPr>
            <p:ph sz="half" idx="1"/>
          </p:nvPr>
        </p:nvSpPr>
        <p:spPr>
          <a:xfrm>
            <a:off x="628650" y="1825625"/>
            <a:ext cx="3886200" cy="4351338"/>
          </a:xfrm>
        </p:spPr>
        <p:txBody>
          <a:bodyPr/>
          <a:lstStyle/>
          <a:p>
            <a:pPr lvl="0"/>
            <a:r>
              <a:rPr lang="en-US" smtClean="0"/>
              <a:t>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SG"/>
          </a:p>
        </p:txBody>
      </p:sp>
      <p:sp>
        <p:nvSpPr>
          <p:cNvPr id="4" name="Content Placeholder 3"/>
          <p:cNvSpPr>
            <a:spLocks noGrp="1"/>
          </p:cNvSpPr>
          <p:nvPr>
            <p:ph sz="half" idx="2"/>
          </p:nvPr>
        </p:nvSpPr>
        <p:spPr>
          <a:xfrm>
            <a:off x="4629150" y="1825625"/>
            <a:ext cx="3886200" cy="4351338"/>
          </a:xfrm>
        </p:spPr>
        <p:txBody>
          <a:bodyPr/>
          <a:lstStyle/>
          <a:p>
            <a:pPr lvl="0"/>
            <a:r>
              <a:rPr lang="en-US" smtClean="0"/>
              <a:t>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SG"/>
          </a:p>
        </p:txBody>
      </p:sp>
      <p:sp>
        <p:nvSpPr>
          <p:cNvPr id="5" name="Date Placeholder 4"/>
          <p:cNvSpPr>
            <a:spLocks noGrp="1"/>
          </p:cNvSpPr>
          <p:nvPr>
            <p:ph type="dt" sz="half" idx="10"/>
          </p:nvPr>
        </p:nvSpPr>
        <p:spPr/>
        <p:txBody>
          <a:bodyPr/>
          <a:lstStyle/>
          <a:p>
            <a:pPr>
              <a:defRPr/>
            </a:pPr>
            <a:fld id="{15A3F97C-9F18-42FA-80D9-626328C32296}" type="datetime1">
              <a:rPr lang="en-SG" smtClean="0"/>
              <a:t>16/1/2018</a:t>
            </a:fld>
            <a:endParaRPr lang="en-US"/>
          </a:p>
        </p:txBody>
      </p:sp>
      <p:sp>
        <p:nvSpPr>
          <p:cNvPr id="6" name="Footer Placeholder 5"/>
          <p:cNvSpPr>
            <a:spLocks noGrp="1"/>
          </p:cNvSpPr>
          <p:nvPr>
            <p:ph type="ftr" sz="quarter" idx="11"/>
          </p:nvPr>
        </p:nvSpPr>
        <p:spPr/>
        <p:txBody>
          <a:bodyPr/>
          <a:lstStyle/>
          <a:p>
            <a:pPr>
              <a:defRPr/>
            </a:pPr>
            <a:endParaRPr lang="en-US"/>
          </a:p>
        </p:txBody>
      </p:sp>
      <p:sp>
        <p:nvSpPr>
          <p:cNvPr id="7" name="Slide Number Placeholder 6"/>
          <p:cNvSpPr>
            <a:spLocks noGrp="1"/>
          </p:cNvSpPr>
          <p:nvPr>
            <p:ph type="sldNum" sz="quarter" idx="12"/>
          </p:nvPr>
        </p:nvSpPr>
        <p:spPr/>
        <p:txBody>
          <a:bodyPr/>
          <a:lstStyle/>
          <a:p>
            <a:pPr>
              <a:defRPr/>
            </a:pPr>
            <a:fld id="{AEE58E2C-FFC5-4F9B-A732-2E28FF2E66FA}" type="slidenum">
              <a:rPr lang="en-US" smtClean="0"/>
              <a:pPr>
                <a:defRPr/>
              </a:pPr>
              <a:t>‹#›</a:t>
            </a:fld>
            <a:endParaRPr lang="en-US"/>
          </a:p>
        </p:txBody>
      </p:sp>
    </p:spTree>
    <p:extLst>
      <p:ext uri="{BB962C8B-B14F-4D97-AF65-F5344CB8AC3E}">
        <p14:creationId xmlns:p14="http://schemas.microsoft.com/office/powerpoint/2010/main" val="1543344019"/>
      </p:ext>
    </p:extLst>
  </p:cSld>
  <p:clrMapOvr>
    <a:masterClrMapping/>
  </p:clrMapOvr>
</p:sldLayout>
</file>

<file path=ppt/slideLayouts/slideLayout19.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a:xfrm>
            <a:off x="629841" y="365126"/>
            <a:ext cx="7886700" cy="1325563"/>
          </a:xfrm>
        </p:spPr>
        <p:txBody>
          <a:bodyPr/>
          <a:lstStyle/>
          <a:p>
            <a:r>
              <a:rPr lang="en-US" smtClean="0"/>
              <a:t>Click to edit Master title style</a:t>
            </a:r>
            <a:endParaRPr lang="en-SG"/>
          </a:p>
        </p:txBody>
      </p:sp>
      <p:sp>
        <p:nvSpPr>
          <p:cNvPr id="3" name="Text Placeholder 2"/>
          <p:cNvSpPr>
            <a:spLocks noGrp="1"/>
          </p:cNvSpPr>
          <p:nvPr>
            <p:ph type="body" idx="1"/>
          </p:nvPr>
        </p:nvSpPr>
        <p:spPr>
          <a:xfrm>
            <a:off x="629842" y="1681163"/>
            <a:ext cx="3868340" cy="823912"/>
          </a:xfrm>
        </p:spPr>
        <p:txBody>
          <a:bodyPr anchor="b"/>
          <a:lstStyle>
            <a:lvl1pPr marL="0" indent="0">
              <a:buNone/>
              <a:defRPr sz="1800" b="1"/>
            </a:lvl1pPr>
            <a:lvl2pPr marL="342900" indent="0">
              <a:buNone/>
              <a:defRPr sz="1500" b="1"/>
            </a:lvl2pPr>
            <a:lvl3pPr marL="685800" indent="0">
              <a:buNone/>
              <a:defRPr sz="1350" b="1"/>
            </a:lvl3pPr>
            <a:lvl4pPr marL="1028700" indent="0">
              <a:buNone/>
              <a:defRPr sz="1200" b="1"/>
            </a:lvl4pPr>
            <a:lvl5pPr marL="1371600" indent="0">
              <a:buNone/>
              <a:defRPr sz="1200" b="1"/>
            </a:lvl5pPr>
            <a:lvl6pPr marL="1714500" indent="0">
              <a:buNone/>
              <a:defRPr sz="1200" b="1"/>
            </a:lvl6pPr>
            <a:lvl7pPr marL="2057400" indent="0">
              <a:buNone/>
              <a:defRPr sz="1200" b="1"/>
            </a:lvl7pPr>
            <a:lvl8pPr marL="2400300" indent="0">
              <a:buNone/>
              <a:defRPr sz="1200" b="1"/>
            </a:lvl8pPr>
            <a:lvl9pPr marL="2743200" indent="0">
              <a:buNone/>
              <a:defRPr sz="1200" b="1"/>
            </a:lvl9pPr>
          </a:lstStyle>
          <a:p>
            <a:pPr lvl="0"/>
            <a:r>
              <a:rPr lang="en-US" smtClean="0"/>
              <a:t>Edit Master text styles</a:t>
            </a:r>
          </a:p>
        </p:txBody>
      </p:sp>
      <p:sp>
        <p:nvSpPr>
          <p:cNvPr id="4" name="Content Placeholder 3"/>
          <p:cNvSpPr>
            <a:spLocks noGrp="1"/>
          </p:cNvSpPr>
          <p:nvPr>
            <p:ph sz="half" idx="2"/>
          </p:nvPr>
        </p:nvSpPr>
        <p:spPr>
          <a:xfrm>
            <a:off x="629842" y="2505075"/>
            <a:ext cx="3868340" cy="3684588"/>
          </a:xfrm>
        </p:spPr>
        <p:txBody>
          <a:bodyPr/>
          <a:lstStyle/>
          <a:p>
            <a:pPr lvl="0"/>
            <a:r>
              <a:rPr lang="en-US" smtClean="0"/>
              <a:t>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SG"/>
          </a:p>
        </p:txBody>
      </p:sp>
      <p:sp>
        <p:nvSpPr>
          <p:cNvPr id="5" name="Text Placeholder 4"/>
          <p:cNvSpPr>
            <a:spLocks noGrp="1"/>
          </p:cNvSpPr>
          <p:nvPr>
            <p:ph type="body" sz="quarter" idx="3"/>
          </p:nvPr>
        </p:nvSpPr>
        <p:spPr>
          <a:xfrm>
            <a:off x="4629150" y="1681163"/>
            <a:ext cx="3887391" cy="823912"/>
          </a:xfrm>
        </p:spPr>
        <p:txBody>
          <a:bodyPr anchor="b"/>
          <a:lstStyle>
            <a:lvl1pPr marL="0" indent="0">
              <a:buNone/>
              <a:defRPr sz="1800" b="1"/>
            </a:lvl1pPr>
            <a:lvl2pPr marL="342900" indent="0">
              <a:buNone/>
              <a:defRPr sz="1500" b="1"/>
            </a:lvl2pPr>
            <a:lvl3pPr marL="685800" indent="0">
              <a:buNone/>
              <a:defRPr sz="1350" b="1"/>
            </a:lvl3pPr>
            <a:lvl4pPr marL="1028700" indent="0">
              <a:buNone/>
              <a:defRPr sz="1200" b="1"/>
            </a:lvl4pPr>
            <a:lvl5pPr marL="1371600" indent="0">
              <a:buNone/>
              <a:defRPr sz="1200" b="1"/>
            </a:lvl5pPr>
            <a:lvl6pPr marL="1714500" indent="0">
              <a:buNone/>
              <a:defRPr sz="1200" b="1"/>
            </a:lvl6pPr>
            <a:lvl7pPr marL="2057400" indent="0">
              <a:buNone/>
              <a:defRPr sz="1200" b="1"/>
            </a:lvl7pPr>
            <a:lvl8pPr marL="2400300" indent="0">
              <a:buNone/>
              <a:defRPr sz="1200" b="1"/>
            </a:lvl8pPr>
            <a:lvl9pPr marL="2743200" indent="0">
              <a:buNone/>
              <a:defRPr sz="1200" b="1"/>
            </a:lvl9pPr>
          </a:lstStyle>
          <a:p>
            <a:pPr lvl="0"/>
            <a:r>
              <a:rPr lang="en-US" smtClean="0"/>
              <a:t>Edit Master text styles</a:t>
            </a:r>
          </a:p>
        </p:txBody>
      </p:sp>
      <p:sp>
        <p:nvSpPr>
          <p:cNvPr id="6" name="Content Placeholder 5"/>
          <p:cNvSpPr>
            <a:spLocks noGrp="1"/>
          </p:cNvSpPr>
          <p:nvPr>
            <p:ph sz="quarter" idx="4"/>
          </p:nvPr>
        </p:nvSpPr>
        <p:spPr>
          <a:xfrm>
            <a:off x="4629150" y="2505075"/>
            <a:ext cx="3887391" cy="3684588"/>
          </a:xfrm>
        </p:spPr>
        <p:txBody>
          <a:bodyPr/>
          <a:lstStyle/>
          <a:p>
            <a:pPr lvl="0"/>
            <a:r>
              <a:rPr lang="en-US" smtClean="0"/>
              <a:t>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SG"/>
          </a:p>
        </p:txBody>
      </p:sp>
      <p:sp>
        <p:nvSpPr>
          <p:cNvPr id="7" name="Date Placeholder 6"/>
          <p:cNvSpPr>
            <a:spLocks noGrp="1"/>
          </p:cNvSpPr>
          <p:nvPr>
            <p:ph type="dt" sz="half" idx="10"/>
          </p:nvPr>
        </p:nvSpPr>
        <p:spPr/>
        <p:txBody>
          <a:bodyPr/>
          <a:lstStyle/>
          <a:p>
            <a:pPr>
              <a:defRPr/>
            </a:pPr>
            <a:fld id="{E102F723-7E2F-41C8-8CEF-7823A9BBB035}" type="datetime1">
              <a:rPr lang="en-SG" smtClean="0"/>
              <a:t>16/1/2018</a:t>
            </a:fld>
            <a:endParaRPr lang="en-US"/>
          </a:p>
        </p:txBody>
      </p:sp>
      <p:sp>
        <p:nvSpPr>
          <p:cNvPr id="8" name="Footer Placeholder 7"/>
          <p:cNvSpPr>
            <a:spLocks noGrp="1"/>
          </p:cNvSpPr>
          <p:nvPr>
            <p:ph type="ftr" sz="quarter" idx="11"/>
          </p:nvPr>
        </p:nvSpPr>
        <p:spPr/>
        <p:txBody>
          <a:bodyPr/>
          <a:lstStyle/>
          <a:p>
            <a:pPr>
              <a:defRPr/>
            </a:pPr>
            <a:endParaRPr lang="en-US"/>
          </a:p>
        </p:txBody>
      </p:sp>
      <p:sp>
        <p:nvSpPr>
          <p:cNvPr id="9" name="Slide Number Placeholder 8"/>
          <p:cNvSpPr>
            <a:spLocks noGrp="1"/>
          </p:cNvSpPr>
          <p:nvPr>
            <p:ph type="sldNum" sz="quarter" idx="12"/>
          </p:nvPr>
        </p:nvSpPr>
        <p:spPr/>
        <p:txBody>
          <a:bodyPr/>
          <a:lstStyle/>
          <a:p>
            <a:pPr>
              <a:defRPr/>
            </a:pPr>
            <a:fld id="{69A208D4-97A7-4B38-8AEA-0AEEF2F14EB3}" type="slidenum">
              <a:rPr lang="en-US" smtClean="0"/>
              <a:pPr>
                <a:defRPr/>
              </a:pPr>
              <a:t>‹#›</a:t>
            </a:fld>
            <a:endParaRPr lang="en-US"/>
          </a:p>
        </p:txBody>
      </p:sp>
    </p:spTree>
    <p:extLst>
      <p:ext uri="{BB962C8B-B14F-4D97-AF65-F5344CB8AC3E}">
        <p14:creationId xmlns:p14="http://schemas.microsoft.com/office/powerpoint/2010/main" val="3415574219"/>
      </p:ext>
    </p:extLst>
  </p:cSld>
  <p:clrMapOvr>
    <a:masterClrMapping/>
  </p:clrMapOvr>
</p:sldLayout>
</file>

<file path=ppt/slideLayouts/slideLayout20.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SG"/>
          </a:p>
        </p:txBody>
      </p:sp>
      <p:sp>
        <p:nvSpPr>
          <p:cNvPr id="3" name="Date Placeholder 2"/>
          <p:cNvSpPr>
            <a:spLocks noGrp="1"/>
          </p:cNvSpPr>
          <p:nvPr>
            <p:ph type="dt" sz="half" idx="10"/>
          </p:nvPr>
        </p:nvSpPr>
        <p:spPr/>
        <p:txBody>
          <a:bodyPr/>
          <a:lstStyle/>
          <a:p>
            <a:pPr>
              <a:defRPr/>
            </a:pPr>
            <a:fld id="{65514FDC-31CF-4145-B8FB-973DAD5BED31}" type="datetime1">
              <a:rPr lang="en-SG" smtClean="0"/>
              <a:t>16/1/2018</a:t>
            </a:fld>
            <a:endParaRPr lang="en-US"/>
          </a:p>
        </p:txBody>
      </p:sp>
      <p:sp>
        <p:nvSpPr>
          <p:cNvPr id="4" name="Footer Placeholder 3"/>
          <p:cNvSpPr>
            <a:spLocks noGrp="1"/>
          </p:cNvSpPr>
          <p:nvPr>
            <p:ph type="ftr" sz="quarter" idx="11"/>
          </p:nvPr>
        </p:nvSpPr>
        <p:spPr/>
        <p:txBody>
          <a:bodyPr/>
          <a:lstStyle/>
          <a:p>
            <a:pPr>
              <a:defRPr/>
            </a:pPr>
            <a:endParaRPr lang="en-US"/>
          </a:p>
        </p:txBody>
      </p:sp>
      <p:sp>
        <p:nvSpPr>
          <p:cNvPr id="5" name="Slide Number Placeholder 4"/>
          <p:cNvSpPr>
            <a:spLocks noGrp="1"/>
          </p:cNvSpPr>
          <p:nvPr>
            <p:ph type="sldNum" sz="quarter" idx="12"/>
          </p:nvPr>
        </p:nvSpPr>
        <p:spPr/>
        <p:txBody>
          <a:bodyPr/>
          <a:lstStyle/>
          <a:p>
            <a:pPr>
              <a:defRPr/>
            </a:pPr>
            <a:fld id="{51FF8392-828F-4E16-96F5-56CCE1A0406F}" type="slidenum">
              <a:rPr lang="en-US" smtClean="0"/>
              <a:pPr>
                <a:defRPr/>
              </a:pPr>
              <a:t>‹#›</a:t>
            </a:fld>
            <a:endParaRPr lang="en-US"/>
          </a:p>
        </p:txBody>
      </p:sp>
    </p:spTree>
    <p:extLst>
      <p:ext uri="{BB962C8B-B14F-4D97-AF65-F5344CB8AC3E}">
        <p14:creationId xmlns:p14="http://schemas.microsoft.com/office/powerpoint/2010/main" val="2226350153"/>
      </p:ext>
    </p:extLst>
  </p:cSld>
  <p:clrMapOvr>
    <a:masterClrMapping/>
  </p:clrMapOvr>
</p:sldLayout>
</file>

<file path=ppt/slideLayouts/slideLayout21.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pPr>
              <a:defRPr/>
            </a:pPr>
            <a:fld id="{BDC9DDAA-A157-4DF9-BB1E-76C9C01D0ED4}" type="datetime1">
              <a:rPr lang="en-SG" smtClean="0"/>
              <a:t>16/1/2018</a:t>
            </a:fld>
            <a:endParaRPr lang="en-US"/>
          </a:p>
        </p:txBody>
      </p:sp>
      <p:sp>
        <p:nvSpPr>
          <p:cNvPr id="3" name="Footer Placeholder 2"/>
          <p:cNvSpPr>
            <a:spLocks noGrp="1"/>
          </p:cNvSpPr>
          <p:nvPr>
            <p:ph type="ftr" sz="quarter" idx="11"/>
          </p:nvPr>
        </p:nvSpPr>
        <p:spPr/>
        <p:txBody>
          <a:bodyPr/>
          <a:lstStyle/>
          <a:p>
            <a:pPr>
              <a:defRPr/>
            </a:pPr>
            <a:endParaRPr lang="en-US"/>
          </a:p>
        </p:txBody>
      </p:sp>
      <p:sp>
        <p:nvSpPr>
          <p:cNvPr id="4" name="Slide Number Placeholder 3"/>
          <p:cNvSpPr>
            <a:spLocks noGrp="1"/>
          </p:cNvSpPr>
          <p:nvPr>
            <p:ph type="sldNum" sz="quarter" idx="12"/>
          </p:nvPr>
        </p:nvSpPr>
        <p:spPr/>
        <p:txBody>
          <a:bodyPr/>
          <a:lstStyle/>
          <a:p>
            <a:pPr>
              <a:defRPr/>
            </a:pPr>
            <a:fld id="{80BAA8D2-C880-4D95-98F2-B77B0F6F026B}" type="slidenum">
              <a:rPr lang="en-US" smtClean="0"/>
              <a:pPr>
                <a:defRPr/>
              </a:pPr>
              <a:t>‹#›</a:t>
            </a:fld>
            <a:endParaRPr lang="en-US"/>
          </a:p>
        </p:txBody>
      </p:sp>
    </p:spTree>
    <p:extLst>
      <p:ext uri="{BB962C8B-B14F-4D97-AF65-F5344CB8AC3E}">
        <p14:creationId xmlns:p14="http://schemas.microsoft.com/office/powerpoint/2010/main" val="1783303616"/>
      </p:ext>
    </p:extLst>
  </p:cSld>
  <p:clrMapOvr>
    <a:masterClrMapping/>
  </p:clrMapOvr>
</p:sldLayout>
</file>

<file path=ppt/slideLayouts/slideLayout22.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629841" y="457200"/>
            <a:ext cx="2949178" cy="1600200"/>
          </a:xfrm>
        </p:spPr>
        <p:txBody>
          <a:bodyPr anchor="b"/>
          <a:lstStyle>
            <a:lvl1pPr>
              <a:defRPr sz="2400"/>
            </a:lvl1pPr>
          </a:lstStyle>
          <a:p>
            <a:r>
              <a:rPr lang="en-US" smtClean="0"/>
              <a:t>Click to edit Master title style</a:t>
            </a:r>
            <a:endParaRPr lang="en-SG"/>
          </a:p>
        </p:txBody>
      </p:sp>
      <p:sp>
        <p:nvSpPr>
          <p:cNvPr id="3" name="Content Placeholder 2"/>
          <p:cNvSpPr>
            <a:spLocks noGrp="1"/>
          </p:cNvSpPr>
          <p:nvPr>
            <p:ph idx="1"/>
          </p:nvPr>
        </p:nvSpPr>
        <p:spPr>
          <a:xfrm>
            <a:off x="3887391" y="987426"/>
            <a:ext cx="4629150" cy="4873625"/>
          </a:xfrm>
        </p:spPr>
        <p:txBody>
          <a:bodyPr/>
          <a:lstStyle>
            <a:lvl1pPr>
              <a:defRPr sz="2400"/>
            </a:lvl1pPr>
            <a:lvl2pPr>
              <a:defRPr sz="2100"/>
            </a:lvl2pPr>
            <a:lvl3pPr>
              <a:defRPr sz="1800"/>
            </a:lvl3pPr>
            <a:lvl4pPr>
              <a:defRPr sz="1500"/>
            </a:lvl4pPr>
            <a:lvl5pPr>
              <a:defRPr sz="1500"/>
            </a:lvl5pPr>
            <a:lvl6pPr>
              <a:defRPr sz="1500"/>
            </a:lvl6pPr>
            <a:lvl7pPr>
              <a:defRPr sz="1500"/>
            </a:lvl7pPr>
            <a:lvl8pPr>
              <a:defRPr sz="1500"/>
            </a:lvl8pPr>
            <a:lvl9pPr>
              <a:defRPr sz="1500"/>
            </a:lvl9pPr>
          </a:lstStyle>
          <a:p>
            <a:pPr lvl="0"/>
            <a:r>
              <a:rPr lang="en-US" smtClean="0"/>
              <a:t>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SG"/>
          </a:p>
        </p:txBody>
      </p:sp>
      <p:sp>
        <p:nvSpPr>
          <p:cNvPr id="4" name="Text Placeholder 3"/>
          <p:cNvSpPr>
            <a:spLocks noGrp="1"/>
          </p:cNvSpPr>
          <p:nvPr>
            <p:ph type="body" sz="half" idx="2"/>
          </p:nvPr>
        </p:nvSpPr>
        <p:spPr>
          <a:xfrm>
            <a:off x="629841" y="2057400"/>
            <a:ext cx="2949178" cy="3811588"/>
          </a:xfrm>
        </p:spPr>
        <p:txBody>
          <a:bodyPr/>
          <a:lstStyle>
            <a:lvl1pPr marL="0" indent="0">
              <a:buNone/>
              <a:defRPr sz="1200"/>
            </a:lvl1pPr>
            <a:lvl2pPr marL="342900" indent="0">
              <a:buNone/>
              <a:defRPr sz="1050"/>
            </a:lvl2pPr>
            <a:lvl3pPr marL="685800" indent="0">
              <a:buNone/>
              <a:defRPr sz="900"/>
            </a:lvl3pPr>
            <a:lvl4pPr marL="1028700" indent="0">
              <a:buNone/>
              <a:defRPr sz="750"/>
            </a:lvl4pPr>
            <a:lvl5pPr marL="1371600" indent="0">
              <a:buNone/>
              <a:defRPr sz="750"/>
            </a:lvl5pPr>
            <a:lvl6pPr marL="1714500" indent="0">
              <a:buNone/>
              <a:defRPr sz="750"/>
            </a:lvl6pPr>
            <a:lvl7pPr marL="2057400" indent="0">
              <a:buNone/>
              <a:defRPr sz="750"/>
            </a:lvl7pPr>
            <a:lvl8pPr marL="2400300" indent="0">
              <a:buNone/>
              <a:defRPr sz="750"/>
            </a:lvl8pPr>
            <a:lvl9pPr marL="2743200" indent="0">
              <a:buNone/>
              <a:defRPr sz="750"/>
            </a:lvl9pPr>
          </a:lstStyle>
          <a:p>
            <a:pPr lvl="0"/>
            <a:r>
              <a:rPr lang="en-US" smtClean="0"/>
              <a:t>Edit Master text styles</a:t>
            </a:r>
          </a:p>
        </p:txBody>
      </p:sp>
      <p:sp>
        <p:nvSpPr>
          <p:cNvPr id="5" name="Date Placeholder 4"/>
          <p:cNvSpPr>
            <a:spLocks noGrp="1"/>
          </p:cNvSpPr>
          <p:nvPr>
            <p:ph type="dt" sz="half" idx="10"/>
          </p:nvPr>
        </p:nvSpPr>
        <p:spPr/>
        <p:txBody>
          <a:bodyPr/>
          <a:lstStyle/>
          <a:p>
            <a:pPr>
              <a:defRPr/>
            </a:pPr>
            <a:fld id="{4DF96C7E-CE42-4DB0-A7C7-88B5279BEF77}" type="datetime1">
              <a:rPr lang="en-SG" smtClean="0"/>
              <a:t>16/1/2018</a:t>
            </a:fld>
            <a:endParaRPr lang="en-US"/>
          </a:p>
        </p:txBody>
      </p:sp>
      <p:sp>
        <p:nvSpPr>
          <p:cNvPr id="6" name="Footer Placeholder 5"/>
          <p:cNvSpPr>
            <a:spLocks noGrp="1"/>
          </p:cNvSpPr>
          <p:nvPr>
            <p:ph type="ftr" sz="quarter" idx="11"/>
          </p:nvPr>
        </p:nvSpPr>
        <p:spPr/>
        <p:txBody>
          <a:bodyPr/>
          <a:lstStyle/>
          <a:p>
            <a:pPr>
              <a:defRPr/>
            </a:pPr>
            <a:endParaRPr lang="en-US"/>
          </a:p>
        </p:txBody>
      </p:sp>
      <p:sp>
        <p:nvSpPr>
          <p:cNvPr id="7" name="Slide Number Placeholder 6"/>
          <p:cNvSpPr>
            <a:spLocks noGrp="1"/>
          </p:cNvSpPr>
          <p:nvPr>
            <p:ph type="sldNum" sz="quarter" idx="12"/>
          </p:nvPr>
        </p:nvSpPr>
        <p:spPr/>
        <p:txBody>
          <a:bodyPr/>
          <a:lstStyle/>
          <a:p>
            <a:pPr>
              <a:defRPr/>
            </a:pPr>
            <a:fld id="{2580B842-5D14-4B17-94EC-5457238F9D9A}" type="slidenum">
              <a:rPr lang="en-US" smtClean="0"/>
              <a:pPr>
                <a:defRPr/>
              </a:pPr>
              <a:t>‹#›</a:t>
            </a:fld>
            <a:endParaRPr lang="en-US"/>
          </a:p>
        </p:txBody>
      </p:sp>
    </p:spTree>
    <p:extLst>
      <p:ext uri="{BB962C8B-B14F-4D97-AF65-F5344CB8AC3E}">
        <p14:creationId xmlns:p14="http://schemas.microsoft.com/office/powerpoint/2010/main" val="701435954"/>
      </p:ext>
    </p:extLst>
  </p:cSld>
  <p:clrMapOvr>
    <a:masterClrMapping/>
  </p:clrMapOvr>
</p:sldLayout>
</file>

<file path=ppt/slideLayouts/slideLayout23.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629841" y="457200"/>
            <a:ext cx="2949178" cy="1600200"/>
          </a:xfrm>
        </p:spPr>
        <p:txBody>
          <a:bodyPr anchor="b"/>
          <a:lstStyle>
            <a:lvl1pPr>
              <a:defRPr sz="2400"/>
            </a:lvl1pPr>
          </a:lstStyle>
          <a:p>
            <a:r>
              <a:rPr lang="en-US" smtClean="0"/>
              <a:t>Click to edit Master title style</a:t>
            </a:r>
            <a:endParaRPr lang="en-SG"/>
          </a:p>
        </p:txBody>
      </p:sp>
      <p:sp>
        <p:nvSpPr>
          <p:cNvPr id="3" name="Picture Placeholder 2"/>
          <p:cNvSpPr>
            <a:spLocks noGrp="1"/>
          </p:cNvSpPr>
          <p:nvPr>
            <p:ph type="pic" idx="1"/>
          </p:nvPr>
        </p:nvSpPr>
        <p:spPr>
          <a:xfrm>
            <a:off x="3887391" y="987426"/>
            <a:ext cx="4629150" cy="4873625"/>
          </a:xfrm>
        </p:spPr>
        <p:txBody>
          <a:bodyPr/>
          <a:lstStyle>
            <a:lvl1pPr marL="0" indent="0">
              <a:buNone/>
              <a:defRPr sz="2400"/>
            </a:lvl1pPr>
            <a:lvl2pPr marL="342900" indent="0">
              <a:buNone/>
              <a:defRPr sz="2100"/>
            </a:lvl2pPr>
            <a:lvl3pPr marL="685800" indent="0">
              <a:buNone/>
              <a:defRPr sz="1800"/>
            </a:lvl3pPr>
            <a:lvl4pPr marL="1028700" indent="0">
              <a:buNone/>
              <a:defRPr sz="1500"/>
            </a:lvl4pPr>
            <a:lvl5pPr marL="1371600" indent="0">
              <a:buNone/>
              <a:defRPr sz="1500"/>
            </a:lvl5pPr>
            <a:lvl6pPr marL="1714500" indent="0">
              <a:buNone/>
              <a:defRPr sz="1500"/>
            </a:lvl6pPr>
            <a:lvl7pPr marL="2057400" indent="0">
              <a:buNone/>
              <a:defRPr sz="1500"/>
            </a:lvl7pPr>
            <a:lvl8pPr marL="2400300" indent="0">
              <a:buNone/>
              <a:defRPr sz="1500"/>
            </a:lvl8pPr>
            <a:lvl9pPr marL="2743200" indent="0">
              <a:buNone/>
              <a:defRPr sz="1500"/>
            </a:lvl9pPr>
          </a:lstStyle>
          <a:p>
            <a:r>
              <a:rPr lang="en-US" smtClean="0"/>
              <a:t>Click icon to add picture</a:t>
            </a:r>
            <a:endParaRPr lang="en-SG"/>
          </a:p>
        </p:txBody>
      </p:sp>
      <p:sp>
        <p:nvSpPr>
          <p:cNvPr id="4" name="Text Placeholder 3"/>
          <p:cNvSpPr>
            <a:spLocks noGrp="1"/>
          </p:cNvSpPr>
          <p:nvPr>
            <p:ph type="body" sz="half" idx="2"/>
          </p:nvPr>
        </p:nvSpPr>
        <p:spPr>
          <a:xfrm>
            <a:off x="629841" y="2057400"/>
            <a:ext cx="2949178" cy="3811588"/>
          </a:xfrm>
        </p:spPr>
        <p:txBody>
          <a:bodyPr/>
          <a:lstStyle>
            <a:lvl1pPr marL="0" indent="0">
              <a:buNone/>
              <a:defRPr sz="1200"/>
            </a:lvl1pPr>
            <a:lvl2pPr marL="342900" indent="0">
              <a:buNone/>
              <a:defRPr sz="1050"/>
            </a:lvl2pPr>
            <a:lvl3pPr marL="685800" indent="0">
              <a:buNone/>
              <a:defRPr sz="900"/>
            </a:lvl3pPr>
            <a:lvl4pPr marL="1028700" indent="0">
              <a:buNone/>
              <a:defRPr sz="750"/>
            </a:lvl4pPr>
            <a:lvl5pPr marL="1371600" indent="0">
              <a:buNone/>
              <a:defRPr sz="750"/>
            </a:lvl5pPr>
            <a:lvl6pPr marL="1714500" indent="0">
              <a:buNone/>
              <a:defRPr sz="750"/>
            </a:lvl6pPr>
            <a:lvl7pPr marL="2057400" indent="0">
              <a:buNone/>
              <a:defRPr sz="750"/>
            </a:lvl7pPr>
            <a:lvl8pPr marL="2400300" indent="0">
              <a:buNone/>
              <a:defRPr sz="750"/>
            </a:lvl8pPr>
            <a:lvl9pPr marL="2743200" indent="0">
              <a:buNone/>
              <a:defRPr sz="750"/>
            </a:lvl9pPr>
          </a:lstStyle>
          <a:p>
            <a:pPr lvl="0"/>
            <a:r>
              <a:rPr lang="en-US" smtClean="0"/>
              <a:t>Edit Master text styles</a:t>
            </a:r>
          </a:p>
        </p:txBody>
      </p:sp>
      <p:sp>
        <p:nvSpPr>
          <p:cNvPr id="5" name="Date Placeholder 4"/>
          <p:cNvSpPr>
            <a:spLocks noGrp="1"/>
          </p:cNvSpPr>
          <p:nvPr>
            <p:ph type="dt" sz="half" idx="10"/>
          </p:nvPr>
        </p:nvSpPr>
        <p:spPr/>
        <p:txBody>
          <a:bodyPr/>
          <a:lstStyle/>
          <a:p>
            <a:pPr>
              <a:defRPr/>
            </a:pPr>
            <a:fld id="{DE958729-D48F-4566-8BD4-C45A08EE6EAC}" type="datetime1">
              <a:rPr lang="en-SG" smtClean="0"/>
              <a:t>16/1/2018</a:t>
            </a:fld>
            <a:endParaRPr lang="en-US"/>
          </a:p>
        </p:txBody>
      </p:sp>
      <p:sp>
        <p:nvSpPr>
          <p:cNvPr id="6" name="Footer Placeholder 5"/>
          <p:cNvSpPr>
            <a:spLocks noGrp="1"/>
          </p:cNvSpPr>
          <p:nvPr>
            <p:ph type="ftr" sz="quarter" idx="11"/>
          </p:nvPr>
        </p:nvSpPr>
        <p:spPr/>
        <p:txBody>
          <a:bodyPr/>
          <a:lstStyle/>
          <a:p>
            <a:pPr>
              <a:defRPr/>
            </a:pPr>
            <a:endParaRPr lang="en-US"/>
          </a:p>
        </p:txBody>
      </p:sp>
      <p:sp>
        <p:nvSpPr>
          <p:cNvPr id="7" name="Slide Number Placeholder 6"/>
          <p:cNvSpPr>
            <a:spLocks noGrp="1"/>
          </p:cNvSpPr>
          <p:nvPr>
            <p:ph type="sldNum" sz="quarter" idx="12"/>
          </p:nvPr>
        </p:nvSpPr>
        <p:spPr/>
        <p:txBody>
          <a:bodyPr/>
          <a:lstStyle/>
          <a:p>
            <a:pPr>
              <a:defRPr/>
            </a:pPr>
            <a:fld id="{610B9047-8566-4643-BC15-DC66EF98DEC3}" type="slidenum">
              <a:rPr lang="en-US" smtClean="0"/>
              <a:pPr>
                <a:defRPr/>
              </a:pPr>
              <a:t>‹#›</a:t>
            </a:fld>
            <a:endParaRPr lang="en-US"/>
          </a:p>
        </p:txBody>
      </p:sp>
    </p:spTree>
    <p:extLst>
      <p:ext uri="{BB962C8B-B14F-4D97-AF65-F5344CB8AC3E}">
        <p14:creationId xmlns:p14="http://schemas.microsoft.com/office/powerpoint/2010/main" val="289369076"/>
      </p:ext>
    </p:extLst>
  </p:cSld>
  <p:clrMapOvr>
    <a:masterClrMapping/>
  </p:clrMapOvr>
</p:sldLayout>
</file>

<file path=ppt/slideLayouts/slideLayout24.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SG"/>
          </a:p>
        </p:txBody>
      </p:sp>
      <p:sp>
        <p:nvSpPr>
          <p:cNvPr id="3" name="Vertical Text Placeholder 2"/>
          <p:cNvSpPr>
            <a:spLocks noGrp="1"/>
          </p:cNvSpPr>
          <p:nvPr>
            <p:ph type="body" orient="vert" idx="1"/>
          </p:nvPr>
        </p:nvSpPr>
        <p:spPr/>
        <p:txBody>
          <a:bodyPr vert="eaVert"/>
          <a:lstStyle/>
          <a:p>
            <a:pPr lvl="0"/>
            <a:r>
              <a:rPr lang="en-US" smtClean="0"/>
              <a:t>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SG"/>
          </a:p>
        </p:txBody>
      </p:sp>
      <p:sp>
        <p:nvSpPr>
          <p:cNvPr id="4" name="Date Placeholder 3"/>
          <p:cNvSpPr>
            <a:spLocks noGrp="1"/>
          </p:cNvSpPr>
          <p:nvPr>
            <p:ph type="dt" sz="half" idx="10"/>
          </p:nvPr>
        </p:nvSpPr>
        <p:spPr/>
        <p:txBody>
          <a:bodyPr/>
          <a:lstStyle/>
          <a:p>
            <a:pPr>
              <a:defRPr/>
            </a:pPr>
            <a:fld id="{9B6B2181-E9CA-4E8E-A695-492F1077D6B9}" type="datetime1">
              <a:rPr lang="en-SG" smtClean="0"/>
              <a:t>16/1/2018</a:t>
            </a:fld>
            <a:endParaRPr lang="en-US"/>
          </a:p>
        </p:txBody>
      </p:sp>
      <p:sp>
        <p:nvSpPr>
          <p:cNvPr id="5" name="Footer Placeholder 4"/>
          <p:cNvSpPr>
            <a:spLocks noGrp="1"/>
          </p:cNvSpPr>
          <p:nvPr>
            <p:ph type="ftr" sz="quarter" idx="11"/>
          </p:nvPr>
        </p:nvSpPr>
        <p:spPr/>
        <p:txBody>
          <a:bodyPr/>
          <a:lstStyle/>
          <a:p>
            <a:pPr>
              <a:defRPr/>
            </a:pPr>
            <a:endParaRPr lang="en-US"/>
          </a:p>
        </p:txBody>
      </p:sp>
      <p:sp>
        <p:nvSpPr>
          <p:cNvPr id="6" name="Slide Number Placeholder 5"/>
          <p:cNvSpPr>
            <a:spLocks noGrp="1"/>
          </p:cNvSpPr>
          <p:nvPr>
            <p:ph type="sldNum" sz="quarter" idx="12"/>
          </p:nvPr>
        </p:nvSpPr>
        <p:spPr/>
        <p:txBody>
          <a:bodyPr/>
          <a:lstStyle/>
          <a:p>
            <a:pPr>
              <a:defRPr/>
            </a:pPr>
            <a:fld id="{72A4D951-F209-4BAA-8847-8AFE90C22B33}" type="slidenum">
              <a:rPr lang="en-US" smtClean="0"/>
              <a:pPr>
                <a:defRPr/>
              </a:pPr>
              <a:t>‹#›</a:t>
            </a:fld>
            <a:endParaRPr lang="en-US"/>
          </a:p>
        </p:txBody>
      </p:sp>
    </p:spTree>
    <p:extLst>
      <p:ext uri="{BB962C8B-B14F-4D97-AF65-F5344CB8AC3E}">
        <p14:creationId xmlns:p14="http://schemas.microsoft.com/office/powerpoint/2010/main" val="513750022"/>
      </p:ext>
    </p:extLst>
  </p:cSld>
  <p:clrMapOvr>
    <a:masterClrMapping/>
  </p:clrMapOvr>
</p:sldLayout>
</file>

<file path=ppt/slideLayouts/slideLayout25.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543675" y="365125"/>
            <a:ext cx="1971675" cy="5811838"/>
          </a:xfrm>
        </p:spPr>
        <p:txBody>
          <a:bodyPr vert="eaVert"/>
          <a:lstStyle/>
          <a:p>
            <a:r>
              <a:rPr lang="en-US" smtClean="0"/>
              <a:t>Click to edit Master title style</a:t>
            </a:r>
            <a:endParaRPr lang="en-SG"/>
          </a:p>
        </p:txBody>
      </p:sp>
      <p:sp>
        <p:nvSpPr>
          <p:cNvPr id="3" name="Vertical Text Placeholder 2"/>
          <p:cNvSpPr>
            <a:spLocks noGrp="1"/>
          </p:cNvSpPr>
          <p:nvPr>
            <p:ph type="body" orient="vert" idx="1"/>
          </p:nvPr>
        </p:nvSpPr>
        <p:spPr>
          <a:xfrm>
            <a:off x="628650" y="365125"/>
            <a:ext cx="5800725" cy="5811838"/>
          </a:xfrm>
        </p:spPr>
        <p:txBody>
          <a:bodyPr vert="eaVert"/>
          <a:lstStyle/>
          <a:p>
            <a:pPr lvl="0"/>
            <a:r>
              <a:rPr lang="en-US" smtClean="0"/>
              <a:t>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SG"/>
          </a:p>
        </p:txBody>
      </p:sp>
      <p:sp>
        <p:nvSpPr>
          <p:cNvPr id="4" name="Date Placeholder 3"/>
          <p:cNvSpPr>
            <a:spLocks noGrp="1"/>
          </p:cNvSpPr>
          <p:nvPr>
            <p:ph type="dt" sz="half" idx="10"/>
          </p:nvPr>
        </p:nvSpPr>
        <p:spPr/>
        <p:txBody>
          <a:bodyPr/>
          <a:lstStyle/>
          <a:p>
            <a:pPr>
              <a:defRPr/>
            </a:pPr>
            <a:fld id="{091E6829-9DB1-49E3-9964-4D0D2718C9F1}" type="datetime1">
              <a:rPr lang="en-SG" smtClean="0"/>
              <a:t>16/1/2018</a:t>
            </a:fld>
            <a:endParaRPr lang="en-US"/>
          </a:p>
        </p:txBody>
      </p:sp>
      <p:sp>
        <p:nvSpPr>
          <p:cNvPr id="5" name="Footer Placeholder 4"/>
          <p:cNvSpPr>
            <a:spLocks noGrp="1"/>
          </p:cNvSpPr>
          <p:nvPr>
            <p:ph type="ftr" sz="quarter" idx="11"/>
          </p:nvPr>
        </p:nvSpPr>
        <p:spPr/>
        <p:txBody>
          <a:bodyPr/>
          <a:lstStyle/>
          <a:p>
            <a:pPr>
              <a:defRPr/>
            </a:pPr>
            <a:endParaRPr lang="en-US"/>
          </a:p>
        </p:txBody>
      </p:sp>
      <p:sp>
        <p:nvSpPr>
          <p:cNvPr id="6" name="Slide Number Placeholder 5"/>
          <p:cNvSpPr>
            <a:spLocks noGrp="1"/>
          </p:cNvSpPr>
          <p:nvPr>
            <p:ph type="sldNum" sz="quarter" idx="12"/>
          </p:nvPr>
        </p:nvSpPr>
        <p:spPr/>
        <p:txBody>
          <a:bodyPr/>
          <a:lstStyle/>
          <a:p>
            <a:pPr>
              <a:defRPr/>
            </a:pPr>
            <a:fld id="{8FCEA594-2BEA-4B23-90F2-3878DFBD314F}" type="slidenum">
              <a:rPr lang="en-US" smtClean="0"/>
              <a:pPr>
                <a:defRPr/>
              </a:pPr>
              <a:t>‹#›</a:t>
            </a:fld>
            <a:endParaRPr lang="en-US"/>
          </a:p>
        </p:txBody>
      </p:sp>
    </p:spTree>
    <p:extLst>
      <p:ext uri="{BB962C8B-B14F-4D97-AF65-F5344CB8AC3E}">
        <p14:creationId xmlns:p14="http://schemas.microsoft.com/office/powerpoint/2010/main" val="4012855315"/>
      </p:ext>
    </p:extLst>
  </p:cSld>
  <p:clrMapOvr>
    <a:masterClrMapping/>
  </p:clrMapOvr>
</p:sldLayout>
</file>

<file path=ppt/slideLayouts/slideLayout26.xml><?xml version="1.0" encoding="utf-8"?>
<p:sldLayout xmlns:a="http://schemas.openxmlformats.org/drawingml/2006/main" xmlns:r="http://schemas.openxmlformats.org/officeDocument/2006/relationships" xmlns:p="http://schemas.openxmlformats.org/presentationml/2006/main" type="txAndObj">
  <p:cSld name="Title, Text, and Content">
    <p:spTree>
      <p:nvGrpSpPr>
        <p:cNvPr id="1" name=""/>
        <p:cNvGrpSpPr/>
        <p:nvPr/>
      </p:nvGrpSpPr>
      <p:grpSpPr>
        <a:xfrm>
          <a:off x="0" y="0"/>
          <a:ext cx="0" cy="0"/>
          <a:chOff x="0" y="0"/>
          <a:chExt cx="0" cy="0"/>
        </a:xfrm>
      </p:grpSpPr>
      <p:sp>
        <p:nvSpPr>
          <p:cNvPr id="2" name="Title 1"/>
          <p:cNvSpPr>
            <a:spLocks noGrp="1"/>
          </p:cNvSpPr>
          <p:nvPr>
            <p:ph type="title"/>
          </p:nvPr>
        </p:nvSpPr>
        <p:spPr>
          <a:xfrm>
            <a:off x="685800" y="381000"/>
            <a:ext cx="7772400" cy="533400"/>
          </a:xfrm>
        </p:spPr>
        <p:txBody>
          <a:bodyPr/>
          <a:lstStyle/>
          <a:p>
            <a:r>
              <a:rPr lang="en-US" smtClean="0"/>
              <a:t>Click to edit Master title style</a:t>
            </a:r>
            <a:endParaRPr lang="en-US"/>
          </a:p>
        </p:txBody>
      </p:sp>
      <p:sp>
        <p:nvSpPr>
          <p:cNvPr id="3" name="Text Placeholder 2"/>
          <p:cNvSpPr>
            <a:spLocks noGrp="1"/>
          </p:cNvSpPr>
          <p:nvPr>
            <p:ph type="body" sz="half" idx="1"/>
          </p:nvPr>
        </p:nvSpPr>
        <p:spPr>
          <a:xfrm>
            <a:off x="685800" y="1524000"/>
            <a:ext cx="3810000" cy="4572000"/>
          </a:xfrm>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524000"/>
            <a:ext cx="3810000" cy="4572000"/>
          </a:xfrm>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Rectangle 6"/>
          <p:cNvSpPr>
            <a:spLocks noGrp="1" noChangeArrowheads="1"/>
          </p:cNvSpPr>
          <p:nvPr>
            <p:ph type="dt" sz="half" idx="10"/>
          </p:nvPr>
        </p:nvSpPr>
        <p:spPr>
          <a:xfrm>
            <a:off x="0" y="6400800"/>
            <a:ext cx="1905000" cy="457200"/>
          </a:xfrm>
          <a:prstGeom prst="rect">
            <a:avLst/>
          </a:prstGeom>
        </p:spPr>
        <p:txBody>
          <a:bodyPr/>
          <a:lstStyle>
            <a:lvl1pPr>
              <a:defRPr/>
            </a:lvl1pPr>
          </a:lstStyle>
          <a:p>
            <a:pPr>
              <a:defRPr/>
            </a:pPr>
            <a:fld id="{6A93CF03-401D-468B-8260-C60D06B89997}" type="datetime1">
              <a:rPr lang="en-SG" smtClean="0"/>
              <a:t>16/1/2018</a:t>
            </a:fld>
            <a:endParaRPr lang="en-US"/>
          </a:p>
        </p:txBody>
      </p:sp>
      <p:sp>
        <p:nvSpPr>
          <p:cNvPr id="6" name="Rectangle 7"/>
          <p:cNvSpPr>
            <a:spLocks noGrp="1" noChangeArrowheads="1"/>
          </p:cNvSpPr>
          <p:nvPr>
            <p:ph type="ftr" sz="quarter" idx="11"/>
          </p:nvPr>
        </p:nvSpPr>
        <p:spPr>
          <a:xfrm>
            <a:off x="2057400" y="6400800"/>
            <a:ext cx="5029200" cy="457200"/>
          </a:xfrm>
        </p:spPr>
        <p:txBody>
          <a:bodyPr/>
          <a:lstStyle>
            <a:lvl1pPr>
              <a:defRPr/>
            </a:lvl1pPr>
          </a:lstStyle>
          <a:p>
            <a:pPr>
              <a:defRPr/>
            </a:pPr>
            <a:endParaRPr lang="en-US"/>
          </a:p>
        </p:txBody>
      </p:sp>
      <p:sp>
        <p:nvSpPr>
          <p:cNvPr id="7" name="Rectangle 8"/>
          <p:cNvSpPr>
            <a:spLocks noGrp="1" noChangeArrowheads="1"/>
          </p:cNvSpPr>
          <p:nvPr>
            <p:ph type="sldNum" sz="quarter" idx="12"/>
          </p:nvPr>
        </p:nvSpPr>
        <p:spPr>
          <a:xfrm>
            <a:off x="7239000" y="6400800"/>
            <a:ext cx="1905000" cy="457200"/>
          </a:xfrm>
        </p:spPr>
        <p:txBody>
          <a:bodyPr/>
          <a:lstStyle>
            <a:lvl1pPr>
              <a:defRPr/>
            </a:lvl1pPr>
          </a:lstStyle>
          <a:p>
            <a:pPr>
              <a:defRPr/>
            </a:pPr>
            <a:fld id="{91336668-215A-4894-BC25-EB21FBEA30CF}" type="slidenum">
              <a:rPr lang="en-US"/>
              <a:pPr>
                <a:defRPr/>
              </a:pPr>
              <a:t>‹#›</a:t>
            </a:fld>
            <a:endParaRPr lang="en-US"/>
          </a:p>
        </p:txBody>
      </p:sp>
    </p:spTree>
    <p:extLst>
      <p:ext uri="{BB962C8B-B14F-4D97-AF65-F5344CB8AC3E}">
        <p14:creationId xmlns:p14="http://schemas.microsoft.com/office/powerpoint/2010/main" val="4087415888"/>
      </p:ext>
    </p:extLst>
  </p:cSld>
  <p:clrMapOvr>
    <a:masterClrMapping/>
  </p:clrMapOvr>
</p:sldLayout>
</file>

<file path=ppt/slideLayouts/slideLayout27.xml><?xml version="1.0" encoding="utf-8"?>
<p:sldLayout xmlns:a="http://schemas.openxmlformats.org/drawingml/2006/main" xmlns:r="http://schemas.openxmlformats.org/officeDocument/2006/relationships" xmlns:p="http://schemas.openxmlformats.org/presentationml/2006/main" type="txAndTwoObj">
  <p:cSld name="Title, Text, and 2 Content">
    <p:spTree>
      <p:nvGrpSpPr>
        <p:cNvPr id="1" name=""/>
        <p:cNvGrpSpPr/>
        <p:nvPr/>
      </p:nvGrpSpPr>
      <p:grpSpPr>
        <a:xfrm>
          <a:off x="0" y="0"/>
          <a:ext cx="0" cy="0"/>
          <a:chOff x="0" y="0"/>
          <a:chExt cx="0" cy="0"/>
        </a:xfrm>
      </p:grpSpPr>
      <p:sp>
        <p:nvSpPr>
          <p:cNvPr id="2" name="Title 1"/>
          <p:cNvSpPr>
            <a:spLocks noGrp="1"/>
          </p:cNvSpPr>
          <p:nvPr>
            <p:ph type="title"/>
          </p:nvPr>
        </p:nvSpPr>
        <p:spPr>
          <a:xfrm>
            <a:off x="685800" y="381000"/>
            <a:ext cx="7772400" cy="533400"/>
          </a:xfrm>
        </p:spPr>
        <p:txBody>
          <a:bodyPr/>
          <a:lstStyle/>
          <a:p>
            <a:r>
              <a:rPr lang="en-US" smtClean="0"/>
              <a:t>Click to edit Master title style</a:t>
            </a:r>
            <a:endParaRPr lang="en-US"/>
          </a:p>
        </p:txBody>
      </p:sp>
      <p:sp>
        <p:nvSpPr>
          <p:cNvPr id="3" name="Text Placeholder 2"/>
          <p:cNvSpPr>
            <a:spLocks noGrp="1"/>
          </p:cNvSpPr>
          <p:nvPr>
            <p:ph type="body" sz="half" idx="1"/>
          </p:nvPr>
        </p:nvSpPr>
        <p:spPr>
          <a:xfrm>
            <a:off x="685800" y="1524000"/>
            <a:ext cx="3810000" cy="4572000"/>
          </a:xfrm>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quarter" idx="2"/>
          </p:nvPr>
        </p:nvSpPr>
        <p:spPr>
          <a:xfrm>
            <a:off x="4648200" y="1524000"/>
            <a:ext cx="3810000" cy="2209800"/>
          </a:xfrm>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Content Placeholder 4"/>
          <p:cNvSpPr>
            <a:spLocks noGrp="1"/>
          </p:cNvSpPr>
          <p:nvPr>
            <p:ph sz="quarter" idx="3"/>
          </p:nvPr>
        </p:nvSpPr>
        <p:spPr>
          <a:xfrm>
            <a:off x="4648200" y="3886200"/>
            <a:ext cx="3810000" cy="2209800"/>
          </a:xfrm>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6" name="Rectangle 4"/>
          <p:cNvSpPr>
            <a:spLocks noGrp="1" noChangeArrowheads="1"/>
          </p:cNvSpPr>
          <p:nvPr>
            <p:ph type="dt" sz="half" idx="10"/>
          </p:nvPr>
        </p:nvSpPr>
        <p:spPr>
          <a:xfrm>
            <a:off x="0" y="6400800"/>
            <a:ext cx="1905000" cy="457200"/>
          </a:xfrm>
          <a:prstGeom prst="rect">
            <a:avLst/>
          </a:prstGeom>
        </p:spPr>
        <p:txBody>
          <a:bodyPr/>
          <a:lstStyle>
            <a:lvl1pPr>
              <a:defRPr/>
            </a:lvl1pPr>
          </a:lstStyle>
          <a:p>
            <a:pPr>
              <a:defRPr/>
            </a:pPr>
            <a:fld id="{ED3091A5-4990-4929-8E4E-0B0FC720ECB2}" type="datetime1">
              <a:rPr lang="en-SG" smtClean="0"/>
              <a:t>16/1/2018</a:t>
            </a:fld>
            <a:endParaRPr lang="en-US"/>
          </a:p>
        </p:txBody>
      </p:sp>
      <p:sp>
        <p:nvSpPr>
          <p:cNvPr id="7" name="Rectangle 5"/>
          <p:cNvSpPr>
            <a:spLocks noGrp="1" noChangeArrowheads="1"/>
          </p:cNvSpPr>
          <p:nvPr>
            <p:ph type="ftr" sz="quarter" idx="11"/>
          </p:nvPr>
        </p:nvSpPr>
        <p:spPr>
          <a:xfrm>
            <a:off x="2057400" y="6400800"/>
            <a:ext cx="5029200" cy="457200"/>
          </a:xfrm>
        </p:spPr>
        <p:txBody>
          <a:bodyPr/>
          <a:lstStyle>
            <a:lvl1pPr>
              <a:defRPr/>
            </a:lvl1pPr>
          </a:lstStyle>
          <a:p>
            <a:pPr>
              <a:defRPr/>
            </a:pPr>
            <a:endParaRPr lang="en-US"/>
          </a:p>
        </p:txBody>
      </p:sp>
      <p:sp>
        <p:nvSpPr>
          <p:cNvPr id="8" name="Rectangle 6"/>
          <p:cNvSpPr>
            <a:spLocks noGrp="1" noChangeArrowheads="1"/>
          </p:cNvSpPr>
          <p:nvPr>
            <p:ph type="sldNum" sz="quarter" idx="12"/>
          </p:nvPr>
        </p:nvSpPr>
        <p:spPr>
          <a:xfrm>
            <a:off x="7239000" y="6400800"/>
            <a:ext cx="1905000" cy="457200"/>
          </a:xfrm>
        </p:spPr>
        <p:txBody>
          <a:bodyPr/>
          <a:lstStyle>
            <a:lvl1pPr>
              <a:defRPr/>
            </a:lvl1pPr>
          </a:lstStyle>
          <a:p>
            <a:pPr>
              <a:defRPr/>
            </a:pPr>
            <a:fld id="{3A1F2490-B094-412B-A59B-E6CBCE8A34BF}" type="slidenum">
              <a:rPr lang="en-US"/>
              <a:pPr>
                <a:defRPr/>
              </a:pPr>
              <a:t>‹#›</a:t>
            </a:fld>
            <a:endParaRPr lang="en-US"/>
          </a:p>
        </p:txBody>
      </p:sp>
    </p:spTree>
    <p:extLst>
      <p:ext uri="{BB962C8B-B14F-4D97-AF65-F5344CB8AC3E}">
        <p14:creationId xmlns:p14="http://schemas.microsoft.com/office/powerpoint/2010/main" val="43561761"/>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13" Type="http://schemas.openxmlformats.org/officeDocument/2006/relationships/slideLayout" Target="../slideLayouts/slideLayout13.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slideLayout" Target="../slideLayouts/slideLayout12.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5" Type="http://schemas.openxmlformats.org/officeDocument/2006/relationships/theme" Target="../theme/theme1.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 Id="rId14" Type="http://schemas.openxmlformats.org/officeDocument/2006/relationships/slideLayout" Target="../slideLayouts/slideLayout14.xml"/></Relationships>
</file>

<file path=ppt/slideMasters/_rels/slideMaster2.xml.rels><?xml version="1.0" encoding="UTF-8" standalone="yes"?>
<Relationships xmlns="http://schemas.openxmlformats.org/package/2006/relationships"><Relationship Id="rId8" Type="http://schemas.openxmlformats.org/officeDocument/2006/relationships/slideLayout" Target="../slideLayouts/slideLayout22.xml"/><Relationship Id="rId13" Type="http://schemas.openxmlformats.org/officeDocument/2006/relationships/slideLayout" Target="../slideLayouts/slideLayout27.xml"/><Relationship Id="rId3" Type="http://schemas.openxmlformats.org/officeDocument/2006/relationships/slideLayout" Target="../slideLayouts/slideLayout17.xml"/><Relationship Id="rId7" Type="http://schemas.openxmlformats.org/officeDocument/2006/relationships/slideLayout" Target="../slideLayouts/slideLayout21.xml"/><Relationship Id="rId12" Type="http://schemas.openxmlformats.org/officeDocument/2006/relationships/slideLayout" Target="../slideLayouts/slideLayout26.xml"/><Relationship Id="rId2" Type="http://schemas.openxmlformats.org/officeDocument/2006/relationships/slideLayout" Target="../slideLayouts/slideLayout16.xml"/><Relationship Id="rId1" Type="http://schemas.openxmlformats.org/officeDocument/2006/relationships/slideLayout" Target="../slideLayouts/slideLayout15.xml"/><Relationship Id="rId6" Type="http://schemas.openxmlformats.org/officeDocument/2006/relationships/slideLayout" Target="../slideLayouts/slideLayout20.xml"/><Relationship Id="rId11" Type="http://schemas.openxmlformats.org/officeDocument/2006/relationships/slideLayout" Target="../slideLayouts/slideLayout25.xml"/><Relationship Id="rId5" Type="http://schemas.openxmlformats.org/officeDocument/2006/relationships/slideLayout" Target="../slideLayouts/slideLayout19.xml"/><Relationship Id="rId15" Type="http://schemas.openxmlformats.org/officeDocument/2006/relationships/image" Target="../media/image1.jpeg"/><Relationship Id="rId10" Type="http://schemas.openxmlformats.org/officeDocument/2006/relationships/slideLayout" Target="../slideLayouts/slideLayout24.xml"/><Relationship Id="rId4" Type="http://schemas.openxmlformats.org/officeDocument/2006/relationships/slideLayout" Target="../slideLayouts/slideLayout18.xml"/><Relationship Id="rId9" Type="http://schemas.openxmlformats.org/officeDocument/2006/relationships/slideLayout" Target="../slideLayouts/slideLayout23.xml"/><Relationship Id="rId14" Type="http://schemas.openxmlformats.org/officeDocument/2006/relationships/theme" Target="../theme/theme2.xml"/></Relationships>
</file>

<file path=ppt/slideMasters/slideMaster1.xml><?xml version="1.0" encoding="utf-8"?>
<p:sldMaster xmlns:a="http://schemas.openxmlformats.org/drawingml/2006/main" xmlns:r="http://schemas.openxmlformats.org/officeDocument/2006/relationships" xmlns:p="http://schemas.openxmlformats.org/presentationml/2006/main" preserve="1">
  <p:cSld>
    <p:bg>
      <p:bgPr>
        <a:gradFill rotWithShape="0">
          <a:gsLst>
            <a:gs pos="0">
              <a:srgbClr val="006699"/>
            </a:gs>
            <a:gs pos="100000">
              <a:srgbClr val="005079"/>
            </a:gs>
          </a:gsLst>
          <a:lin ang="5400000" scaled="1"/>
        </a:gradFill>
        <a:effectLst/>
      </p:bgPr>
    </p:bg>
    <p:spTree>
      <p:nvGrpSpPr>
        <p:cNvPr id="1" name=""/>
        <p:cNvGrpSpPr/>
        <p:nvPr/>
      </p:nvGrpSpPr>
      <p:grpSpPr>
        <a:xfrm>
          <a:off x="0" y="0"/>
          <a:ext cx="0" cy="0"/>
          <a:chOff x="0" y="0"/>
          <a:chExt cx="0" cy="0"/>
        </a:xfrm>
      </p:grpSpPr>
      <p:sp>
        <p:nvSpPr>
          <p:cNvPr id="4098" name="Rectangle 2"/>
          <p:cNvSpPr>
            <a:spLocks noGrp="1" noChangeArrowheads="1"/>
          </p:cNvSpPr>
          <p:nvPr>
            <p:ph type="title"/>
          </p:nvPr>
        </p:nvSpPr>
        <p:spPr bwMode="auto">
          <a:xfrm>
            <a:off x="500063" y="214313"/>
            <a:ext cx="8286750" cy="533400"/>
          </a:xfrm>
          <a:prstGeom prst="rect">
            <a:avLst/>
          </a:prstGeom>
          <a:noFill/>
          <a:ln w="9525">
            <a:noFill/>
            <a:miter lim="800000"/>
            <a:headEnd/>
            <a:tailEnd/>
          </a:ln>
        </p:spPr>
        <p:txBody>
          <a:bodyPr vert="horz" wrap="square" lIns="91440" tIns="45720" rIns="91440" bIns="45720" numCol="1" anchor="ctr" anchorCtr="0" compatLnSpc="1">
            <a:prstTxWarp prst="textNoShape">
              <a:avLst/>
            </a:prstTxWarp>
          </a:bodyPr>
          <a:lstStyle/>
          <a:p>
            <a:pPr lvl="0"/>
            <a:r>
              <a:rPr lang="en-US" smtClean="0"/>
              <a:t>Session 1</a:t>
            </a:r>
          </a:p>
        </p:txBody>
      </p:sp>
      <p:sp>
        <p:nvSpPr>
          <p:cNvPr id="4099" name="Rectangle 3"/>
          <p:cNvSpPr>
            <a:spLocks noGrp="1" noChangeArrowheads="1"/>
          </p:cNvSpPr>
          <p:nvPr>
            <p:ph type="body" idx="1"/>
          </p:nvPr>
        </p:nvSpPr>
        <p:spPr bwMode="auto">
          <a:xfrm>
            <a:off x="500063" y="1285875"/>
            <a:ext cx="8286750" cy="5000625"/>
          </a:xfrm>
          <a:prstGeom prst="rect">
            <a:avLst/>
          </a:prstGeom>
          <a:noFill/>
          <a:ln w="9525">
            <a:noFill/>
            <a:miter lim="800000"/>
            <a:headEnd/>
            <a:tailEnd/>
          </a:ln>
        </p:spPr>
        <p:txBody>
          <a:bodyPr vert="horz" wrap="square" lIns="91440" tIns="45720" rIns="91440" bIns="45720" numCol="1" anchor="t" anchorCtr="0" compatLnSpc="1">
            <a:prstTxWarp prst="textNoShape">
              <a:avLst/>
            </a:prstTxWarp>
          </a:bodyPr>
          <a:lstStyle/>
          <a:p>
            <a:pPr lvl="0"/>
            <a:r>
              <a:rPr lang="en-US" smtClean="0"/>
              <a:t>Yesk to edit Master text styles</a:t>
            </a:r>
          </a:p>
          <a:p>
            <a:pPr lvl="1"/>
            <a:r>
              <a:rPr lang="en-US" smtClean="0"/>
              <a:t>Yesd level</a:t>
            </a:r>
          </a:p>
          <a:p>
            <a:pPr lvl="2"/>
            <a:r>
              <a:rPr lang="en-US" smtClean="0"/>
              <a:t>Third level</a:t>
            </a:r>
          </a:p>
          <a:p>
            <a:pPr lvl="3"/>
            <a:r>
              <a:rPr lang="en-US" smtClean="0"/>
              <a:t>Fourth level</a:t>
            </a:r>
          </a:p>
          <a:p>
            <a:pPr lvl="4"/>
            <a:r>
              <a:rPr lang="en-US" smtClean="0"/>
              <a:t>Fifth level</a:t>
            </a:r>
          </a:p>
        </p:txBody>
      </p:sp>
      <p:sp>
        <p:nvSpPr>
          <p:cNvPr id="173067" name="Line 11"/>
          <p:cNvSpPr>
            <a:spLocks noChangeShapeType="1"/>
          </p:cNvSpPr>
          <p:nvPr userDrawn="1"/>
        </p:nvSpPr>
        <p:spPr bwMode="auto">
          <a:xfrm>
            <a:off x="0" y="990600"/>
            <a:ext cx="9144000" cy="0"/>
          </a:xfrm>
          <a:prstGeom prst="line">
            <a:avLst/>
          </a:prstGeom>
          <a:noFill/>
          <a:ln w="38100">
            <a:solidFill>
              <a:srgbClr val="33CCCC"/>
            </a:solidFill>
            <a:round/>
            <a:headEnd/>
            <a:tailEnd/>
          </a:ln>
          <a:effectLst/>
        </p:spPr>
        <p:txBody>
          <a:bodyPr wrap="none" anchor="ctr"/>
          <a:lstStyle/>
          <a:p>
            <a:pPr>
              <a:defRPr/>
            </a:pPr>
            <a:endParaRPr lang="en-US"/>
          </a:p>
        </p:txBody>
      </p:sp>
      <p:sp>
        <p:nvSpPr>
          <p:cNvPr id="16" name="Rectangle 5"/>
          <p:cNvSpPr>
            <a:spLocks noGrp="1" noChangeArrowheads="1"/>
          </p:cNvSpPr>
          <p:nvPr>
            <p:ph type="ftr" sz="quarter" idx="3"/>
          </p:nvPr>
        </p:nvSpPr>
        <p:spPr>
          <a:xfrm>
            <a:off x="214313" y="6429375"/>
            <a:ext cx="2000250" cy="428625"/>
          </a:xfrm>
          <a:prstGeom prst="rect">
            <a:avLst/>
          </a:prstGeom>
          <a:ln/>
        </p:spPr>
        <p:txBody>
          <a:bodyPr/>
          <a:lstStyle>
            <a:lvl1pPr algn="l">
              <a:defRPr sz="1100">
                <a:effectLst/>
                <a:latin typeface="Arial" pitchFamily="34" charset="0"/>
                <a:cs typeface="Arial" pitchFamily="34" charset="0"/>
              </a:defRPr>
            </a:lvl1pPr>
          </a:lstStyle>
          <a:p>
            <a:pPr>
              <a:defRPr/>
            </a:pPr>
            <a:endParaRPr lang="en-US"/>
          </a:p>
        </p:txBody>
      </p:sp>
      <p:sp>
        <p:nvSpPr>
          <p:cNvPr id="17" name="Rectangle 6"/>
          <p:cNvSpPr>
            <a:spLocks noGrp="1" noChangeArrowheads="1"/>
          </p:cNvSpPr>
          <p:nvPr>
            <p:ph type="sldNum" sz="quarter" idx="4"/>
          </p:nvPr>
        </p:nvSpPr>
        <p:spPr>
          <a:xfrm>
            <a:off x="7072313" y="6400800"/>
            <a:ext cx="1905000" cy="457200"/>
          </a:xfrm>
          <a:prstGeom prst="rect">
            <a:avLst/>
          </a:prstGeom>
          <a:ln/>
        </p:spPr>
        <p:txBody>
          <a:bodyPr/>
          <a:lstStyle>
            <a:lvl1pPr algn="r">
              <a:defRPr sz="1100">
                <a:latin typeface="Arial" pitchFamily="34" charset="0"/>
                <a:cs typeface="Arial" pitchFamily="34" charset="0"/>
              </a:defRPr>
            </a:lvl1pPr>
          </a:lstStyle>
          <a:p>
            <a:pPr>
              <a:defRPr/>
            </a:pPr>
            <a:fld id="{2A2C89C4-F396-4C21-BFFE-0C6768D6C0D2}" type="slidenum">
              <a:rPr lang="en-US"/>
              <a:pPr>
                <a:defRPr/>
              </a:pPr>
              <a:t>‹#›</a:t>
            </a:fld>
            <a:endParaRPr lang="en-US"/>
          </a:p>
        </p:txBody>
      </p:sp>
    </p:spTree>
  </p:cSld>
  <p:clrMap bg1="dk2" tx1="lt1" bg2="dk1" tx2="lt2" accent1="accent1" accent2="accent2" accent3="accent3" accent4="accent4" accent5="accent5" accent6="accent6" hlink="hlink" folHlink="folHlink"/>
  <p:sldLayoutIdLst>
    <p:sldLayoutId id="2147483725" r:id="rId1"/>
    <p:sldLayoutId id="2147483726" r:id="rId2"/>
    <p:sldLayoutId id="2147483727" r:id="rId3"/>
    <p:sldLayoutId id="2147483728" r:id="rId4"/>
    <p:sldLayoutId id="2147483729" r:id="rId5"/>
    <p:sldLayoutId id="2147483730" r:id="rId6"/>
    <p:sldLayoutId id="2147483731" r:id="rId7"/>
    <p:sldLayoutId id="2147483732" r:id="rId8"/>
    <p:sldLayoutId id="2147483733" r:id="rId9"/>
    <p:sldLayoutId id="2147483734" r:id="rId10"/>
    <p:sldLayoutId id="2147483735" r:id="rId11"/>
    <p:sldLayoutId id="2147483736" r:id="rId12"/>
    <p:sldLayoutId id="2147483737" r:id="rId13"/>
    <p:sldLayoutId id="2147483738" r:id="rId14"/>
  </p:sldLayoutIdLst>
  <p:hf sldNum="0" hdr="0" ftr="0" dt="0"/>
  <p:txStyles>
    <p:titleStyle>
      <a:lvl1pPr algn="l" rtl="0" eaLnBrk="0" fontAlgn="base" hangingPunct="0">
        <a:spcBef>
          <a:spcPct val="0"/>
        </a:spcBef>
        <a:spcAft>
          <a:spcPct val="0"/>
        </a:spcAft>
        <a:defRPr sz="3600">
          <a:solidFill>
            <a:schemeClr val="tx2"/>
          </a:solidFill>
          <a:latin typeface="Arial" pitchFamily="34" charset="0"/>
          <a:ea typeface="+mj-ea"/>
          <a:cs typeface="Arial" pitchFamily="34" charset="0"/>
        </a:defRPr>
      </a:lvl1pPr>
      <a:lvl2pPr algn="l" rtl="0" eaLnBrk="0" fontAlgn="base" hangingPunct="0">
        <a:spcBef>
          <a:spcPct val="0"/>
        </a:spcBef>
        <a:spcAft>
          <a:spcPct val="0"/>
        </a:spcAft>
        <a:defRPr sz="3600">
          <a:solidFill>
            <a:schemeClr val="tx2"/>
          </a:solidFill>
          <a:effectLst>
            <a:outerShdw blurRad="38100" dist="38100" dir="2700000" algn="tl">
              <a:srgbClr val="000000"/>
            </a:outerShdw>
          </a:effectLst>
          <a:latin typeface="Arial" charset="0"/>
          <a:cs typeface="Arial" charset="0"/>
        </a:defRPr>
      </a:lvl2pPr>
      <a:lvl3pPr algn="l" rtl="0" eaLnBrk="0" fontAlgn="base" hangingPunct="0">
        <a:spcBef>
          <a:spcPct val="0"/>
        </a:spcBef>
        <a:spcAft>
          <a:spcPct val="0"/>
        </a:spcAft>
        <a:defRPr sz="3600">
          <a:solidFill>
            <a:schemeClr val="tx2"/>
          </a:solidFill>
          <a:effectLst>
            <a:outerShdw blurRad="38100" dist="38100" dir="2700000" algn="tl">
              <a:srgbClr val="000000"/>
            </a:outerShdw>
          </a:effectLst>
          <a:latin typeface="Arial" charset="0"/>
          <a:cs typeface="Arial" charset="0"/>
        </a:defRPr>
      </a:lvl3pPr>
      <a:lvl4pPr algn="l" rtl="0" eaLnBrk="0" fontAlgn="base" hangingPunct="0">
        <a:spcBef>
          <a:spcPct val="0"/>
        </a:spcBef>
        <a:spcAft>
          <a:spcPct val="0"/>
        </a:spcAft>
        <a:defRPr sz="3600">
          <a:solidFill>
            <a:schemeClr val="tx2"/>
          </a:solidFill>
          <a:effectLst>
            <a:outerShdw blurRad="38100" dist="38100" dir="2700000" algn="tl">
              <a:srgbClr val="000000"/>
            </a:outerShdw>
          </a:effectLst>
          <a:latin typeface="Arial" charset="0"/>
          <a:cs typeface="Arial" charset="0"/>
        </a:defRPr>
      </a:lvl4pPr>
      <a:lvl5pPr algn="l" rtl="0" eaLnBrk="0" fontAlgn="base" hangingPunct="0">
        <a:spcBef>
          <a:spcPct val="0"/>
        </a:spcBef>
        <a:spcAft>
          <a:spcPct val="0"/>
        </a:spcAft>
        <a:defRPr sz="3600">
          <a:solidFill>
            <a:schemeClr val="tx2"/>
          </a:solidFill>
          <a:effectLst>
            <a:outerShdw blurRad="38100" dist="38100" dir="2700000" algn="tl">
              <a:srgbClr val="000000"/>
            </a:outerShdw>
          </a:effectLst>
          <a:latin typeface="Arial" charset="0"/>
          <a:cs typeface="Arial" charset="0"/>
        </a:defRPr>
      </a:lvl5pPr>
      <a:lvl6pPr marL="457200" algn="ctr" rtl="0" eaLnBrk="0" fontAlgn="base" hangingPunct="0">
        <a:spcBef>
          <a:spcPct val="0"/>
        </a:spcBef>
        <a:spcAft>
          <a:spcPct val="0"/>
        </a:spcAft>
        <a:defRPr sz="3600">
          <a:solidFill>
            <a:schemeClr val="tx2"/>
          </a:solidFill>
          <a:effectLst>
            <a:outerShdw blurRad="38100" dist="38100" dir="2700000" algn="tl">
              <a:srgbClr val="000000"/>
            </a:outerShdw>
          </a:effectLst>
          <a:latin typeface="Times New Roman" pitchFamily="18" charset="0"/>
        </a:defRPr>
      </a:lvl6pPr>
      <a:lvl7pPr marL="914400" algn="ctr" rtl="0" eaLnBrk="0" fontAlgn="base" hangingPunct="0">
        <a:spcBef>
          <a:spcPct val="0"/>
        </a:spcBef>
        <a:spcAft>
          <a:spcPct val="0"/>
        </a:spcAft>
        <a:defRPr sz="3600">
          <a:solidFill>
            <a:schemeClr val="tx2"/>
          </a:solidFill>
          <a:effectLst>
            <a:outerShdw blurRad="38100" dist="38100" dir="2700000" algn="tl">
              <a:srgbClr val="000000"/>
            </a:outerShdw>
          </a:effectLst>
          <a:latin typeface="Times New Roman" pitchFamily="18" charset="0"/>
        </a:defRPr>
      </a:lvl7pPr>
      <a:lvl8pPr marL="1371600" algn="ctr" rtl="0" eaLnBrk="0" fontAlgn="base" hangingPunct="0">
        <a:spcBef>
          <a:spcPct val="0"/>
        </a:spcBef>
        <a:spcAft>
          <a:spcPct val="0"/>
        </a:spcAft>
        <a:defRPr sz="3600">
          <a:solidFill>
            <a:schemeClr val="tx2"/>
          </a:solidFill>
          <a:effectLst>
            <a:outerShdw blurRad="38100" dist="38100" dir="2700000" algn="tl">
              <a:srgbClr val="000000"/>
            </a:outerShdw>
          </a:effectLst>
          <a:latin typeface="Times New Roman" pitchFamily="18" charset="0"/>
        </a:defRPr>
      </a:lvl8pPr>
      <a:lvl9pPr marL="1828800" algn="ctr" rtl="0" eaLnBrk="0" fontAlgn="base" hangingPunct="0">
        <a:spcBef>
          <a:spcPct val="0"/>
        </a:spcBef>
        <a:spcAft>
          <a:spcPct val="0"/>
        </a:spcAft>
        <a:defRPr sz="3600">
          <a:solidFill>
            <a:schemeClr val="tx2"/>
          </a:solidFill>
          <a:effectLst>
            <a:outerShdw blurRad="38100" dist="38100" dir="2700000" algn="tl">
              <a:srgbClr val="000000"/>
            </a:outerShdw>
          </a:effectLst>
          <a:latin typeface="Times New Roman" pitchFamily="18" charset="0"/>
        </a:defRPr>
      </a:lvl9pPr>
    </p:titleStyle>
    <p:bodyStyle>
      <a:lvl1pPr marL="508000" indent="-508000" algn="l" rtl="0" eaLnBrk="0" fontAlgn="base" hangingPunct="0">
        <a:spcBef>
          <a:spcPct val="20000"/>
        </a:spcBef>
        <a:spcAft>
          <a:spcPct val="0"/>
        </a:spcAft>
        <a:buClr>
          <a:srgbClr val="FFFF00"/>
        </a:buClr>
        <a:buFont typeface="Wingdings" pitchFamily="2" charset="2"/>
        <a:buChar char="v"/>
        <a:defRPr sz="2800">
          <a:solidFill>
            <a:schemeClr val="tx1"/>
          </a:solidFill>
          <a:latin typeface="Arial" pitchFamily="34" charset="0"/>
          <a:ea typeface="+mn-ea"/>
          <a:cs typeface="Arial" pitchFamily="34" charset="0"/>
        </a:defRPr>
      </a:lvl1pPr>
      <a:lvl2pPr marL="914400" indent="-457200" algn="l" rtl="0" eaLnBrk="0" fontAlgn="base" hangingPunct="0">
        <a:spcBef>
          <a:spcPct val="20000"/>
        </a:spcBef>
        <a:spcAft>
          <a:spcPct val="0"/>
        </a:spcAft>
        <a:buClr>
          <a:srgbClr val="FFFF00"/>
        </a:buClr>
        <a:buFont typeface="Wingdings" pitchFamily="2" charset="2"/>
        <a:buChar char="Ø"/>
        <a:defRPr sz="2400">
          <a:solidFill>
            <a:srgbClr val="FFFF00"/>
          </a:solidFill>
          <a:latin typeface="Arial" pitchFamily="34" charset="0"/>
          <a:cs typeface="Arial" pitchFamily="34" charset="0"/>
        </a:defRPr>
      </a:lvl2pPr>
      <a:lvl3pPr marL="1143000" indent="-228600" algn="l" rtl="0" eaLnBrk="0" fontAlgn="base" hangingPunct="0">
        <a:spcBef>
          <a:spcPct val="20000"/>
        </a:spcBef>
        <a:spcAft>
          <a:spcPct val="0"/>
        </a:spcAft>
        <a:buChar char="•"/>
        <a:defRPr sz="2400">
          <a:solidFill>
            <a:schemeClr val="tx2"/>
          </a:solidFill>
          <a:latin typeface="Arial" pitchFamily="34" charset="0"/>
          <a:cs typeface="Arial" pitchFamily="34" charset="0"/>
        </a:defRPr>
      </a:lvl3pPr>
      <a:lvl4pPr marL="1600200" indent="-228600" algn="l" rtl="0" eaLnBrk="0" fontAlgn="base" hangingPunct="0">
        <a:spcBef>
          <a:spcPct val="20000"/>
        </a:spcBef>
        <a:spcAft>
          <a:spcPct val="0"/>
        </a:spcAft>
        <a:buChar char="–"/>
        <a:defRPr sz="2000">
          <a:solidFill>
            <a:schemeClr val="tx2"/>
          </a:solidFill>
          <a:latin typeface="Arial" pitchFamily="34" charset="0"/>
          <a:cs typeface="Arial" pitchFamily="34" charset="0"/>
        </a:defRPr>
      </a:lvl4pPr>
      <a:lvl5pPr marL="2057400" indent="-228600" algn="l" rtl="0" eaLnBrk="0" fontAlgn="base" hangingPunct="0">
        <a:spcBef>
          <a:spcPct val="20000"/>
        </a:spcBef>
        <a:spcAft>
          <a:spcPct val="0"/>
        </a:spcAft>
        <a:buChar char="»"/>
        <a:defRPr sz="2000">
          <a:solidFill>
            <a:schemeClr val="tx2"/>
          </a:solidFill>
          <a:latin typeface="Arial" pitchFamily="34" charset="0"/>
          <a:cs typeface="Arial" pitchFamily="34" charset="0"/>
        </a:defRPr>
      </a:lvl5pPr>
      <a:lvl6pPr marL="2514600" indent="-228600" algn="l" rtl="0" eaLnBrk="0" fontAlgn="base" hangingPunct="0">
        <a:spcBef>
          <a:spcPct val="20000"/>
        </a:spcBef>
        <a:spcAft>
          <a:spcPct val="0"/>
        </a:spcAft>
        <a:buChar char="»"/>
        <a:defRPr sz="2000">
          <a:solidFill>
            <a:schemeClr val="tx2"/>
          </a:solidFill>
          <a:latin typeface="+mn-lt"/>
        </a:defRPr>
      </a:lvl6pPr>
      <a:lvl7pPr marL="2971800" indent="-228600" algn="l" rtl="0" eaLnBrk="0" fontAlgn="base" hangingPunct="0">
        <a:spcBef>
          <a:spcPct val="20000"/>
        </a:spcBef>
        <a:spcAft>
          <a:spcPct val="0"/>
        </a:spcAft>
        <a:buChar char="»"/>
        <a:defRPr sz="2000">
          <a:solidFill>
            <a:schemeClr val="tx2"/>
          </a:solidFill>
          <a:latin typeface="+mn-lt"/>
        </a:defRPr>
      </a:lvl7pPr>
      <a:lvl8pPr marL="3429000" indent="-228600" algn="l" rtl="0" eaLnBrk="0" fontAlgn="base" hangingPunct="0">
        <a:spcBef>
          <a:spcPct val="20000"/>
        </a:spcBef>
        <a:spcAft>
          <a:spcPct val="0"/>
        </a:spcAft>
        <a:buChar char="»"/>
        <a:defRPr sz="2000">
          <a:solidFill>
            <a:schemeClr val="tx2"/>
          </a:solidFill>
          <a:latin typeface="+mn-lt"/>
        </a:defRPr>
      </a:lvl8pPr>
      <a:lvl9pPr marL="3886200" indent="-228600" algn="l" rtl="0" eaLnBrk="0" fontAlgn="base" hangingPunct="0">
        <a:spcBef>
          <a:spcPct val="20000"/>
        </a:spcBef>
        <a:spcAft>
          <a:spcPct val="0"/>
        </a:spcAft>
        <a:buChar char="»"/>
        <a:defRPr sz="2000">
          <a:solidFill>
            <a:schemeClr val="tx2"/>
          </a:solidFill>
          <a:latin typeface="+mn-lt"/>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Masters/slideMaster2.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628650" y="365126"/>
            <a:ext cx="7886700" cy="1325563"/>
          </a:xfrm>
          <a:prstGeom prst="rect">
            <a:avLst/>
          </a:prstGeom>
        </p:spPr>
        <p:txBody>
          <a:bodyPr vert="horz" lIns="91440" tIns="45720" rIns="91440" bIns="45720" rtlCol="0" anchor="ctr">
            <a:normAutofit/>
          </a:bodyPr>
          <a:lstStyle/>
          <a:p>
            <a:r>
              <a:rPr lang="en-US" smtClean="0"/>
              <a:t>Click to edit Master title style</a:t>
            </a:r>
            <a:endParaRPr lang="en-SG" dirty="0"/>
          </a:p>
        </p:txBody>
      </p:sp>
      <p:sp>
        <p:nvSpPr>
          <p:cNvPr id="3" name="Text Placeholder 2"/>
          <p:cNvSpPr>
            <a:spLocks noGrp="1"/>
          </p:cNvSpPr>
          <p:nvPr>
            <p:ph type="body" idx="1"/>
          </p:nvPr>
        </p:nvSpPr>
        <p:spPr>
          <a:xfrm>
            <a:off x="628650" y="1825625"/>
            <a:ext cx="7886700" cy="4351338"/>
          </a:xfrm>
          <a:prstGeom prst="rect">
            <a:avLst/>
          </a:prstGeom>
        </p:spPr>
        <p:txBody>
          <a:bodyPr vert="horz" lIns="91440" tIns="45720" rIns="91440" bIns="45720" rtlCol="0">
            <a:normAutofit/>
          </a:bodyPr>
          <a:lstStyle/>
          <a:p>
            <a:pPr lvl="0"/>
            <a:r>
              <a:rPr lang="en-US" dirty="0" smtClean="0"/>
              <a:t>Edit Master text styles</a:t>
            </a:r>
          </a:p>
          <a:p>
            <a:pPr lvl="1"/>
            <a:r>
              <a:rPr lang="en-US" dirty="0" smtClean="0"/>
              <a:t>Second level</a:t>
            </a:r>
          </a:p>
          <a:p>
            <a:pPr lvl="2"/>
            <a:r>
              <a:rPr lang="en-US" dirty="0" smtClean="0"/>
              <a:t>Third level</a:t>
            </a:r>
          </a:p>
          <a:p>
            <a:pPr lvl="3"/>
            <a:r>
              <a:rPr lang="en-US" dirty="0" smtClean="0"/>
              <a:t>Fourth level</a:t>
            </a:r>
          </a:p>
          <a:p>
            <a:pPr lvl="4"/>
            <a:r>
              <a:rPr lang="en-US" dirty="0" smtClean="0"/>
              <a:t>Fifth level</a:t>
            </a:r>
            <a:endParaRPr lang="en-SG" dirty="0"/>
          </a:p>
        </p:txBody>
      </p:sp>
      <p:sp>
        <p:nvSpPr>
          <p:cNvPr id="4" name="Date Placeholder 3"/>
          <p:cNvSpPr>
            <a:spLocks noGrp="1"/>
          </p:cNvSpPr>
          <p:nvPr>
            <p:ph type="dt" sz="half" idx="2"/>
          </p:nvPr>
        </p:nvSpPr>
        <p:spPr>
          <a:xfrm>
            <a:off x="628650" y="6356351"/>
            <a:ext cx="2057400" cy="365125"/>
          </a:xfrm>
          <a:prstGeom prst="rect">
            <a:avLst/>
          </a:prstGeom>
        </p:spPr>
        <p:txBody>
          <a:bodyPr vert="horz" lIns="91440" tIns="45720" rIns="91440" bIns="45720" rtlCol="0" anchor="ctr"/>
          <a:lstStyle>
            <a:lvl1pPr algn="l">
              <a:defRPr sz="900">
                <a:solidFill>
                  <a:schemeClr val="tx1">
                    <a:tint val="75000"/>
                  </a:schemeClr>
                </a:solidFill>
              </a:defRPr>
            </a:lvl1pPr>
          </a:lstStyle>
          <a:p>
            <a:fld id="{4D77870A-F389-491F-8F83-DAA2446EB068}" type="datetime1">
              <a:rPr lang="en-SG" smtClean="0"/>
              <a:t>16/1/2018</a:t>
            </a:fld>
            <a:endParaRPr lang="en-SG"/>
          </a:p>
        </p:txBody>
      </p:sp>
      <p:sp>
        <p:nvSpPr>
          <p:cNvPr id="5" name="Footer Placeholder 4"/>
          <p:cNvSpPr>
            <a:spLocks noGrp="1"/>
          </p:cNvSpPr>
          <p:nvPr>
            <p:ph type="ftr" sz="quarter" idx="3"/>
          </p:nvPr>
        </p:nvSpPr>
        <p:spPr>
          <a:xfrm>
            <a:off x="3028950" y="6356351"/>
            <a:ext cx="3086100" cy="365125"/>
          </a:xfrm>
          <a:prstGeom prst="rect">
            <a:avLst/>
          </a:prstGeom>
        </p:spPr>
        <p:txBody>
          <a:bodyPr vert="horz" lIns="91440" tIns="45720" rIns="91440" bIns="45720" rtlCol="0" anchor="ctr"/>
          <a:lstStyle>
            <a:lvl1pPr algn="ctr">
              <a:defRPr sz="900">
                <a:solidFill>
                  <a:schemeClr val="tx1">
                    <a:tint val="75000"/>
                  </a:schemeClr>
                </a:solidFill>
              </a:defRPr>
            </a:lvl1pPr>
          </a:lstStyle>
          <a:p>
            <a:pPr>
              <a:defRPr/>
            </a:pPr>
            <a:endParaRPr lang="en-US"/>
          </a:p>
        </p:txBody>
      </p:sp>
      <p:sp>
        <p:nvSpPr>
          <p:cNvPr id="6" name="Slide Number Placeholder 5"/>
          <p:cNvSpPr>
            <a:spLocks noGrp="1"/>
          </p:cNvSpPr>
          <p:nvPr>
            <p:ph type="sldNum" sz="quarter" idx="4"/>
          </p:nvPr>
        </p:nvSpPr>
        <p:spPr>
          <a:xfrm>
            <a:off x="6457950" y="6356351"/>
            <a:ext cx="2057400" cy="365125"/>
          </a:xfrm>
          <a:prstGeom prst="rect">
            <a:avLst/>
          </a:prstGeom>
        </p:spPr>
        <p:txBody>
          <a:bodyPr vert="horz" lIns="91440" tIns="45720" rIns="91440" bIns="45720" rtlCol="0" anchor="ctr"/>
          <a:lstStyle>
            <a:lvl1pPr algn="r">
              <a:defRPr sz="900">
                <a:solidFill>
                  <a:schemeClr val="tx1">
                    <a:tint val="75000"/>
                  </a:schemeClr>
                </a:solidFill>
              </a:defRPr>
            </a:lvl1pPr>
          </a:lstStyle>
          <a:p>
            <a:pPr>
              <a:defRPr/>
            </a:pPr>
            <a:fld id="{2A2C89C4-F396-4C21-BFFE-0C6768D6C0D2}" type="slidenum">
              <a:rPr lang="en-US" smtClean="0"/>
              <a:pPr>
                <a:defRPr/>
              </a:pPr>
              <a:t>‹#›</a:t>
            </a:fld>
            <a:endParaRPr lang="en-US"/>
          </a:p>
        </p:txBody>
      </p:sp>
      <p:pic>
        <p:nvPicPr>
          <p:cNvPr id="7" name="Picture 6"/>
          <p:cNvPicPr>
            <a:picLocks noChangeAspect="1"/>
          </p:cNvPicPr>
          <p:nvPr/>
        </p:nvPicPr>
        <p:blipFill>
          <a:blip r:embed="rId15" cstate="print">
            <a:extLst>
              <a:ext uri="{28A0092B-C50C-407E-A947-70E740481C1C}">
                <a14:useLocalDpi xmlns:a14="http://schemas.microsoft.com/office/drawing/2010/main" val="0"/>
              </a:ext>
            </a:extLst>
          </a:blip>
          <a:stretch>
            <a:fillRect/>
          </a:stretch>
        </p:blipFill>
        <p:spPr>
          <a:xfrm>
            <a:off x="7339084" y="156548"/>
            <a:ext cx="1760732" cy="514020"/>
          </a:xfrm>
          <a:prstGeom prst="rect">
            <a:avLst/>
          </a:prstGeom>
        </p:spPr>
      </p:pic>
    </p:spTree>
    <p:extLst>
      <p:ext uri="{BB962C8B-B14F-4D97-AF65-F5344CB8AC3E}">
        <p14:creationId xmlns:p14="http://schemas.microsoft.com/office/powerpoint/2010/main" val="2571302153"/>
      </p:ext>
    </p:extLst>
  </p:cSld>
  <p:clrMap bg1="lt1" tx1="dk1" bg2="lt2" tx2="dk2" accent1="accent1" accent2="accent2" accent3="accent3" accent4="accent4" accent5="accent5" accent6="accent6" hlink="hlink" folHlink="folHlink"/>
  <p:sldLayoutIdLst>
    <p:sldLayoutId id="2147483740" r:id="rId1"/>
    <p:sldLayoutId id="2147483741" r:id="rId2"/>
    <p:sldLayoutId id="2147483742" r:id="rId3"/>
    <p:sldLayoutId id="2147483743" r:id="rId4"/>
    <p:sldLayoutId id="2147483744" r:id="rId5"/>
    <p:sldLayoutId id="2147483745" r:id="rId6"/>
    <p:sldLayoutId id="2147483746" r:id="rId7"/>
    <p:sldLayoutId id="2147483747" r:id="rId8"/>
    <p:sldLayoutId id="2147483748" r:id="rId9"/>
    <p:sldLayoutId id="2147483749" r:id="rId10"/>
    <p:sldLayoutId id="2147483750" r:id="rId11"/>
    <p:sldLayoutId id="2147483751" r:id="rId12"/>
    <p:sldLayoutId id="2147483752" r:id="rId13"/>
  </p:sldLayoutIdLst>
  <p:hf sldNum="0" hdr="0" ftr="0" dt="0"/>
  <p:txStyles>
    <p:titleStyle>
      <a:lvl1pPr algn="l" defTabSz="685800" rtl="0" eaLnBrk="1" latinLnBrk="0" hangingPunct="1">
        <a:lnSpc>
          <a:spcPct val="90000"/>
        </a:lnSpc>
        <a:spcBef>
          <a:spcPct val="0"/>
        </a:spcBef>
        <a:buNone/>
        <a:defRPr sz="3300" kern="1200">
          <a:solidFill>
            <a:schemeClr val="tx1"/>
          </a:solidFill>
          <a:latin typeface="Gill Sans MT" panose="020B0502020104020203" pitchFamily="34" charset="0"/>
          <a:ea typeface="+mj-ea"/>
          <a:cs typeface="+mj-cs"/>
        </a:defRPr>
      </a:lvl1pPr>
    </p:titleStyle>
    <p:bodyStyle>
      <a:lvl1pPr marL="171450" indent="-171450" algn="l" defTabSz="685800" rtl="0" eaLnBrk="1" latinLnBrk="0" hangingPunct="1">
        <a:lnSpc>
          <a:spcPct val="90000"/>
        </a:lnSpc>
        <a:spcBef>
          <a:spcPts val="750"/>
        </a:spcBef>
        <a:buFont typeface="Arial" panose="020B0604020202020204" pitchFamily="34" charset="0"/>
        <a:buChar char="•"/>
        <a:defRPr sz="2100" kern="1200">
          <a:solidFill>
            <a:schemeClr val="tx1"/>
          </a:solidFill>
          <a:latin typeface="Gill Sans MT" panose="020B0502020104020203" pitchFamily="34" charset="0"/>
          <a:ea typeface="+mn-ea"/>
          <a:cs typeface="+mn-cs"/>
        </a:defRPr>
      </a:lvl1pPr>
      <a:lvl2pPr marL="514350" indent="-171450" algn="l" defTabSz="685800" rtl="0" eaLnBrk="1" latinLnBrk="0" hangingPunct="1">
        <a:lnSpc>
          <a:spcPct val="90000"/>
        </a:lnSpc>
        <a:spcBef>
          <a:spcPts val="375"/>
        </a:spcBef>
        <a:buFont typeface="Arial" panose="020B0604020202020204" pitchFamily="34" charset="0"/>
        <a:buChar char="•"/>
        <a:defRPr sz="1800" kern="1200">
          <a:solidFill>
            <a:schemeClr val="tx1"/>
          </a:solidFill>
          <a:latin typeface="Gill Sans MT" panose="020B0502020104020203" pitchFamily="34" charset="0"/>
          <a:ea typeface="+mn-ea"/>
          <a:cs typeface="+mn-cs"/>
        </a:defRPr>
      </a:lvl2pPr>
      <a:lvl3pPr marL="857250" indent="-171450" algn="l" defTabSz="685800" rtl="0" eaLnBrk="1" latinLnBrk="0" hangingPunct="1">
        <a:lnSpc>
          <a:spcPct val="90000"/>
        </a:lnSpc>
        <a:spcBef>
          <a:spcPts val="375"/>
        </a:spcBef>
        <a:buFont typeface="Arial" panose="020B0604020202020204" pitchFamily="34" charset="0"/>
        <a:buChar char="•"/>
        <a:defRPr sz="1500" kern="1200">
          <a:solidFill>
            <a:schemeClr val="tx1"/>
          </a:solidFill>
          <a:latin typeface="Gill Sans MT" panose="020B0502020104020203" pitchFamily="34" charset="0"/>
          <a:ea typeface="+mn-ea"/>
          <a:cs typeface="+mn-cs"/>
        </a:defRPr>
      </a:lvl3pPr>
      <a:lvl4pPr marL="1200150" indent="-171450" algn="l" defTabSz="685800" rtl="0" eaLnBrk="1" latinLnBrk="0" hangingPunct="1">
        <a:lnSpc>
          <a:spcPct val="90000"/>
        </a:lnSpc>
        <a:spcBef>
          <a:spcPts val="375"/>
        </a:spcBef>
        <a:buFont typeface="Arial" panose="020B0604020202020204" pitchFamily="34" charset="0"/>
        <a:buChar char="•"/>
        <a:defRPr sz="1350" kern="1200">
          <a:solidFill>
            <a:schemeClr val="tx1"/>
          </a:solidFill>
          <a:latin typeface="Gill Sans MT" panose="020B0502020104020203" pitchFamily="34" charset="0"/>
          <a:ea typeface="+mn-ea"/>
          <a:cs typeface="+mn-cs"/>
        </a:defRPr>
      </a:lvl4pPr>
      <a:lvl5pPr marL="1543050" indent="-171450" algn="l" defTabSz="685800" rtl="0" eaLnBrk="1" latinLnBrk="0" hangingPunct="1">
        <a:lnSpc>
          <a:spcPct val="90000"/>
        </a:lnSpc>
        <a:spcBef>
          <a:spcPts val="375"/>
        </a:spcBef>
        <a:buFont typeface="Arial" panose="020B0604020202020204" pitchFamily="34" charset="0"/>
        <a:buChar char="•"/>
        <a:defRPr sz="1350" kern="1200">
          <a:solidFill>
            <a:schemeClr val="tx1"/>
          </a:solidFill>
          <a:latin typeface="Gill Sans MT" panose="020B0502020104020203" pitchFamily="34" charset="0"/>
          <a:ea typeface="+mn-ea"/>
          <a:cs typeface="+mn-cs"/>
        </a:defRPr>
      </a:lvl5pPr>
      <a:lvl6pPr marL="1885950" indent="-171450" algn="l" defTabSz="685800" rtl="0" eaLnBrk="1" latinLnBrk="0" hangingPunct="1">
        <a:lnSpc>
          <a:spcPct val="90000"/>
        </a:lnSpc>
        <a:spcBef>
          <a:spcPts val="375"/>
        </a:spcBef>
        <a:buFont typeface="Arial" panose="020B0604020202020204" pitchFamily="34" charset="0"/>
        <a:buChar char="•"/>
        <a:defRPr sz="1350" kern="1200">
          <a:solidFill>
            <a:schemeClr val="tx1"/>
          </a:solidFill>
          <a:latin typeface="+mn-lt"/>
          <a:ea typeface="+mn-ea"/>
          <a:cs typeface="+mn-cs"/>
        </a:defRPr>
      </a:lvl6pPr>
      <a:lvl7pPr marL="2228850" indent="-171450" algn="l" defTabSz="685800" rtl="0" eaLnBrk="1" latinLnBrk="0" hangingPunct="1">
        <a:lnSpc>
          <a:spcPct val="90000"/>
        </a:lnSpc>
        <a:spcBef>
          <a:spcPts val="375"/>
        </a:spcBef>
        <a:buFont typeface="Arial" panose="020B0604020202020204" pitchFamily="34" charset="0"/>
        <a:buChar char="•"/>
        <a:defRPr sz="1350" kern="1200">
          <a:solidFill>
            <a:schemeClr val="tx1"/>
          </a:solidFill>
          <a:latin typeface="+mn-lt"/>
          <a:ea typeface="+mn-ea"/>
          <a:cs typeface="+mn-cs"/>
        </a:defRPr>
      </a:lvl7pPr>
      <a:lvl8pPr marL="2571750" indent="-171450" algn="l" defTabSz="685800" rtl="0" eaLnBrk="1" latinLnBrk="0" hangingPunct="1">
        <a:lnSpc>
          <a:spcPct val="90000"/>
        </a:lnSpc>
        <a:spcBef>
          <a:spcPts val="375"/>
        </a:spcBef>
        <a:buFont typeface="Arial" panose="020B0604020202020204" pitchFamily="34" charset="0"/>
        <a:buChar char="•"/>
        <a:defRPr sz="1350" kern="1200">
          <a:solidFill>
            <a:schemeClr val="tx1"/>
          </a:solidFill>
          <a:latin typeface="+mn-lt"/>
          <a:ea typeface="+mn-ea"/>
          <a:cs typeface="+mn-cs"/>
        </a:defRPr>
      </a:lvl8pPr>
      <a:lvl9pPr marL="2914650" indent="-171450" algn="l" defTabSz="685800" rtl="0" eaLnBrk="1" latinLnBrk="0" hangingPunct="1">
        <a:lnSpc>
          <a:spcPct val="90000"/>
        </a:lnSpc>
        <a:spcBef>
          <a:spcPts val="375"/>
        </a:spcBef>
        <a:buFont typeface="Arial" panose="020B0604020202020204" pitchFamily="34" charset="0"/>
        <a:buChar char="•"/>
        <a:defRPr sz="1350" kern="1200">
          <a:solidFill>
            <a:schemeClr val="tx1"/>
          </a:solidFill>
          <a:latin typeface="+mn-lt"/>
          <a:ea typeface="+mn-ea"/>
          <a:cs typeface="+mn-cs"/>
        </a:defRPr>
      </a:lvl9pPr>
    </p:bodyStyle>
    <p:otherStyle>
      <a:defPPr>
        <a:defRPr lang="en-US"/>
      </a:defPPr>
      <a:lvl1pPr marL="0" algn="l" defTabSz="685800" rtl="0" eaLnBrk="1" latinLnBrk="0" hangingPunct="1">
        <a:defRPr sz="1350" kern="1200">
          <a:solidFill>
            <a:schemeClr val="tx1"/>
          </a:solidFill>
          <a:latin typeface="+mn-lt"/>
          <a:ea typeface="+mn-ea"/>
          <a:cs typeface="+mn-cs"/>
        </a:defRPr>
      </a:lvl1pPr>
      <a:lvl2pPr marL="342900" algn="l" defTabSz="685800" rtl="0" eaLnBrk="1" latinLnBrk="0" hangingPunct="1">
        <a:defRPr sz="1350" kern="1200">
          <a:solidFill>
            <a:schemeClr val="tx1"/>
          </a:solidFill>
          <a:latin typeface="+mn-lt"/>
          <a:ea typeface="+mn-ea"/>
          <a:cs typeface="+mn-cs"/>
        </a:defRPr>
      </a:lvl2pPr>
      <a:lvl3pPr marL="685800" algn="l" defTabSz="685800" rtl="0" eaLnBrk="1" latinLnBrk="0" hangingPunct="1">
        <a:defRPr sz="1350" kern="1200">
          <a:solidFill>
            <a:schemeClr val="tx1"/>
          </a:solidFill>
          <a:latin typeface="+mn-lt"/>
          <a:ea typeface="+mn-ea"/>
          <a:cs typeface="+mn-cs"/>
        </a:defRPr>
      </a:lvl3pPr>
      <a:lvl4pPr marL="1028700" algn="l" defTabSz="685800" rtl="0" eaLnBrk="1" latinLnBrk="0" hangingPunct="1">
        <a:defRPr sz="1350" kern="1200">
          <a:solidFill>
            <a:schemeClr val="tx1"/>
          </a:solidFill>
          <a:latin typeface="+mn-lt"/>
          <a:ea typeface="+mn-ea"/>
          <a:cs typeface="+mn-cs"/>
        </a:defRPr>
      </a:lvl4pPr>
      <a:lvl5pPr marL="1371600" algn="l" defTabSz="685800" rtl="0" eaLnBrk="1" latinLnBrk="0" hangingPunct="1">
        <a:defRPr sz="1350" kern="1200">
          <a:solidFill>
            <a:schemeClr val="tx1"/>
          </a:solidFill>
          <a:latin typeface="+mn-lt"/>
          <a:ea typeface="+mn-ea"/>
          <a:cs typeface="+mn-cs"/>
        </a:defRPr>
      </a:lvl5pPr>
      <a:lvl6pPr marL="1714500" algn="l" defTabSz="685800" rtl="0" eaLnBrk="1" latinLnBrk="0" hangingPunct="1">
        <a:defRPr sz="1350" kern="1200">
          <a:solidFill>
            <a:schemeClr val="tx1"/>
          </a:solidFill>
          <a:latin typeface="+mn-lt"/>
          <a:ea typeface="+mn-ea"/>
          <a:cs typeface="+mn-cs"/>
        </a:defRPr>
      </a:lvl6pPr>
      <a:lvl7pPr marL="2057400" algn="l" defTabSz="685800" rtl="0" eaLnBrk="1" latinLnBrk="0" hangingPunct="1">
        <a:defRPr sz="1350" kern="1200">
          <a:solidFill>
            <a:schemeClr val="tx1"/>
          </a:solidFill>
          <a:latin typeface="+mn-lt"/>
          <a:ea typeface="+mn-ea"/>
          <a:cs typeface="+mn-cs"/>
        </a:defRPr>
      </a:lvl7pPr>
      <a:lvl8pPr marL="2400300" algn="l" defTabSz="685800" rtl="0" eaLnBrk="1" latinLnBrk="0" hangingPunct="1">
        <a:defRPr sz="1350" kern="1200">
          <a:solidFill>
            <a:schemeClr val="tx1"/>
          </a:solidFill>
          <a:latin typeface="+mn-lt"/>
          <a:ea typeface="+mn-ea"/>
          <a:cs typeface="+mn-cs"/>
        </a:defRPr>
      </a:lvl8pPr>
      <a:lvl9pPr marL="2743200" algn="l" defTabSz="685800" rtl="0" eaLnBrk="1" latinLnBrk="0" hangingPunct="1">
        <a:defRPr sz="135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2" Type="http://schemas.openxmlformats.org/officeDocument/2006/relationships/notesSlide" Target="../notesSlides/notesSlide1.xml"/><Relationship Id="rId1" Type="http://schemas.openxmlformats.org/officeDocument/2006/relationships/slideLayout" Target="../slideLayouts/slideLayout15.xml"/></Relationships>
</file>

<file path=ppt/slides/_rels/slide2.xml.rels><?xml version="1.0" encoding="UTF-8" standalone="yes"?>
<Relationships xmlns="http://schemas.openxmlformats.org/package/2006/relationships"><Relationship Id="rId3" Type="http://schemas.openxmlformats.org/officeDocument/2006/relationships/image" Target="../media/image3.jpeg"/><Relationship Id="rId2" Type="http://schemas.openxmlformats.org/officeDocument/2006/relationships/image" Target="../media/image2.jpeg"/><Relationship Id="rId1" Type="http://schemas.openxmlformats.org/officeDocument/2006/relationships/slideLayout" Target="../slideLayouts/slideLayout16.xml"/><Relationship Id="rId4" Type="http://schemas.openxmlformats.org/officeDocument/2006/relationships/image" Target="../media/image4.jpeg"/></Relationships>
</file>

<file path=ppt/slides/_rels/slide3.xml.rels><?xml version="1.0" encoding="UTF-8" standalone="yes"?>
<Relationships xmlns="http://schemas.openxmlformats.org/package/2006/relationships"><Relationship Id="rId2" Type="http://schemas.openxmlformats.org/officeDocument/2006/relationships/image" Target="../media/image5.jpeg"/><Relationship Id="rId1" Type="http://schemas.openxmlformats.org/officeDocument/2006/relationships/slideLayout" Target="../slideLayouts/slideLayout16.xml"/></Relationships>
</file>

<file path=ppt/slides/_rels/slide4.xml.rels><?xml version="1.0" encoding="UTF-8" standalone="yes"?>
<Relationships xmlns="http://schemas.openxmlformats.org/package/2006/relationships"><Relationship Id="rId2" Type="http://schemas.openxmlformats.org/officeDocument/2006/relationships/image" Target="../media/image6.png"/><Relationship Id="rId1" Type="http://schemas.openxmlformats.org/officeDocument/2006/relationships/slideLayout" Target="../slideLayouts/slideLayout16.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16.xml"/></Relationships>
</file>

<file path=ppt/slides/_rels/slide6.xml.rels><?xml version="1.0" encoding="UTF-8" standalone="yes"?>
<Relationships xmlns="http://schemas.openxmlformats.org/package/2006/relationships"><Relationship Id="rId2" Type="http://schemas.openxmlformats.org/officeDocument/2006/relationships/image" Target="../media/image7.jpeg"/><Relationship Id="rId1" Type="http://schemas.openxmlformats.org/officeDocument/2006/relationships/slideLayout" Target="../slideLayouts/slideLayout16.xml"/></Relationships>
</file>

<file path=ppt/slides/_rels/slide7.xml.rels><?xml version="1.0" encoding="UTF-8" standalone="yes"?>
<Relationships xmlns="http://schemas.openxmlformats.org/package/2006/relationships"><Relationship Id="rId3" Type="http://schemas.openxmlformats.org/officeDocument/2006/relationships/oleObject" Target="../embeddings/oleObject1.bin"/><Relationship Id="rId2" Type="http://schemas.openxmlformats.org/officeDocument/2006/relationships/slideLayout" Target="../slideLayouts/slideLayout16.xml"/><Relationship Id="rId1" Type="http://schemas.openxmlformats.org/officeDocument/2006/relationships/vmlDrawing" Target="../drawings/vmlDrawing1.vml"/><Relationship Id="rId4" Type="http://schemas.openxmlformats.org/officeDocument/2006/relationships/image" Target="../media/image8.png"/></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16.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16.xml"/></Relationships>
</file>

<file path=ppt/slides/_rels/slide10.xml.rels><?xml version="1.0" encoding="UTF-8" standalone="yes"?>
<Relationships xmlns="http://schemas.openxmlformats.org/package/2006/relationships"><Relationship Id="rId2" Type="http://schemas.openxmlformats.org/officeDocument/2006/relationships/image" Target="../media/image9.jpeg"/><Relationship Id="rId1" Type="http://schemas.openxmlformats.org/officeDocument/2006/relationships/slideLayout" Target="../slideLayouts/slideLayout27.xml"/></Relationships>
</file>

<file path=ppt/slides/_rels/slide11.xml.rels><?xml version="1.0" encoding="UTF-8" standalone="yes"?>
<Relationships xmlns="http://schemas.openxmlformats.org/package/2006/relationships"><Relationship Id="rId2" Type="http://schemas.openxmlformats.org/officeDocument/2006/relationships/image" Target="../media/image10.jpeg"/><Relationship Id="rId1" Type="http://schemas.openxmlformats.org/officeDocument/2006/relationships/slideLayout" Target="../slideLayouts/slideLayout26.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16.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16.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16.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16.xml"/></Relationships>
</file>

<file path=ppt/slides/_rels/slide16.xml.rels><?xml version="1.0" encoding="UTF-8" standalone="yes"?>
<Relationships xmlns="http://schemas.openxmlformats.org/package/2006/relationships"><Relationship Id="rId2" Type="http://schemas.openxmlformats.org/officeDocument/2006/relationships/notesSlide" Target="../notesSlides/notesSlide2.xml"/><Relationship Id="rId1" Type="http://schemas.openxmlformats.org/officeDocument/2006/relationships/slideLayout" Target="../slideLayouts/slideLayout16.xml"/></Relationships>
</file>

<file path=ppt/slides/_rels/slide17.xml.rels><?xml version="1.0" encoding="UTF-8" standalone="yes"?>
<Relationships xmlns="http://schemas.openxmlformats.org/package/2006/relationships"><Relationship Id="rId2" Type="http://schemas.openxmlformats.org/officeDocument/2006/relationships/notesSlide" Target="../notesSlides/notesSlide3.xml"/><Relationship Id="rId1" Type="http://schemas.openxmlformats.org/officeDocument/2006/relationships/slideLayout" Target="../slideLayouts/slideLayout16.xm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16.xml"/></Relationships>
</file>

<file path=ppt/slides/_rels/slide19.xml.rels><?xml version="1.0" encoding="UTF-8" standalone="yes"?>
<Relationships xmlns="http://schemas.openxmlformats.org/package/2006/relationships"><Relationship Id="rId2" Type="http://schemas.openxmlformats.org/officeDocument/2006/relationships/notesSlide" Target="../notesSlides/notesSlide4.xml"/><Relationship Id="rId1" Type="http://schemas.openxmlformats.org/officeDocument/2006/relationships/slideLayout" Target="../slideLayouts/slideLayout16.xml"/></Relationships>
</file>

<file path=ppt/slides/_rels/slide20.xml.rels><?xml version="1.0" encoding="UTF-8" standalone="yes"?>
<Relationships xmlns="http://schemas.openxmlformats.org/package/2006/relationships"><Relationship Id="rId2" Type="http://schemas.openxmlformats.org/officeDocument/2006/relationships/notesSlide" Target="../notesSlides/notesSlide5.xml"/><Relationship Id="rId1" Type="http://schemas.openxmlformats.org/officeDocument/2006/relationships/slideLayout" Target="../slideLayouts/slideLayout16.xml"/></Relationships>
</file>

<file path=ppt/slides/_rels/slide21.xml.rels><?xml version="1.0" encoding="UTF-8" standalone="yes"?>
<Relationships xmlns="http://schemas.openxmlformats.org/package/2006/relationships"><Relationship Id="rId2" Type="http://schemas.openxmlformats.org/officeDocument/2006/relationships/notesSlide" Target="../notesSlides/notesSlide6.xml"/><Relationship Id="rId1" Type="http://schemas.openxmlformats.org/officeDocument/2006/relationships/slideLayout" Target="../slideLayouts/slideLayout16.xml"/></Relationships>
</file>

<file path=ppt/slides/_rels/slide22.xml.rels><?xml version="1.0" encoding="UTF-8" standalone="yes"?>
<Relationships xmlns="http://schemas.openxmlformats.org/package/2006/relationships"><Relationship Id="rId2" Type="http://schemas.openxmlformats.org/officeDocument/2006/relationships/notesSlide" Target="../notesSlides/notesSlide7.xml"/><Relationship Id="rId1" Type="http://schemas.openxmlformats.org/officeDocument/2006/relationships/slideLayout" Target="../slideLayouts/slideLayout16.xml"/></Relationships>
</file>

<file path=ppt/slides/_rels/slide23.xml.rels><?xml version="1.0" encoding="UTF-8" standalone="yes"?>
<Relationships xmlns="http://schemas.openxmlformats.org/package/2006/relationships"><Relationship Id="rId2" Type="http://schemas.openxmlformats.org/officeDocument/2006/relationships/image" Target="../media/image11.png"/><Relationship Id="rId1" Type="http://schemas.openxmlformats.org/officeDocument/2006/relationships/slideLayout" Target="../slideLayouts/slideLayout16.xml"/></Relationships>
</file>

<file path=ppt/slides/_rels/slide24.xml.rels><?xml version="1.0" encoding="UTF-8" standalone="yes"?>
<Relationships xmlns="http://schemas.openxmlformats.org/package/2006/relationships"><Relationship Id="rId2" Type="http://schemas.openxmlformats.org/officeDocument/2006/relationships/notesSlide" Target="../notesSlides/notesSlide8.xml"/><Relationship Id="rId1" Type="http://schemas.openxmlformats.org/officeDocument/2006/relationships/slideLayout" Target="../slideLayouts/slideLayout16.xml"/></Relationships>
</file>

<file path=ppt/slides/_rels/slide25.xml.rels><?xml version="1.0" encoding="UTF-8" standalone="yes"?>
<Relationships xmlns="http://schemas.openxmlformats.org/package/2006/relationships"><Relationship Id="rId2" Type="http://schemas.openxmlformats.org/officeDocument/2006/relationships/notesSlide" Target="../notesSlides/notesSlide9.xml"/><Relationship Id="rId1" Type="http://schemas.openxmlformats.org/officeDocument/2006/relationships/slideLayout" Target="../slideLayouts/slideLayout16.xml"/></Relationships>
</file>

<file path=ppt/slides/_rels/slide26.xml.rels><?xml version="1.0" encoding="UTF-8" standalone="yes"?>
<Relationships xmlns="http://schemas.openxmlformats.org/package/2006/relationships"><Relationship Id="rId1" Type="http://schemas.openxmlformats.org/officeDocument/2006/relationships/slideLayout" Target="../slideLayouts/slideLayout16.xml"/></Relationships>
</file>

<file path=ppt/slides/_rels/slide27.xml.rels><?xml version="1.0" encoding="UTF-8" standalone="yes"?>
<Relationships xmlns="http://schemas.openxmlformats.org/package/2006/relationships"><Relationship Id="rId1" Type="http://schemas.openxmlformats.org/officeDocument/2006/relationships/slideLayout" Target="../slideLayouts/slideLayout16.xml"/></Relationships>
</file>

<file path=ppt/slides/_rels/slide28.xml.rels><?xml version="1.0" encoding="UTF-8" standalone="yes"?>
<Relationships xmlns="http://schemas.openxmlformats.org/package/2006/relationships"><Relationship Id="rId1" Type="http://schemas.openxmlformats.org/officeDocument/2006/relationships/slideLayout" Target="../slideLayouts/slideLayout16.xml"/></Relationships>
</file>

<file path=ppt/slides/_rels/slide29.xml.rels><?xml version="1.0" encoding="UTF-8" standalone="yes"?>
<Relationships xmlns="http://schemas.openxmlformats.org/package/2006/relationships"><Relationship Id="rId2" Type="http://schemas.openxmlformats.org/officeDocument/2006/relationships/image" Target="../media/image12.jpeg"/><Relationship Id="rId1" Type="http://schemas.openxmlformats.org/officeDocument/2006/relationships/slideLayout" Target="../slideLayouts/slideLayout16.xml"/></Relationships>
</file>

<file path=ppt/slides/_rels/slide30.xml.rels><?xml version="1.0" encoding="UTF-8" standalone="yes"?>
<Relationships xmlns="http://schemas.openxmlformats.org/package/2006/relationships"><Relationship Id="rId1" Type="http://schemas.openxmlformats.org/officeDocument/2006/relationships/slideLayout" Target="../slideLayouts/slideLayout16.xml"/></Relationships>
</file>

<file path=ppt/slides/_rels/slide31.xml.rels><?xml version="1.0" encoding="UTF-8" standalone="yes"?>
<Relationships xmlns="http://schemas.openxmlformats.org/package/2006/relationships"><Relationship Id="rId1" Type="http://schemas.openxmlformats.org/officeDocument/2006/relationships/slideLayout" Target="../slideLayouts/slideLayout15.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9458" name="Rectangle 2"/>
          <p:cNvSpPr>
            <a:spLocks noGrp="1" noChangeArrowheads="1"/>
          </p:cNvSpPr>
          <p:nvPr>
            <p:ph type="ctrTitle"/>
          </p:nvPr>
        </p:nvSpPr>
        <p:spPr>
          <a:xfrm>
            <a:off x="1000125" y="1676401"/>
            <a:ext cx="6572250" cy="1924050"/>
          </a:xfrm>
        </p:spPr>
        <p:txBody>
          <a:bodyPr>
            <a:noAutofit/>
          </a:bodyPr>
          <a:lstStyle/>
          <a:p>
            <a:pPr marL="346075" indent="1588" eaLnBrk="1" hangingPunct="1"/>
            <a:r>
              <a:rPr lang="en-GB" sz="6000" dirty="0" smtClean="0">
                <a:cs typeface="Arial" charset="0"/>
              </a:rPr>
              <a:t>Wireless LAN</a:t>
            </a:r>
            <a:br>
              <a:rPr lang="en-GB" sz="6000" dirty="0" smtClean="0">
                <a:cs typeface="Arial" charset="0"/>
              </a:rPr>
            </a:br>
            <a:r>
              <a:rPr lang="en-GB" sz="6000" dirty="0" smtClean="0">
                <a:cs typeface="Arial" charset="0"/>
              </a:rPr>
              <a:t>Security</a:t>
            </a:r>
            <a:endParaRPr lang="en-US" sz="6000" dirty="0" smtClean="0">
              <a:cs typeface="Arial" charset="0"/>
            </a:endParaRPr>
          </a:p>
        </p:txBody>
      </p:sp>
      <p:sp>
        <p:nvSpPr>
          <p:cNvPr id="19459" name="Subtitle 3"/>
          <p:cNvSpPr>
            <a:spLocks noGrp="1"/>
          </p:cNvSpPr>
          <p:nvPr>
            <p:ph type="subTitle" idx="1"/>
          </p:nvPr>
        </p:nvSpPr>
        <p:spPr>
          <a:xfrm>
            <a:off x="1357313" y="4419599"/>
            <a:ext cx="6224587" cy="1057275"/>
          </a:xfrm>
        </p:spPr>
        <p:txBody>
          <a:bodyPr>
            <a:normAutofit/>
          </a:bodyPr>
          <a:lstStyle/>
          <a:p>
            <a:pPr eaLnBrk="1" hangingPunct="1"/>
            <a:r>
              <a:rPr lang="en-US" sz="2400" dirty="0" smtClean="0">
                <a:cs typeface="Arial" charset="0"/>
              </a:rPr>
              <a:t>Chapter 12</a:t>
            </a:r>
          </a:p>
          <a:p>
            <a:pPr algn="l" eaLnBrk="1" hangingPunct="1"/>
            <a:endParaRPr lang="en-US" sz="2400" dirty="0" smtClean="0">
              <a:cs typeface="Arial" charset="0"/>
            </a:endParaRPr>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194" name="Rectangle 2"/>
          <p:cNvSpPr>
            <a:spLocks noGrp="1" noChangeArrowheads="1"/>
          </p:cNvSpPr>
          <p:nvPr>
            <p:ph type="title"/>
          </p:nvPr>
        </p:nvSpPr>
        <p:spPr/>
        <p:txBody>
          <a:bodyPr>
            <a:normAutofit/>
          </a:bodyPr>
          <a:lstStyle/>
          <a:p>
            <a:r>
              <a:rPr lang="en-US" sz="4000" dirty="0"/>
              <a:t>What is a wireless LAN?</a:t>
            </a:r>
          </a:p>
        </p:txBody>
      </p:sp>
      <p:grpSp>
        <p:nvGrpSpPr>
          <p:cNvPr id="8196" name="Group 4"/>
          <p:cNvGrpSpPr>
            <a:grpSpLocks/>
          </p:cNvGrpSpPr>
          <p:nvPr/>
        </p:nvGrpSpPr>
        <p:grpSpPr bwMode="auto">
          <a:xfrm>
            <a:off x="5418138" y="2663825"/>
            <a:ext cx="3725862" cy="4194175"/>
            <a:chOff x="3037" y="1252"/>
            <a:chExt cx="2725" cy="3068"/>
          </a:xfrm>
        </p:grpSpPr>
        <p:pic>
          <p:nvPicPr>
            <p:cNvPr id="8197" name="Picture 5" descr="girls_b"/>
            <p:cNvPicPr>
              <a:picLocks noChangeAspect="1" noChangeArrowheads="1"/>
            </p:cNvPicPr>
            <p:nvPr/>
          </p:nvPicPr>
          <p:blipFill>
            <a:blip r:embed="rId2">
              <a:extLst>
                <a:ext uri="{28A0092B-C50C-407E-A947-70E740481C1C}">
                  <a14:useLocalDpi xmlns:a14="http://schemas.microsoft.com/office/drawing/2010/main" val="0"/>
                </a:ext>
              </a:extLst>
            </a:blip>
            <a:srcRect r="12210"/>
            <a:stretch>
              <a:fillRect/>
            </a:stretch>
          </p:blipFill>
          <p:spPr bwMode="auto">
            <a:xfrm>
              <a:off x="3037" y="1269"/>
              <a:ext cx="2725" cy="3051"/>
            </a:xfrm>
            <a:prstGeom prst="rect">
              <a:avLst/>
            </a:prstGeom>
            <a:noFill/>
            <a:extLst>
              <a:ext uri="{909E8E84-426E-40DD-AFC4-6F175D3DCCD1}">
                <a14:hiddenFill xmlns:a14="http://schemas.microsoft.com/office/drawing/2010/main">
                  <a:solidFill>
                    <a:srgbClr val="FFFFFF"/>
                  </a:solidFill>
                </a14:hiddenFill>
              </a:ext>
            </a:extLst>
          </p:spPr>
        </p:pic>
        <p:pic>
          <p:nvPicPr>
            <p:cNvPr id="8198" name="Picture 6" descr="girls_w"/>
            <p:cNvPicPr>
              <a:picLocks noChangeAspect="1" noChangeArrowheads="1"/>
            </p:cNvPicPr>
            <p:nvPr/>
          </p:nvPicPr>
          <p:blipFill>
            <a:blip r:embed="rId3">
              <a:extLst>
                <a:ext uri="{28A0092B-C50C-407E-A947-70E740481C1C}">
                  <a14:useLocalDpi xmlns:a14="http://schemas.microsoft.com/office/drawing/2010/main" val="0"/>
                </a:ext>
              </a:extLst>
            </a:blip>
            <a:srcRect r="12701"/>
            <a:stretch>
              <a:fillRect/>
            </a:stretch>
          </p:blipFill>
          <p:spPr bwMode="auto">
            <a:xfrm>
              <a:off x="3037" y="1252"/>
              <a:ext cx="2725" cy="3068"/>
            </a:xfrm>
            <a:prstGeom prst="rect">
              <a:avLst/>
            </a:prstGeom>
            <a:noFill/>
            <a:extLst>
              <a:ext uri="{909E8E84-426E-40DD-AFC4-6F175D3DCCD1}">
                <a14:hiddenFill xmlns:a14="http://schemas.microsoft.com/office/drawing/2010/main">
                  <a:solidFill>
                    <a:srgbClr val="FFFFFF"/>
                  </a:solidFill>
                </a14:hiddenFill>
              </a:ext>
            </a:extLst>
          </p:spPr>
        </p:pic>
      </p:grpSp>
      <p:sp>
        <p:nvSpPr>
          <p:cNvPr id="8200" name="Rectangle 8"/>
          <p:cNvSpPr>
            <a:spLocks noGrp="1" noChangeArrowheads="1"/>
          </p:cNvSpPr>
          <p:nvPr>
            <p:ph type="body" idx="1"/>
          </p:nvPr>
        </p:nvSpPr>
        <p:spPr>
          <a:xfrm>
            <a:off x="381000" y="1676400"/>
            <a:ext cx="8534400" cy="1600200"/>
          </a:xfrm>
          <a:noFill/>
          <a:ln/>
        </p:spPr>
        <p:txBody>
          <a:bodyPr>
            <a:normAutofit/>
          </a:bodyPr>
          <a:lstStyle/>
          <a:p>
            <a:r>
              <a:rPr lang="en-US" sz="2400" b="1" dirty="0">
                <a:cs typeface="Arial" pitchFamily="34" charset="0"/>
              </a:rPr>
              <a:t>Wireless LAN (WLAN)</a:t>
            </a:r>
            <a:r>
              <a:rPr lang="en-US" sz="2400" dirty="0">
                <a:cs typeface="Arial" pitchFamily="34" charset="0"/>
              </a:rPr>
              <a:t> - provides all the features and benefits of traditional LAN technologies such as Ethernet and Token Ring, but without the limitations of wires or cables. </a:t>
            </a:r>
          </a:p>
        </p:txBody>
      </p:sp>
      <p:pic>
        <p:nvPicPr>
          <p:cNvPr id="8201" name="Picture 9" descr="nic"/>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1008437" y="4077072"/>
            <a:ext cx="2667000" cy="1752600"/>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596970165"/>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219" name="Rectangle 3"/>
          <p:cNvSpPr>
            <a:spLocks noGrp="1" noChangeArrowheads="1"/>
          </p:cNvSpPr>
          <p:nvPr>
            <p:ph type="body" idx="1"/>
          </p:nvPr>
        </p:nvSpPr>
        <p:spPr>
          <a:xfrm>
            <a:off x="381000" y="3657600"/>
            <a:ext cx="8458200" cy="2895600"/>
          </a:xfrm>
        </p:spPr>
        <p:txBody>
          <a:bodyPr>
            <a:noAutofit/>
          </a:bodyPr>
          <a:lstStyle/>
          <a:p>
            <a:r>
              <a:rPr lang="en-US" sz="2400" dirty="0">
                <a:cs typeface="Arial" pitchFamily="34" charset="0"/>
              </a:rPr>
              <a:t>WLAN, like a LAN, requires a physical medium to transmit signals. </a:t>
            </a:r>
          </a:p>
          <a:p>
            <a:r>
              <a:rPr lang="en-US" sz="2400" dirty="0">
                <a:cs typeface="Arial" pitchFamily="34" charset="0"/>
              </a:rPr>
              <a:t>Instead of using UTP, WLANs use:</a:t>
            </a:r>
          </a:p>
          <a:p>
            <a:pPr lvl="1"/>
            <a:r>
              <a:rPr lang="en-US" sz="2400" dirty="0">
                <a:cs typeface="Arial" pitchFamily="34" charset="0"/>
              </a:rPr>
              <a:t>Infrared light (IR)</a:t>
            </a:r>
          </a:p>
          <a:p>
            <a:pPr lvl="2"/>
            <a:r>
              <a:rPr lang="en-US" sz="2400" dirty="0">
                <a:cs typeface="Arial" pitchFamily="34" charset="0"/>
              </a:rPr>
              <a:t>802.11 does include an IR specification</a:t>
            </a:r>
          </a:p>
          <a:p>
            <a:pPr lvl="2"/>
            <a:r>
              <a:rPr lang="en-US" sz="2400" dirty="0">
                <a:cs typeface="Arial" pitchFamily="34" charset="0"/>
              </a:rPr>
              <a:t>limitations, easily blocked, no real 802.11 products (IrDA)</a:t>
            </a:r>
          </a:p>
          <a:p>
            <a:pPr lvl="1"/>
            <a:r>
              <a:rPr lang="en-US" sz="2400" dirty="0">
                <a:cs typeface="Arial" pitchFamily="34" charset="0"/>
              </a:rPr>
              <a:t>Radio frequencies (RFs)</a:t>
            </a:r>
          </a:p>
          <a:p>
            <a:pPr lvl="2"/>
            <a:r>
              <a:rPr lang="en-US" sz="2400" dirty="0">
                <a:cs typeface="Arial" pitchFamily="34" charset="0"/>
              </a:rPr>
              <a:t> Can penetrate ‘most’ office obstructions</a:t>
            </a:r>
          </a:p>
          <a:p>
            <a:endParaRPr lang="en-US" sz="2400" dirty="0"/>
          </a:p>
        </p:txBody>
      </p:sp>
      <p:pic>
        <p:nvPicPr>
          <p:cNvPr id="9227" name="Picture 11" descr="portege4000_exterior_06"/>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2915816" y="1340768"/>
            <a:ext cx="2857500" cy="2143125"/>
          </a:xfrm>
          <a:prstGeom prst="rect">
            <a:avLst/>
          </a:prstGeom>
          <a:noFill/>
          <a:extLst>
            <a:ext uri="{909E8E84-426E-40DD-AFC4-6F175D3DCCD1}">
              <a14:hiddenFill xmlns:a14="http://schemas.microsoft.com/office/drawing/2010/main">
                <a:solidFill>
                  <a:srgbClr val="FFFFFF"/>
                </a:solidFill>
              </a14:hiddenFill>
            </a:ext>
          </a:extLst>
        </p:spPr>
      </p:pic>
      <p:sp>
        <p:nvSpPr>
          <p:cNvPr id="10" name="Rectangle 2"/>
          <p:cNvSpPr>
            <a:spLocks noGrp="1" noChangeArrowheads="1"/>
          </p:cNvSpPr>
          <p:nvPr>
            <p:ph type="title"/>
          </p:nvPr>
        </p:nvSpPr>
        <p:spPr>
          <a:xfrm>
            <a:off x="457200" y="274638"/>
            <a:ext cx="8229600" cy="1143000"/>
          </a:xfrm>
        </p:spPr>
        <p:txBody>
          <a:bodyPr>
            <a:normAutofit/>
          </a:bodyPr>
          <a:lstStyle/>
          <a:p>
            <a:r>
              <a:rPr lang="en-US" sz="4000" dirty="0"/>
              <a:t>What is a wireless LAN?</a:t>
            </a:r>
          </a:p>
        </p:txBody>
      </p:sp>
    </p:spTree>
    <p:extLst>
      <p:ext uri="{BB962C8B-B14F-4D97-AF65-F5344CB8AC3E}">
        <p14:creationId xmlns:p14="http://schemas.microsoft.com/office/powerpoint/2010/main" val="703014283"/>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243" name="Rectangle 3"/>
          <p:cNvSpPr>
            <a:spLocks noGrp="1" noChangeArrowheads="1"/>
          </p:cNvSpPr>
          <p:nvPr>
            <p:ph type="body" idx="1"/>
          </p:nvPr>
        </p:nvSpPr>
        <p:spPr>
          <a:xfrm>
            <a:off x="381000" y="4149080"/>
            <a:ext cx="8534400" cy="2404120"/>
          </a:xfrm>
        </p:spPr>
        <p:txBody>
          <a:bodyPr>
            <a:noAutofit/>
          </a:bodyPr>
          <a:lstStyle/>
          <a:p>
            <a:r>
              <a:rPr lang="en-US" sz="2400" dirty="0">
                <a:cs typeface="Arial" pitchFamily="34" charset="0"/>
              </a:rPr>
              <a:t>WLANs use the </a:t>
            </a:r>
            <a:r>
              <a:rPr lang="en-US" sz="2400" b="1" dirty="0">
                <a:cs typeface="Arial" pitchFamily="34" charset="0"/>
              </a:rPr>
              <a:t>2.4 GHz</a:t>
            </a:r>
            <a:r>
              <a:rPr lang="en-US" sz="2400" dirty="0">
                <a:cs typeface="Arial" pitchFamily="34" charset="0"/>
              </a:rPr>
              <a:t> and </a:t>
            </a:r>
            <a:r>
              <a:rPr lang="en-US" sz="2400" b="1" dirty="0">
                <a:cs typeface="Arial" pitchFamily="34" charset="0"/>
              </a:rPr>
              <a:t>5-GHz</a:t>
            </a:r>
            <a:r>
              <a:rPr lang="en-US" sz="2400" dirty="0">
                <a:cs typeface="Arial" pitchFamily="34" charset="0"/>
              </a:rPr>
              <a:t> frequency bands. </a:t>
            </a:r>
          </a:p>
          <a:p>
            <a:r>
              <a:rPr lang="en-US" sz="2400" dirty="0">
                <a:cs typeface="Arial" pitchFamily="34" charset="0"/>
              </a:rPr>
              <a:t>ISM (Industry, Scientific, Medical) license-free (unlicensed) frequency bands.</a:t>
            </a:r>
          </a:p>
          <a:p>
            <a:r>
              <a:rPr lang="en-US" sz="2400" dirty="0">
                <a:cs typeface="Arial" pitchFamily="34" charset="0"/>
              </a:rPr>
              <a:t>S-Band ISM</a:t>
            </a:r>
          </a:p>
          <a:p>
            <a:pPr lvl="1"/>
            <a:r>
              <a:rPr lang="en-US" sz="2400" dirty="0">
                <a:cs typeface="Arial" pitchFamily="34" charset="0"/>
              </a:rPr>
              <a:t>802.11b and 802.11g:  2.4- 2.5 GHz</a:t>
            </a:r>
          </a:p>
          <a:p>
            <a:r>
              <a:rPr lang="en-US" sz="2400" dirty="0">
                <a:cs typeface="Arial" pitchFamily="34" charset="0"/>
              </a:rPr>
              <a:t>C-Band ISM</a:t>
            </a:r>
          </a:p>
          <a:p>
            <a:pPr lvl="1"/>
            <a:r>
              <a:rPr lang="en-US" sz="2400" dirty="0">
                <a:cs typeface="Arial" pitchFamily="34" charset="0"/>
              </a:rPr>
              <a:t>802.11a:  5.725 – 5.875 GHz</a:t>
            </a:r>
            <a:endParaRPr lang="en-US" sz="2400" dirty="0"/>
          </a:p>
          <a:p>
            <a:endParaRPr lang="en-US" sz="2400" dirty="0"/>
          </a:p>
        </p:txBody>
      </p:sp>
      <p:pic>
        <p:nvPicPr>
          <p:cNvPr id="10244" name="Picture 4"/>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4190465" y="980728"/>
            <a:ext cx="4953000" cy="307975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sp>
        <p:nvSpPr>
          <p:cNvPr id="9" name="Rectangle 2"/>
          <p:cNvSpPr>
            <a:spLocks noGrp="1" noChangeArrowheads="1"/>
          </p:cNvSpPr>
          <p:nvPr>
            <p:ph type="title"/>
          </p:nvPr>
        </p:nvSpPr>
        <p:spPr>
          <a:xfrm>
            <a:off x="457200" y="44624"/>
            <a:ext cx="8229600" cy="1143000"/>
          </a:xfrm>
        </p:spPr>
        <p:txBody>
          <a:bodyPr>
            <a:normAutofit/>
          </a:bodyPr>
          <a:lstStyle/>
          <a:p>
            <a:r>
              <a:rPr lang="en-US" sz="4000" dirty="0"/>
              <a:t>What is a wireless LAN?</a:t>
            </a:r>
          </a:p>
        </p:txBody>
      </p:sp>
    </p:spTree>
    <p:extLst>
      <p:ext uri="{BB962C8B-B14F-4D97-AF65-F5344CB8AC3E}">
        <p14:creationId xmlns:p14="http://schemas.microsoft.com/office/powerpoint/2010/main" val="363923753"/>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6386" name="Rectangle 2"/>
          <p:cNvSpPr>
            <a:spLocks noGrp="1" noChangeArrowheads="1"/>
          </p:cNvSpPr>
          <p:nvPr>
            <p:ph type="title"/>
          </p:nvPr>
        </p:nvSpPr>
        <p:spPr>
          <a:xfrm>
            <a:off x="457200" y="274638"/>
            <a:ext cx="8229600" cy="868362"/>
          </a:xfrm>
        </p:spPr>
        <p:txBody>
          <a:bodyPr/>
          <a:lstStyle/>
          <a:p>
            <a:r>
              <a:rPr lang="en-US" dirty="0"/>
              <a:t>Current Standards – </a:t>
            </a:r>
            <a:r>
              <a:rPr lang="en-US" dirty="0" smtClean="0"/>
              <a:t>n, ac, ax</a:t>
            </a:r>
            <a:endParaRPr lang="en-US" dirty="0"/>
          </a:p>
        </p:txBody>
      </p:sp>
      <p:sp>
        <p:nvSpPr>
          <p:cNvPr id="16387" name="Rectangle 3"/>
          <p:cNvSpPr>
            <a:spLocks noGrp="1" noChangeArrowheads="1"/>
          </p:cNvSpPr>
          <p:nvPr>
            <p:ph type="body" idx="1"/>
          </p:nvPr>
        </p:nvSpPr>
        <p:spPr>
          <a:xfrm>
            <a:off x="381000" y="3352800"/>
            <a:ext cx="8534400" cy="3352800"/>
          </a:xfrm>
        </p:spPr>
        <p:txBody>
          <a:bodyPr>
            <a:normAutofit/>
          </a:bodyPr>
          <a:lstStyle/>
          <a:p>
            <a:r>
              <a:rPr lang="en-US" sz="2300" dirty="0" smtClean="0">
                <a:cs typeface="Arial" pitchFamily="34" charset="0"/>
              </a:rPr>
              <a:t>802.11n</a:t>
            </a:r>
          </a:p>
          <a:p>
            <a:pPr lvl="1"/>
            <a:r>
              <a:rPr lang="en-US" sz="2000" dirty="0" smtClean="0">
                <a:cs typeface="Arial" pitchFamily="34" charset="0"/>
              </a:rPr>
              <a:t>Up to 600Mbps</a:t>
            </a:r>
          </a:p>
          <a:p>
            <a:pPr lvl="1"/>
            <a:r>
              <a:rPr lang="en-US" sz="2000" dirty="0" smtClean="0">
                <a:cs typeface="Arial" pitchFamily="34" charset="0"/>
              </a:rPr>
              <a:t>2.4GHz &amp; 5GHz</a:t>
            </a:r>
          </a:p>
          <a:p>
            <a:r>
              <a:rPr lang="en-US" sz="2300" dirty="0" smtClean="0">
                <a:cs typeface="Arial" pitchFamily="34" charset="0"/>
              </a:rPr>
              <a:t>802.11ac</a:t>
            </a:r>
          </a:p>
          <a:p>
            <a:pPr lvl="1"/>
            <a:r>
              <a:rPr lang="en-US" sz="2000" dirty="0" smtClean="0">
                <a:cs typeface="Arial" pitchFamily="34" charset="0"/>
              </a:rPr>
              <a:t>Up to 6Gbps</a:t>
            </a:r>
          </a:p>
          <a:p>
            <a:pPr lvl="1"/>
            <a:r>
              <a:rPr lang="en-US" sz="2000" dirty="0" smtClean="0">
                <a:cs typeface="Arial" pitchFamily="34" charset="0"/>
              </a:rPr>
              <a:t>Backward compatible</a:t>
            </a:r>
          </a:p>
          <a:p>
            <a:r>
              <a:rPr lang="en-US" sz="2300" dirty="0" smtClean="0">
                <a:cs typeface="Arial" pitchFamily="34" charset="0"/>
              </a:rPr>
              <a:t>802.11ax</a:t>
            </a:r>
          </a:p>
          <a:p>
            <a:pPr lvl="1"/>
            <a:r>
              <a:rPr lang="en-US" sz="2000" dirty="0" smtClean="0">
                <a:cs typeface="Arial" pitchFamily="34" charset="0"/>
              </a:rPr>
              <a:t>Up to 10Gbps</a:t>
            </a:r>
          </a:p>
          <a:p>
            <a:pPr lvl="1"/>
            <a:r>
              <a:rPr lang="en-US" sz="2000" dirty="0" smtClean="0">
                <a:cs typeface="Arial" pitchFamily="34" charset="0"/>
              </a:rPr>
              <a:t>5GHz</a:t>
            </a:r>
            <a:endParaRPr lang="en-US" sz="2000" dirty="0">
              <a:cs typeface="Arial" pitchFamily="34" charset="0"/>
            </a:endParaRPr>
          </a:p>
        </p:txBody>
      </p:sp>
      <p:grpSp>
        <p:nvGrpSpPr>
          <p:cNvPr id="16388" name="Group 4"/>
          <p:cNvGrpSpPr>
            <a:grpSpLocks/>
          </p:cNvGrpSpPr>
          <p:nvPr/>
        </p:nvGrpSpPr>
        <p:grpSpPr bwMode="auto">
          <a:xfrm>
            <a:off x="1447800" y="1177925"/>
            <a:ext cx="4267200" cy="1225550"/>
            <a:chOff x="912" y="2756"/>
            <a:chExt cx="2688" cy="772"/>
          </a:xfrm>
        </p:grpSpPr>
        <p:sp>
          <p:nvSpPr>
            <p:cNvPr id="16389" name="Rectangle 5"/>
            <p:cNvSpPr>
              <a:spLocks noChangeArrowheads="1"/>
            </p:cNvSpPr>
            <p:nvPr/>
          </p:nvSpPr>
          <p:spPr bwMode="auto">
            <a:xfrm>
              <a:off x="912" y="2756"/>
              <a:ext cx="1056" cy="240"/>
            </a:xfrm>
            <a:prstGeom prst="rect">
              <a:avLst/>
            </a:prstGeom>
            <a:solidFill>
              <a:srgbClr val="339999"/>
            </a:solidFill>
            <a:ln w="9525" algn="ctr">
              <a:solidFill>
                <a:srgbClr val="246E6C"/>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73025" tIns="36512" rIns="73025" bIns="36512" anchor="ctr"/>
            <a:lstStyle/>
            <a:p>
              <a:endParaRPr lang="en-SG" dirty="0"/>
            </a:p>
          </p:txBody>
        </p:sp>
        <p:sp>
          <p:nvSpPr>
            <p:cNvPr id="16390" name="Rectangle 6"/>
            <p:cNvSpPr>
              <a:spLocks noChangeArrowheads="1"/>
            </p:cNvSpPr>
            <p:nvPr/>
          </p:nvSpPr>
          <p:spPr bwMode="auto">
            <a:xfrm>
              <a:off x="912" y="3288"/>
              <a:ext cx="1056" cy="240"/>
            </a:xfrm>
            <a:prstGeom prst="rect">
              <a:avLst/>
            </a:prstGeom>
            <a:solidFill>
              <a:srgbClr val="339999"/>
            </a:solidFill>
            <a:ln w="9525" algn="ctr">
              <a:solidFill>
                <a:srgbClr val="246E6C"/>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73025" tIns="36512" rIns="73025" bIns="36512" anchor="ctr"/>
            <a:lstStyle/>
            <a:p>
              <a:endParaRPr lang="en-SG" dirty="0"/>
            </a:p>
          </p:txBody>
        </p:sp>
        <p:sp>
          <p:nvSpPr>
            <p:cNvPr id="16391" name="Text Box 7"/>
            <p:cNvSpPr txBox="1">
              <a:spLocks noChangeArrowheads="1"/>
            </p:cNvSpPr>
            <p:nvPr/>
          </p:nvSpPr>
          <p:spPr bwMode="auto">
            <a:xfrm>
              <a:off x="1008" y="2767"/>
              <a:ext cx="864" cy="219"/>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lIns="73025" tIns="36512" rIns="73025" bIns="36512">
              <a:spAutoFit/>
            </a:bodyPr>
            <a:lstStyle/>
            <a:p>
              <a:pPr algn="ctr" eaLnBrk="0" hangingPunct="0">
                <a:spcBef>
                  <a:spcPct val="50000"/>
                </a:spcBef>
              </a:pPr>
              <a:r>
                <a:rPr lang="en-US" sz="1800" b="1" dirty="0">
                  <a:solidFill>
                    <a:schemeClr val="tx2"/>
                  </a:solidFill>
                  <a:latin typeface="Arial" pitchFamily="34" charset="0"/>
                </a:rPr>
                <a:t>860 Kbps</a:t>
              </a:r>
            </a:p>
          </p:txBody>
        </p:sp>
        <p:sp>
          <p:nvSpPr>
            <p:cNvPr id="16392" name="Text Box 8"/>
            <p:cNvSpPr txBox="1">
              <a:spLocks noChangeArrowheads="1"/>
            </p:cNvSpPr>
            <p:nvPr/>
          </p:nvSpPr>
          <p:spPr bwMode="auto">
            <a:xfrm>
              <a:off x="1008" y="3299"/>
              <a:ext cx="864" cy="219"/>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lIns="73025" tIns="36512" rIns="73025" bIns="36512">
              <a:spAutoFit/>
            </a:bodyPr>
            <a:lstStyle/>
            <a:p>
              <a:pPr algn="ctr" eaLnBrk="0" hangingPunct="0">
                <a:spcBef>
                  <a:spcPct val="50000"/>
                </a:spcBef>
              </a:pPr>
              <a:r>
                <a:rPr lang="en-US" sz="1800" b="1" dirty="0">
                  <a:solidFill>
                    <a:schemeClr val="tx2"/>
                  </a:solidFill>
                  <a:latin typeface="Arial" pitchFamily="34" charset="0"/>
                </a:rPr>
                <a:t>900 MHz</a:t>
              </a:r>
            </a:p>
          </p:txBody>
        </p:sp>
        <p:sp>
          <p:nvSpPr>
            <p:cNvPr id="16393" name="Rectangle 9"/>
            <p:cNvSpPr>
              <a:spLocks noChangeArrowheads="1"/>
            </p:cNvSpPr>
            <p:nvPr/>
          </p:nvSpPr>
          <p:spPr bwMode="auto">
            <a:xfrm>
              <a:off x="1972" y="2756"/>
              <a:ext cx="1628" cy="240"/>
            </a:xfrm>
            <a:prstGeom prst="rect">
              <a:avLst/>
            </a:prstGeom>
            <a:solidFill>
              <a:srgbClr val="99CCCC"/>
            </a:solidFill>
            <a:ln w="9525" algn="ctr">
              <a:solidFill>
                <a:srgbClr val="73BBB9"/>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73025" tIns="36512" rIns="73025" bIns="36512" anchor="ctr"/>
            <a:lstStyle/>
            <a:p>
              <a:endParaRPr lang="en-SG" dirty="0"/>
            </a:p>
          </p:txBody>
        </p:sp>
        <p:sp>
          <p:nvSpPr>
            <p:cNvPr id="16394" name="Rectangle 10"/>
            <p:cNvSpPr>
              <a:spLocks noChangeArrowheads="1"/>
            </p:cNvSpPr>
            <p:nvPr/>
          </p:nvSpPr>
          <p:spPr bwMode="auto">
            <a:xfrm>
              <a:off x="1972" y="3288"/>
              <a:ext cx="1628" cy="240"/>
            </a:xfrm>
            <a:prstGeom prst="rect">
              <a:avLst/>
            </a:prstGeom>
            <a:solidFill>
              <a:srgbClr val="99CCCC"/>
            </a:solidFill>
            <a:ln w="9525" algn="ctr">
              <a:solidFill>
                <a:srgbClr val="73BBB9"/>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73025" tIns="36512" rIns="73025" bIns="36512" anchor="ctr"/>
            <a:lstStyle/>
            <a:p>
              <a:endParaRPr lang="en-SG" dirty="0"/>
            </a:p>
          </p:txBody>
        </p:sp>
        <p:sp>
          <p:nvSpPr>
            <p:cNvPr id="16395" name="Text Box 11"/>
            <p:cNvSpPr txBox="1">
              <a:spLocks noChangeArrowheads="1"/>
            </p:cNvSpPr>
            <p:nvPr/>
          </p:nvSpPr>
          <p:spPr bwMode="auto">
            <a:xfrm>
              <a:off x="2235" y="2767"/>
              <a:ext cx="1102" cy="219"/>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lIns="73025" tIns="36512" rIns="73025" bIns="36512">
              <a:spAutoFit/>
            </a:bodyPr>
            <a:lstStyle/>
            <a:p>
              <a:pPr algn="ctr" eaLnBrk="0" hangingPunct="0">
                <a:spcBef>
                  <a:spcPct val="50000"/>
                </a:spcBef>
              </a:pPr>
              <a:r>
                <a:rPr lang="en-US" sz="1800" b="1" dirty="0">
                  <a:solidFill>
                    <a:schemeClr val="bg2"/>
                  </a:solidFill>
                  <a:latin typeface="Arial" pitchFamily="34" charset="0"/>
                </a:rPr>
                <a:t>1 and 2 Mbps</a:t>
              </a:r>
            </a:p>
          </p:txBody>
        </p:sp>
        <p:sp>
          <p:nvSpPr>
            <p:cNvPr id="16396" name="Text Box 12"/>
            <p:cNvSpPr txBox="1">
              <a:spLocks noChangeArrowheads="1"/>
            </p:cNvSpPr>
            <p:nvPr/>
          </p:nvSpPr>
          <p:spPr bwMode="auto">
            <a:xfrm>
              <a:off x="2354" y="3299"/>
              <a:ext cx="864" cy="219"/>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lIns="73025" tIns="36512" rIns="73025" bIns="36512">
              <a:spAutoFit/>
            </a:bodyPr>
            <a:lstStyle/>
            <a:p>
              <a:pPr algn="ctr" eaLnBrk="0" hangingPunct="0">
                <a:spcBef>
                  <a:spcPct val="50000"/>
                </a:spcBef>
              </a:pPr>
              <a:r>
                <a:rPr lang="en-US" sz="1800" b="1" dirty="0">
                  <a:solidFill>
                    <a:schemeClr val="bg2"/>
                  </a:solidFill>
                  <a:latin typeface="Arial" pitchFamily="34" charset="0"/>
                </a:rPr>
                <a:t>2.4 GHz</a:t>
              </a:r>
            </a:p>
          </p:txBody>
        </p:sp>
        <p:sp>
          <p:nvSpPr>
            <p:cNvPr id="16397" name="Rectangle 13"/>
            <p:cNvSpPr>
              <a:spLocks noChangeArrowheads="1"/>
            </p:cNvSpPr>
            <p:nvPr/>
          </p:nvSpPr>
          <p:spPr bwMode="auto">
            <a:xfrm>
              <a:off x="912" y="3022"/>
              <a:ext cx="2688" cy="240"/>
            </a:xfrm>
            <a:prstGeom prst="rect">
              <a:avLst/>
            </a:prstGeom>
            <a:solidFill>
              <a:srgbClr val="339999"/>
            </a:solidFill>
            <a:ln w="9525" algn="ctr">
              <a:solidFill>
                <a:srgbClr val="246E6C"/>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73025" tIns="36512" rIns="73025" bIns="36512" anchor="ctr"/>
            <a:lstStyle/>
            <a:p>
              <a:endParaRPr lang="en-SG" dirty="0"/>
            </a:p>
          </p:txBody>
        </p:sp>
        <p:sp>
          <p:nvSpPr>
            <p:cNvPr id="16398" name="Text Box 14"/>
            <p:cNvSpPr txBox="1">
              <a:spLocks noChangeArrowheads="1"/>
            </p:cNvSpPr>
            <p:nvPr/>
          </p:nvSpPr>
          <p:spPr bwMode="auto">
            <a:xfrm>
              <a:off x="1824" y="3032"/>
              <a:ext cx="864" cy="219"/>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lIns="73025" tIns="36512" rIns="73025" bIns="36512">
              <a:spAutoFit/>
            </a:bodyPr>
            <a:lstStyle/>
            <a:p>
              <a:pPr algn="ctr" eaLnBrk="0" hangingPunct="0">
                <a:spcBef>
                  <a:spcPct val="50000"/>
                </a:spcBef>
              </a:pPr>
              <a:r>
                <a:rPr lang="en-US" sz="1800" b="1" dirty="0">
                  <a:solidFill>
                    <a:schemeClr val="tx2"/>
                  </a:solidFill>
                  <a:latin typeface="Arial" pitchFamily="34" charset="0"/>
                </a:rPr>
                <a:t>Proprietary</a:t>
              </a:r>
            </a:p>
          </p:txBody>
        </p:sp>
      </p:grpSp>
      <p:sp>
        <p:nvSpPr>
          <p:cNvPr id="16399" name="Rectangle 15"/>
          <p:cNvSpPr>
            <a:spLocks noChangeArrowheads="1"/>
          </p:cNvSpPr>
          <p:nvPr/>
        </p:nvSpPr>
        <p:spPr bwMode="auto">
          <a:xfrm>
            <a:off x="5905500" y="2479675"/>
            <a:ext cx="987425" cy="51117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lIns="84838" tIns="42419" rIns="84838" bIns="42419">
            <a:spAutoFit/>
          </a:bodyPr>
          <a:lstStyle/>
          <a:p>
            <a:pPr defTabSz="842963" eaLnBrk="0" hangingPunct="0">
              <a:buClr>
                <a:srgbClr val="FE9D00"/>
              </a:buClr>
              <a:buSzPct val="75000"/>
              <a:buFont typeface="Wingdings 3" pitchFamily="18" charset="2"/>
              <a:buNone/>
            </a:pPr>
            <a:r>
              <a:rPr lang="en-US" sz="1400" b="1" dirty="0">
                <a:latin typeface="Arial" pitchFamily="34" charset="0"/>
              </a:rPr>
              <a:t>802.11    </a:t>
            </a:r>
            <a:br>
              <a:rPr lang="en-US" sz="1400" b="1" dirty="0">
                <a:latin typeface="Arial" pitchFamily="34" charset="0"/>
              </a:rPr>
            </a:br>
            <a:r>
              <a:rPr lang="en-US" sz="1400" b="1" dirty="0">
                <a:latin typeface="Arial" pitchFamily="34" charset="0"/>
              </a:rPr>
              <a:t>Ratified</a:t>
            </a:r>
          </a:p>
        </p:txBody>
      </p:sp>
      <p:sp>
        <p:nvSpPr>
          <p:cNvPr id="16400" name="Rectangle 16"/>
          <p:cNvSpPr>
            <a:spLocks noChangeArrowheads="1"/>
          </p:cNvSpPr>
          <p:nvPr/>
        </p:nvSpPr>
        <p:spPr bwMode="auto">
          <a:xfrm>
            <a:off x="6818313" y="2479675"/>
            <a:ext cx="1087437" cy="51117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lIns="84838" tIns="42419" rIns="84838" bIns="42419">
            <a:spAutoFit/>
          </a:bodyPr>
          <a:lstStyle/>
          <a:p>
            <a:pPr defTabSz="842963" eaLnBrk="0" hangingPunct="0">
              <a:buClr>
                <a:srgbClr val="FE9D00"/>
              </a:buClr>
              <a:buSzPct val="75000"/>
              <a:buFont typeface="Wingdings 3" pitchFamily="18" charset="2"/>
              <a:buNone/>
            </a:pPr>
            <a:r>
              <a:rPr lang="en-US" sz="1400" b="1" dirty="0">
                <a:latin typeface="Arial" pitchFamily="34" charset="0"/>
              </a:rPr>
              <a:t>802.11a,b    </a:t>
            </a:r>
            <a:br>
              <a:rPr lang="en-US" sz="1400" b="1" dirty="0">
                <a:latin typeface="Arial" pitchFamily="34" charset="0"/>
              </a:rPr>
            </a:br>
            <a:r>
              <a:rPr lang="en-US" sz="1400" b="1" dirty="0">
                <a:latin typeface="Arial" pitchFamily="34" charset="0"/>
              </a:rPr>
              <a:t>Ratified</a:t>
            </a:r>
          </a:p>
        </p:txBody>
      </p:sp>
      <p:grpSp>
        <p:nvGrpSpPr>
          <p:cNvPr id="16402" name="Group 18"/>
          <p:cNvGrpSpPr>
            <a:grpSpLocks/>
          </p:cNvGrpSpPr>
          <p:nvPr/>
        </p:nvGrpSpPr>
        <p:grpSpPr bwMode="auto">
          <a:xfrm>
            <a:off x="933450" y="2943225"/>
            <a:ext cx="7273925" cy="336550"/>
            <a:chOff x="672" y="3792"/>
            <a:chExt cx="4582" cy="212"/>
          </a:xfrm>
        </p:grpSpPr>
        <p:sp>
          <p:nvSpPr>
            <p:cNvPr id="16403" name="AutoShape 19"/>
            <p:cNvSpPr>
              <a:spLocks noChangeArrowheads="1"/>
            </p:cNvSpPr>
            <p:nvPr/>
          </p:nvSpPr>
          <p:spPr bwMode="auto">
            <a:xfrm flipV="1">
              <a:off x="3964" y="3792"/>
              <a:ext cx="87" cy="49"/>
            </a:xfrm>
            <a:prstGeom prst="triangle">
              <a:avLst>
                <a:gd name="adj" fmla="val 50000"/>
              </a:avLst>
            </a:prstGeom>
            <a:solidFill>
              <a:srgbClr val="B2B2B2"/>
            </a:solidFill>
            <a:ln w="25400">
              <a:solidFill>
                <a:srgbClr val="B2B2B2"/>
              </a:solidFill>
              <a:miter lim="800000"/>
              <a:headEnd type="none" w="sm" len="sm"/>
              <a:tailEnd type="none" w="sm" len="sm"/>
            </a:ln>
            <a:effectLst>
              <a:outerShdw dist="17961" dir="2700000" algn="ctr" rotWithShape="0">
                <a:schemeClr val="bg2"/>
              </a:outerShdw>
            </a:effectLst>
          </p:spPr>
          <p:txBody>
            <a:bodyPr wrap="none" anchor="ctr"/>
            <a:lstStyle/>
            <a:p>
              <a:endParaRPr lang="en-SG" dirty="0"/>
            </a:p>
          </p:txBody>
        </p:sp>
        <p:sp>
          <p:nvSpPr>
            <p:cNvPr id="16404" name="AutoShape 20"/>
            <p:cNvSpPr>
              <a:spLocks noChangeArrowheads="1"/>
            </p:cNvSpPr>
            <p:nvPr/>
          </p:nvSpPr>
          <p:spPr bwMode="auto">
            <a:xfrm flipV="1">
              <a:off x="4486" y="3792"/>
              <a:ext cx="87" cy="49"/>
            </a:xfrm>
            <a:prstGeom prst="triangle">
              <a:avLst>
                <a:gd name="adj" fmla="val 50000"/>
              </a:avLst>
            </a:prstGeom>
            <a:solidFill>
              <a:srgbClr val="B2B2B2"/>
            </a:solidFill>
            <a:ln w="25400">
              <a:solidFill>
                <a:srgbClr val="B2B2B2"/>
              </a:solidFill>
              <a:miter lim="800000"/>
              <a:headEnd type="none" w="sm" len="sm"/>
              <a:tailEnd type="none" w="sm" len="sm"/>
            </a:ln>
            <a:effectLst>
              <a:outerShdw dist="17961" dir="2700000" algn="ctr" rotWithShape="0">
                <a:schemeClr val="bg2"/>
              </a:outerShdw>
            </a:effectLst>
          </p:spPr>
          <p:txBody>
            <a:bodyPr wrap="none" anchor="ctr"/>
            <a:lstStyle/>
            <a:p>
              <a:endParaRPr lang="en-SG" dirty="0"/>
            </a:p>
          </p:txBody>
        </p:sp>
        <p:sp>
          <p:nvSpPr>
            <p:cNvPr id="16405" name="AutoShape 21"/>
            <p:cNvSpPr>
              <a:spLocks noChangeArrowheads="1"/>
            </p:cNvSpPr>
            <p:nvPr/>
          </p:nvSpPr>
          <p:spPr bwMode="auto">
            <a:xfrm flipV="1">
              <a:off x="5019" y="3792"/>
              <a:ext cx="87" cy="49"/>
            </a:xfrm>
            <a:prstGeom prst="triangle">
              <a:avLst>
                <a:gd name="adj" fmla="val 50000"/>
              </a:avLst>
            </a:prstGeom>
            <a:solidFill>
              <a:srgbClr val="B2B2B2"/>
            </a:solidFill>
            <a:ln w="25400">
              <a:solidFill>
                <a:srgbClr val="B2B2B2"/>
              </a:solidFill>
              <a:miter lim="800000"/>
              <a:headEnd type="none" w="sm" len="sm"/>
              <a:tailEnd type="none" w="sm" len="sm"/>
            </a:ln>
            <a:effectLst>
              <a:outerShdw dist="17961" dir="2700000" algn="ctr" rotWithShape="0">
                <a:schemeClr val="bg2"/>
              </a:outerShdw>
            </a:effectLst>
          </p:spPr>
          <p:txBody>
            <a:bodyPr wrap="none" anchor="ctr"/>
            <a:lstStyle/>
            <a:p>
              <a:endParaRPr lang="en-SG" dirty="0"/>
            </a:p>
          </p:txBody>
        </p:sp>
        <p:sp>
          <p:nvSpPr>
            <p:cNvPr id="16406" name="Rectangle 22"/>
            <p:cNvSpPr>
              <a:spLocks noChangeArrowheads="1"/>
            </p:cNvSpPr>
            <p:nvPr/>
          </p:nvSpPr>
          <p:spPr bwMode="auto">
            <a:xfrm>
              <a:off x="698" y="3840"/>
              <a:ext cx="304" cy="16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bg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44074" tIns="22037" rIns="44074" bIns="22037">
              <a:spAutoFit/>
            </a:bodyPr>
            <a:lstStyle/>
            <a:p>
              <a:pPr defTabSz="842963" eaLnBrk="0" hangingPunct="0"/>
              <a:r>
                <a:rPr lang="en-US" sz="1400" b="1" dirty="0">
                  <a:latin typeface="Arial" pitchFamily="34" charset="0"/>
                </a:rPr>
                <a:t>1986</a:t>
              </a:r>
            </a:p>
          </p:txBody>
        </p:sp>
        <p:sp>
          <p:nvSpPr>
            <p:cNvPr id="16407" name="Rectangle 23"/>
            <p:cNvSpPr>
              <a:spLocks noChangeArrowheads="1"/>
            </p:cNvSpPr>
            <p:nvPr/>
          </p:nvSpPr>
          <p:spPr bwMode="auto">
            <a:xfrm>
              <a:off x="1222" y="3842"/>
              <a:ext cx="304" cy="16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bg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44074" tIns="22037" rIns="44074" bIns="22037">
              <a:spAutoFit/>
            </a:bodyPr>
            <a:lstStyle/>
            <a:p>
              <a:pPr defTabSz="842963" eaLnBrk="0" hangingPunct="0"/>
              <a:r>
                <a:rPr lang="en-US" sz="1400" b="1" dirty="0">
                  <a:latin typeface="Arial" pitchFamily="34" charset="0"/>
                </a:rPr>
                <a:t>1988</a:t>
              </a:r>
            </a:p>
          </p:txBody>
        </p:sp>
        <p:sp>
          <p:nvSpPr>
            <p:cNvPr id="16408" name="Rectangle 24"/>
            <p:cNvSpPr>
              <a:spLocks noChangeArrowheads="1"/>
            </p:cNvSpPr>
            <p:nvPr/>
          </p:nvSpPr>
          <p:spPr bwMode="auto">
            <a:xfrm>
              <a:off x="1745" y="3842"/>
              <a:ext cx="304" cy="16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bg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44074" tIns="22037" rIns="44074" bIns="22037">
              <a:spAutoFit/>
            </a:bodyPr>
            <a:lstStyle/>
            <a:p>
              <a:pPr defTabSz="842963" eaLnBrk="0" hangingPunct="0"/>
              <a:r>
                <a:rPr lang="en-US" sz="1400" b="1" dirty="0">
                  <a:latin typeface="Arial" pitchFamily="34" charset="0"/>
                </a:rPr>
                <a:t>1990</a:t>
              </a:r>
            </a:p>
          </p:txBody>
        </p:sp>
        <p:sp>
          <p:nvSpPr>
            <p:cNvPr id="16409" name="Rectangle 25"/>
            <p:cNvSpPr>
              <a:spLocks noChangeArrowheads="1"/>
            </p:cNvSpPr>
            <p:nvPr/>
          </p:nvSpPr>
          <p:spPr bwMode="auto">
            <a:xfrm>
              <a:off x="2275" y="3842"/>
              <a:ext cx="304" cy="16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bg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44074" tIns="22037" rIns="44074" bIns="22037">
              <a:spAutoFit/>
            </a:bodyPr>
            <a:lstStyle/>
            <a:p>
              <a:pPr defTabSz="842963" eaLnBrk="0" hangingPunct="0"/>
              <a:r>
                <a:rPr lang="en-US" sz="1400" b="1" dirty="0">
                  <a:latin typeface="Arial" pitchFamily="34" charset="0"/>
                </a:rPr>
                <a:t>1992</a:t>
              </a:r>
            </a:p>
          </p:txBody>
        </p:sp>
        <p:sp>
          <p:nvSpPr>
            <p:cNvPr id="16410" name="Rectangle 26"/>
            <p:cNvSpPr>
              <a:spLocks noChangeArrowheads="1"/>
            </p:cNvSpPr>
            <p:nvPr/>
          </p:nvSpPr>
          <p:spPr bwMode="auto">
            <a:xfrm>
              <a:off x="2789" y="3842"/>
              <a:ext cx="304" cy="16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bg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44074" tIns="22037" rIns="44074" bIns="22037">
              <a:spAutoFit/>
            </a:bodyPr>
            <a:lstStyle/>
            <a:p>
              <a:pPr defTabSz="842963" eaLnBrk="0" hangingPunct="0"/>
              <a:r>
                <a:rPr lang="en-US" sz="1400" b="1" dirty="0">
                  <a:latin typeface="Arial" pitchFamily="34" charset="0"/>
                </a:rPr>
                <a:t>1994</a:t>
              </a:r>
            </a:p>
          </p:txBody>
        </p:sp>
        <p:sp>
          <p:nvSpPr>
            <p:cNvPr id="16411" name="Rectangle 27"/>
            <p:cNvSpPr>
              <a:spLocks noChangeArrowheads="1"/>
            </p:cNvSpPr>
            <p:nvPr/>
          </p:nvSpPr>
          <p:spPr bwMode="auto">
            <a:xfrm>
              <a:off x="3317" y="3842"/>
              <a:ext cx="304" cy="16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bg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44074" tIns="22037" rIns="44074" bIns="22037">
              <a:spAutoFit/>
            </a:bodyPr>
            <a:lstStyle/>
            <a:p>
              <a:pPr defTabSz="842963" eaLnBrk="0" hangingPunct="0"/>
              <a:r>
                <a:rPr lang="en-US" sz="1400" b="1" dirty="0">
                  <a:latin typeface="Arial" pitchFamily="34" charset="0"/>
                </a:rPr>
                <a:t>1996</a:t>
              </a:r>
            </a:p>
          </p:txBody>
        </p:sp>
        <p:sp>
          <p:nvSpPr>
            <p:cNvPr id="16412" name="Rectangle 28"/>
            <p:cNvSpPr>
              <a:spLocks noChangeArrowheads="1"/>
            </p:cNvSpPr>
            <p:nvPr/>
          </p:nvSpPr>
          <p:spPr bwMode="auto">
            <a:xfrm>
              <a:off x="3853" y="3840"/>
              <a:ext cx="304" cy="16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bg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44074" tIns="22037" rIns="44074" bIns="22037">
              <a:spAutoFit/>
            </a:bodyPr>
            <a:lstStyle/>
            <a:p>
              <a:pPr defTabSz="842963" eaLnBrk="0" hangingPunct="0"/>
              <a:r>
                <a:rPr lang="en-US" sz="1400" b="1" dirty="0">
                  <a:latin typeface="Arial" pitchFamily="34" charset="0"/>
                </a:rPr>
                <a:t>1998</a:t>
              </a:r>
            </a:p>
          </p:txBody>
        </p:sp>
        <p:sp>
          <p:nvSpPr>
            <p:cNvPr id="16413" name="Rectangle 29"/>
            <p:cNvSpPr>
              <a:spLocks noChangeArrowheads="1"/>
            </p:cNvSpPr>
            <p:nvPr/>
          </p:nvSpPr>
          <p:spPr bwMode="auto">
            <a:xfrm>
              <a:off x="4375" y="3840"/>
              <a:ext cx="304" cy="16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bg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44074" tIns="22037" rIns="44074" bIns="22037">
              <a:spAutoFit/>
            </a:bodyPr>
            <a:lstStyle/>
            <a:p>
              <a:pPr defTabSz="842963" eaLnBrk="0" hangingPunct="0"/>
              <a:r>
                <a:rPr lang="en-US" sz="1400" b="1" dirty="0">
                  <a:latin typeface="Arial" pitchFamily="34" charset="0"/>
                </a:rPr>
                <a:t>2000</a:t>
              </a:r>
            </a:p>
          </p:txBody>
        </p:sp>
        <p:sp>
          <p:nvSpPr>
            <p:cNvPr id="16414" name="Rectangle 30"/>
            <p:cNvSpPr>
              <a:spLocks noChangeArrowheads="1"/>
            </p:cNvSpPr>
            <p:nvPr/>
          </p:nvSpPr>
          <p:spPr bwMode="auto">
            <a:xfrm>
              <a:off x="4895" y="3840"/>
              <a:ext cx="304" cy="16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bg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44074" tIns="22037" rIns="44074" bIns="22037">
              <a:spAutoFit/>
            </a:bodyPr>
            <a:lstStyle/>
            <a:p>
              <a:pPr defTabSz="842963" eaLnBrk="0" hangingPunct="0"/>
              <a:r>
                <a:rPr lang="en-US" sz="1400" b="1" dirty="0">
                  <a:latin typeface="Arial" pitchFamily="34" charset="0"/>
                </a:rPr>
                <a:t>2003</a:t>
              </a:r>
            </a:p>
          </p:txBody>
        </p:sp>
        <p:sp>
          <p:nvSpPr>
            <p:cNvPr id="16415" name="AutoShape 31"/>
            <p:cNvSpPr>
              <a:spLocks noChangeArrowheads="1"/>
            </p:cNvSpPr>
            <p:nvPr/>
          </p:nvSpPr>
          <p:spPr bwMode="auto">
            <a:xfrm flipV="1">
              <a:off x="816" y="3792"/>
              <a:ext cx="87" cy="49"/>
            </a:xfrm>
            <a:prstGeom prst="triangle">
              <a:avLst>
                <a:gd name="adj" fmla="val 50000"/>
              </a:avLst>
            </a:prstGeom>
            <a:solidFill>
              <a:srgbClr val="B2B2B2"/>
            </a:solidFill>
            <a:ln w="25400">
              <a:solidFill>
                <a:srgbClr val="B2B2B2"/>
              </a:solidFill>
              <a:miter lim="800000"/>
              <a:headEnd type="none" w="sm" len="sm"/>
              <a:tailEnd type="none" w="sm" len="sm"/>
            </a:ln>
            <a:effectLst>
              <a:outerShdw dist="17961" dir="2700000" algn="ctr" rotWithShape="0">
                <a:schemeClr val="bg2"/>
              </a:outerShdw>
            </a:effectLst>
          </p:spPr>
          <p:txBody>
            <a:bodyPr wrap="none" anchor="ctr"/>
            <a:lstStyle/>
            <a:p>
              <a:endParaRPr lang="en-SG" dirty="0"/>
            </a:p>
          </p:txBody>
        </p:sp>
        <p:sp>
          <p:nvSpPr>
            <p:cNvPr id="16416" name="AutoShape 32"/>
            <p:cNvSpPr>
              <a:spLocks noChangeArrowheads="1"/>
            </p:cNvSpPr>
            <p:nvPr/>
          </p:nvSpPr>
          <p:spPr bwMode="auto">
            <a:xfrm flipV="1">
              <a:off x="1352" y="3792"/>
              <a:ext cx="88" cy="49"/>
            </a:xfrm>
            <a:prstGeom prst="triangle">
              <a:avLst>
                <a:gd name="adj" fmla="val 50000"/>
              </a:avLst>
            </a:prstGeom>
            <a:solidFill>
              <a:srgbClr val="B2B2B2"/>
            </a:solidFill>
            <a:ln w="25400">
              <a:solidFill>
                <a:srgbClr val="B2B2B2"/>
              </a:solidFill>
              <a:miter lim="800000"/>
              <a:headEnd type="none" w="sm" len="sm"/>
              <a:tailEnd type="none" w="sm" len="sm"/>
            </a:ln>
            <a:effectLst>
              <a:outerShdw dist="17961" dir="2700000" algn="ctr" rotWithShape="0">
                <a:schemeClr val="bg2"/>
              </a:outerShdw>
            </a:effectLst>
          </p:spPr>
          <p:txBody>
            <a:bodyPr wrap="none" anchor="ctr"/>
            <a:lstStyle/>
            <a:p>
              <a:endParaRPr lang="en-SG" dirty="0"/>
            </a:p>
          </p:txBody>
        </p:sp>
        <p:sp>
          <p:nvSpPr>
            <p:cNvPr id="16417" name="AutoShape 33"/>
            <p:cNvSpPr>
              <a:spLocks noChangeArrowheads="1"/>
            </p:cNvSpPr>
            <p:nvPr/>
          </p:nvSpPr>
          <p:spPr bwMode="auto">
            <a:xfrm flipV="1">
              <a:off x="2400" y="3792"/>
              <a:ext cx="87" cy="49"/>
            </a:xfrm>
            <a:prstGeom prst="triangle">
              <a:avLst>
                <a:gd name="adj" fmla="val 50000"/>
              </a:avLst>
            </a:prstGeom>
            <a:solidFill>
              <a:srgbClr val="B2B2B2"/>
            </a:solidFill>
            <a:ln w="25400">
              <a:solidFill>
                <a:srgbClr val="B2B2B2"/>
              </a:solidFill>
              <a:miter lim="800000"/>
              <a:headEnd type="none" w="sm" len="sm"/>
              <a:tailEnd type="none" w="sm" len="sm"/>
            </a:ln>
            <a:effectLst>
              <a:outerShdw dist="17961" dir="2700000" algn="ctr" rotWithShape="0">
                <a:schemeClr val="bg2"/>
              </a:outerShdw>
            </a:effectLst>
          </p:spPr>
          <p:txBody>
            <a:bodyPr wrap="none" anchor="ctr"/>
            <a:lstStyle/>
            <a:p>
              <a:endParaRPr lang="en-SG" dirty="0"/>
            </a:p>
          </p:txBody>
        </p:sp>
        <p:sp>
          <p:nvSpPr>
            <p:cNvPr id="16418" name="AutoShape 34"/>
            <p:cNvSpPr>
              <a:spLocks noChangeArrowheads="1"/>
            </p:cNvSpPr>
            <p:nvPr/>
          </p:nvSpPr>
          <p:spPr bwMode="auto">
            <a:xfrm flipV="1">
              <a:off x="1880" y="3792"/>
              <a:ext cx="88" cy="49"/>
            </a:xfrm>
            <a:prstGeom prst="triangle">
              <a:avLst>
                <a:gd name="adj" fmla="val 50000"/>
              </a:avLst>
            </a:prstGeom>
            <a:solidFill>
              <a:srgbClr val="B2B2B2"/>
            </a:solidFill>
            <a:ln w="25400">
              <a:solidFill>
                <a:srgbClr val="B2B2B2"/>
              </a:solidFill>
              <a:miter lim="800000"/>
              <a:headEnd type="none" w="sm" len="sm"/>
              <a:tailEnd type="none" w="sm" len="sm"/>
            </a:ln>
            <a:effectLst>
              <a:outerShdw dist="17961" dir="2700000" algn="ctr" rotWithShape="0">
                <a:schemeClr val="bg2"/>
              </a:outerShdw>
            </a:effectLst>
          </p:spPr>
          <p:txBody>
            <a:bodyPr wrap="none" anchor="ctr"/>
            <a:lstStyle/>
            <a:p>
              <a:endParaRPr lang="en-SG" dirty="0"/>
            </a:p>
          </p:txBody>
        </p:sp>
        <p:sp>
          <p:nvSpPr>
            <p:cNvPr id="16419" name="AutoShape 35"/>
            <p:cNvSpPr>
              <a:spLocks noChangeArrowheads="1"/>
            </p:cNvSpPr>
            <p:nvPr/>
          </p:nvSpPr>
          <p:spPr bwMode="auto">
            <a:xfrm flipV="1">
              <a:off x="2921" y="3792"/>
              <a:ext cx="87" cy="49"/>
            </a:xfrm>
            <a:prstGeom prst="triangle">
              <a:avLst>
                <a:gd name="adj" fmla="val 50000"/>
              </a:avLst>
            </a:prstGeom>
            <a:solidFill>
              <a:srgbClr val="B2B2B2"/>
            </a:solidFill>
            <a:ln w="25400">
              <a:solidFill>
                <a:srgbClr val="B2B2B2"/>
              </a:solidFill>
              <a:miter lim="800000"/>
              <a:headEnd type="none" w="sm" len="sm"/>
              <a:tailEnd type="none" w="sm" len="sm"/>
            </a:ln>
            <a:effectLst>
              <a:outerShdw dist="17961" dir="2700000" algn="ctr" rotWithShape="0">
                <a:schemeClr val="bg2"/>
              </a:outerShdw>
            </a:effectLst>
          </p:spPr>
          <p:txBody>
            <a:bodyPr wrap="none" anchor="ctr"/>
            <a:lstStyle/>
            <a:p>
              <a:endParaRPr lang="en-SG" dirty="0"/>
            </a:p>
          </p:txBody>
        </p:sp>
        <p:sp>
          <p:nvSpPr>
            <p:cNvPr id="16420" name="AutoShape 36"/>
            <p:cNvSpPr>
              <a:spLocks noChangeArrowheads="1"/>
            </p:cNvSpPr>
            <p:nvPr/>
          </p:nvSpPr>
          <p:spPr bwMode="auto">
            <a:xfrm flipV="1">
              <a:off x="3449" y="3792"/>
              <a:ext cx="87" cy="49"/>
            </a:xfrm>
            <a:prstGeom prst="triangle">
              <a:avLst>
                <a:gd name="adj" fmla="val 50000"/>
              </a:avLst>
            </a:prstGeom>
            <a:solidFill>
              <a:srgbClr val="B2B2B2"/>
            </a:solidFill>
            <a:ln w="25400">
              <a:solidFill>
                <a:srgbClr val="B2B2B2"/>
              </a:solidFill>
              <a:miter lim="800000"/>
              <a:headEnd type="none" w="sm" len="sm"/>
              <a:tailEnd type="none" w="sm" len="sm"/>
            </a:ln>
            <a:effectLst>
              <a:outerShdw dist="17961" dir="2700000" algn="ctr" rotWithShape="0">
                <a:schemeClr val="bg2"/>
              </a:outerShdw>
            </a:effectLst>
          </p:spPr>
          <p:txBody>
            <a:bodyPr wrap="none" anchor="ctr"/>
            <a:lstStyle/>
            <a:p>
              <a:endParaRPr lang="en-SG" dirty="0"/>
            </a:p>
          </p:txBody>
        </p:sp>
        <p:sp>
          <p:nvSpPr>
            <p:cNvPr id="16421" name="Line 37"/>
            <p:cNvSpPr>
              <a:spLocks noChangeShapeType="1"/>
            </p:cNvSpPr>
            <p:nvPr/>
          </p:nvSpPr>
          <p:spPr bwMode="auto">
            <a:xfrm>
              <a:off x="672" y="3792"/>
              <a:ext cx="4582" cy="0"/>
            </a:xfrm>
            <a:prstGeom prst="line">
              <a:avLst/>
            </a:prstGeom>
            <a:noFill/>
            <a:ln w="28575">
              <a:solidFill>
                <a:srgbClr val="B2B2B2"/>
              </a:solidFill>
              <a:round/>
              <a:headEnd type="none" w="sm" len="sm"/>
              <a:tailEnd type="none" w="sm" len="sm"/>
            </a:ln>
            <a:effectLst>
              <a:outerShdw dist="17961" dir="2700000" algn="ctr" rotWithShape="0">
                <a:schemeClr val="bg2"/>
              </a:outerShdw>
            </a:effectLst>
            <a:extLst>
              <a:ext uri="{909E8E84-426E-40DD-AFC4-6F175D3DCCD1}">
                <a14:hiddenFill xmlns:a14="http://schemas.microsoft.com/office/drawing/2010/main">
                  <a:noFill/>
                </a14:hiddenFill>
              </a:ext>
            </a:extLst>
          </p:spPr>
          <p:txBody>
            <a:bodyPr wrap="none" anchor="ctr"/>
            <a:lstStyle/>
            <a:p>
              <a:endParaRPr lang="en-SG" dirty="0"/>
            </a:p>
          </p:txBody>
        </p:sp>
      </p:grpSp>
      <p:grpSp>
        <p:nvGrpSpPr>
          <p:cNvPr id="16422" name="Group 38"/>
          <p:cNvGrpSpPr>
            <a:grpSpLocks/>
          </p:cNvGrpSpPr>
          <p:nvPr/>
        </p:nvGrpSpPr>
        <p:grpSpPr bwMode="auto">
          <a:xfrm>
            <a:off x="3130550" y="1177925"/>
            <a:ext cx="3194050" cy="381000"/>
            <a:chOff x="1972" y="2756"/>
            <a:chExt cx="2012" cy="240"/>
          </a:xfrm>
        </p:grpSpPr>
        <p:sp>
          <p:nvSpPr>
            <p:cNvPr id="16423" name="Rectangle 39"/>
            <p:cNvSpPr>
              <a:spLocks noChangeArrowheads="1"/>
            </p:cNvSpPr>
            <p:nvPr/>
          </p:nvSpPr>
          <p:spPr bwMode="auto">
            <a:xfrm>
              <a:off x="1972" y="2756"/>
              <a:ext cx="2012" cy="240"/>
            </a:xfrm>
            <a:prstGeom prst="rect">
              <a:avLst/>
            </a:prstGeom>
            <a:solidFill>
              <a:srgbClr val="99CCCC"/>
            </a:solidFill>
            <a:ln w="9525" algn="ctr">
              <a:solidFill>
                <a:srgbClr val="73BBB9"/>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73025" tIns="36512" rIns="73025" bIns="36512" anchor="ctr"/>
            <a:lstStyle/>
            <a:p>
              <a:endParaRPr lang="en-SG" dirty="0"/>
            </a:p>
          </p:txBody>
        </p:sp>
        <p:sp>
          <p:nvSpPr>
            <p:cNvPr id="16424" name="Text Box 40"/>
            <p:cNvSpPr txBox="1">
              <a:spLocks noChangeArrowheads="1"/>
            </p:cNvSpPr>
            <p:nvPr/>
          </p:nvSpPr>
          <p:spPr bwMode="auto">
            <a:xfrm>
              <a:off x="2427" y="2767"/>
              <a:ext cx="1102" cy="219"/>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lIns="73025" tIns="36512" rIns="73025" bIns="36512">
              <a:spAutoFit/>
            </a:bodyPr>
            <a:lstStyle/>
            <a:p>
              <a:pPr algn="ctr" eaLnBrk="0" hangingPunct="0">
                <a:spcBef>
                  <a:spcPct val="50000"/>
                </a:spcBef>
              </a:pPr>
              <a:r>
                <a:rPr lang="en-US" sz="1800" b="1" dirty="0">
                  <a:latin typeface="Arial" pitchFamily="34" charset="0"/>
                </a:rPr>
                <a:t>1 and 2 Mbps</a:t>
              </a:r>
            </a:p>
          </p:txBody>
        </p:sp>
      </p:grpSp>
      <p:grpSp>
        <p:nvGrpSpPr>
          <p:cNvPr id="16425" name="Group 41"/>
          <p:cNvGrpSpPr>
            <a:grpSpLocks/>
          </p:cNvGrpSpPr>
          <p:nvPr/>
        </p:nvGrpSpPr>
        <p:grpSpPr bwMode="auto">
          <a:xfrm>
            <a:off x="3130550" y="2022475"/>
            <a:ext cx="5251450" cy="381000"/>
            <a:chOff x="1972" y="3288"/>
            <a:chExt cx="3308" cy="240"/>
          </a:xfrm>
        </p:grpSpPr>
        <p:sp>
          <p:nvSpPr>
            <p:cNvPr id="16426" name="Rectangle 42"/>
            <p:cNvSpPr>
              <a:spLocks noChangeArrowheads="1"/>
            </p:cNvSpPr>
            <p:nvPr/>
          </p:nvSpPr>
          <p:spPr bwMode="auto">
            <a:xfrm>
              <a:off x="1972" y="3288"/>
              <a:ext cx="3308" cy="240"/>
            </a:xfrm>
            <a:prstGeom prst="rect">
              <a:avLst/>
            </a:prstGeom>
            <a:solidFill>
              <a:srgbClr val="99CCCC"/>
            </a:solidFill>
            <a:ln w="9525" algn="ctr">
              <a:solidFill>
                <a:srgbClr val="73BBB9"/>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73025" tIns="36512" rIns="73025" bIns="36512" anchor="ctr"/>
            <a:lstStyle/>
            <a:p>
              <a:endParaRPr lang="en-SG" dirty="0"/>
            </a:p>
          </p:txBody>
        </p:sp>
        <p:sp>
          <p:nvSpPr>
            <p:cNvPr id="16427" name="Text Box 43"/>
            <p:cNvSpPr txBox="1">
              <a:spLocks noChangeArrowheads="1"/>
            </p:cNvSpPr>
            <p:nvPr/>
          </p:nvSpPr>
          <p:spPr bwMode="auto">
            <a:xfrm>
              <a:off x="3194" y="3299"/>
              <a:ext cx="864" cy="219"/>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lIns="73025" tIns="36512" rIns="73025" bIns="36512">
              <a:spAutoFit/>
            </a:bodyPr>
            <a:lstStyle/>
            <a:p>
              <a:pPr algn="ctr" eaLnBrk="0" hangingPunct="0">
                <a:spcBef>
                  <a:spcPct val="50000"/>
                </a:spcBef>
              </a:pPr>
              <a:r>
                <a:rPr lang="en-US" sz="1800" b="1" dirty="0">
                  <a:latin typeface="Arial" pitchFamily="34" charset="0"/>
                </a:rPr>
                <a:t>2.4 GHz</a:t>
              </a:r>
            </a:p>
          </p:txBody>
        </p:sp>
      </p:grpSp>
      <p:grpSp>
        <p:nvGrpSpPr>
          <p:cNvPr id="16428" name="Group 44"/>
          <p:cNvGrpSpPr>
            <a:grpSpLocks/>
          </p:cNvGrpSpPr>
          <p:nvPr/>
        </p:nvGrpSpPr>
        <p:grpSpPr bwMode="auto">
          <a:xfrm>
            <a:off x="6019800" y="1179513"/>
            <a:ext cx="2362200" cy="381000"/>
            <a:chOff x="3792" y="2757"/>
            <a:chExt cx="1488" cy="240"/>
          </a:xfrm>
        </p:grpSpPr>
        <p:sp>
          <p:nvSpPr>
            <p:cNvPr id="16429" name="Rectangle 45"/>
            <p:cNvSpPr>
              <a:spLocks noChangeArrowheads="1"/>
            </p:cNvSpPr>
            <p:nvPr/>
          </p:nvSpPr>
          <p:spPr bwMode="auto">
            <a:xfrm>
              <a:off x="3984" y="2757"/>
              <a:ext cx="1296" cy="240"/>
            </a:xfrm>
            <a:prstGeom prst="rect">
              <a:avLst/>
            </a:prstGeom>
            <a:solidFill>
              <a:srgbClr val="CCCC66"/>
            </a:solidFill>
            <a:ln w="9525" algn="ctr">
              <a:solidFill>
                <a:srgbClr val="A8A537"/>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73025" tIns="36512" rIns="73025" bIns="36512" anchor="ctr"/>
            <a:lstStyle/>
            <a:p>
              <a:endParaRPr lang="en-SG" dirty="0"/>
            </a:p>
          </p:txBody>
        </p:sp>
        <p:sp>
          <p:nvSpPr>
            <p:cNvPr id="16430" name="Text Box 46"/>
            <p:cNvSpPr txBox="1">
              <a:spLocks noChangeArrowheads="1"/>
            </p:cNvSpPr>
            <p:nvPr/>
          </p:nvSpPr>
          <p:spPr bwMode="auto">
            <a:xfrm>
              <a:off x="3792" y="2768"/>
              <a:ext cx="1102" cy="219"/>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lIns="73025" tIns="36512" rIns="73025" bIns="36512">
              <a:spAutoFit/>
            </a:bodyPr>
            <a:lstStyle/>
            <a:p>
              <a:pPr algn="ctr" eaLnBrk="0" hangingPunct="0">
                <a:spcBef>
                  <a:spcPct val="50000"/>
                </a:spcBef>
              </a:pPr>
              <a:r>
                <a:rPr lang="en-US" sz="1800" b="1" dirty="0">
                  <a:latin typeface="Arial" pitchFamily="34" charset="0"/>
                </a:rPr>
                <a:t>11 Mbps</a:t>
              </a:r>
            </a:p>
          </p:txBody>
        </p:sp>
      </p:grpSp>
      <p:grpSp>
        <p:nvGrpSpPr>
          <p:cNvPr id="16431" name="Group 47"/>
          <p:cNvGrpSpPr>
            <a:grpSpLocks/>
          </p:cNvGrpSpPr>
          <p:nvPr/>
        </p:nvGrpSpPr>
        <p:grpSpPr bwMode="auto">
          <a:xfrm>
            <a:off x="7315200" y="1143000"/>
            <a:ext cx="1135063" cy="347663"/>
            <a:chOff x="4637" y="2704"/>
            <a:chExt cx="715" cy="219"/>
          </a:xfrm>
        </p:grpSpPr>
        <p:sp>
          <p:nvSpPr>
            <p:cNvPr id="16432" name="Rectangle 48"/>
            <p:cNvSpPr>
              <a:spLocks noChangeArrowheads="1"/>
            </p:cNvSpPr>
            <p:nvPr/>
          </p:nvSpPr>
          <p:spPr bwMode="auto">
            <a:xfrm>
              <a:off x="4683" y="2729"/>
              <a:ext cx="624" cy="168"/>
            </a:xfrm>
            <a:prstGeom prst="rect">
              <a:avLst/>
            </a:prstGeom>
            <a:solidFill>
              <a:srgbClr val="FF9900"/>
            </a:solidFill>
            <a:ln w="9525" algn="ctr">
              <a:solidFill>
                <a:srgbClr val="B26A00"/>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73025" tIns="36512" rIns="73025" bIns="36512" anchor="ctr"/>
            <a:lstStyle/>
            <a:p>
              <a:endParaRPr lang="en-SG" dirty="0"/>
            </a:p>
          </p:txBody>
        </p:sp>
        <p:sp>
          <p:nvSpPr>
            <p:cNvPr id="16433" name="Text Box 49"/>
            <p:cNvSpPr txBox="1">
              <a:spLocks noChangeArrowheads="1"/>
            </p:cNvSpPr>
            <p:nvPr/>
          </p:nvSpPr>
          <p:spPr bwMode="auto">
            <a:xfrm>
              <a:off x="4637" y="2704"/>
              <a:ext cx="715" cy="219"/>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lIns="73025" tIns="36512" rIns="73025" bIns="36512">
              <a:spAutoFit/>
            </a:bodyPr>
            <a:lstStyle/>
            <a:p>
              <a:pPr algn="ctr" eaLnBrk="0" hangingPunct="0">
                <a:spcBef>
                  <a:spcPct val="50000"/>
                </a:spcBef>
              </a:pPr>
              <a:r>
                <a:rPr lang="en-US" sz="1800" b="1" dirty="0">
                  <a:latin typeface="Arial" pitchFamily="34" charset="0"/>
                </a:rPr>
                <a:t>54 Mbps</a:t>
              </a:r>
            </a:p>
          </p:txBody>
        </p:sp>
      </p:grpSp>
      <p:grpSp>
        <p:nvGrpSpPr>
          <p:cNvPr id="16434" name="Group 50"/>
          <p:cNvGrpSpPr>
            <a:grpSpLocks/>
          </p:cNvGrpSpPr>
          <p:nvPr/>
        </p:nvGrpSpPr>
        <p:grpSpPr bwMode="auto">
          <a:xfrm>
            <a:off x="5724525" y="1598613"/>
            <a:ext cx="2657475" cy="381000"/>
            <a:chOff x="3606" y="3021"/>
            <a:chExt cx="1674" cy="240"/>
          </a:xfrm>
        </p:grpSpPr>
        <p:sp>
          <p:nvSpPr>
            <p:cNvPr id="16435" name="Rectangle 51"/>
            <p:cNvSpPr>
              <a:spLocks noChangeArrowheads="1"/>
            </p:cNvSpPr>
            <p:nvPr/>
          </p:nvSpPr>
          <p:spPr bwMode="auto">
            <a:xfrm>
              <a:off x="3606" y="3021"/>
              <a:ext cx="1674" cy="240"/>
            </a:xfrm>
            <a:prstGeom prst="rect">
              <a:avLst/>
            </a:prstGeom>
            <a:solidFill>
              <a:srgbClr val="CCCC66"/>
            </a:solidFill>
            <a:ln w="9525" algn="ctr">
              <a:solidFill>
                <a:srgbClr val="A8A537"/>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73025" tIns="36512" rIns="73025" bIns="36512" anchor="ctr"/>
            <a:lstStyle/>
            <a:p>
              <a:endParaRPr lang="en-SG" dirty="0"/>
            </a:p>
          </p:txBody>
        </p:sp>
        <p:sp>
          <p:nvSpPr>
            <p:cNvPr id="16436" name="Text Box 52"/>
            <p:cNvSpPr txBox="1">
              <a:spLocks noChangeArrowheads="1"/>
            </p:cNvSpPr>
            <p:nvPr/>
          </p:nvSpPr>
          <p:spPr bwMode="auto">
            <a:xfrm>
              <a:off x="3797" y="3031"/>
              <a:ext cx="1292" cy="219"/>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lIns="73025" tIns="36512" rIns="73025" bIns="36512">
              <a:spAutoFit/>
            </a:bodyPr>
            <a:lstStyle/>
            <a:p>
              <a:pPr algn="ctr" eaLnBrk="0" hangingPunct="0">
                <a:spcBef>
                  <a:spcPct val="50000"/>
                </a:spcBef>
              </a:pPr>
              <a:r>
                <a:rPr lang="en-US" sz="1800" b="1" dirty="0">
                  <a:latin typeface="Arial" pitchFamily="34" charset="0"/>
                </a:rPr>
                <a:t>Standards-based</a:t>
              </a:r>
            </a:p>
          </p:txBody>
        </p:sp>
      </p:grpSp>
      <p:grpSp>
        <p:nvGrpSpPr>
          <p:cNvPr id="16437" name="Group 53"/>
          <p:cNvGrpSpPr>
            <a:grpSpLocks/>
          </p:cNvGrpSpPr>
          <p:nvPr/>
        </p:nvGrpSpPr>
        <p:grpSpPr bwMode="auto">
          <a:xfrm>
            <a:off x="7391400" y="1984375"/>
            <a:ext cx="990600" cy="347663"/>
            <a:chOff x="4656" y="3285"/>
            <a:chExt cx="624" cy="219"/>
          </a:xfrm>
        </p:grpSpPr>
        <p:sp>
          <p:nvSpPr>
            <p:cNvPr id="16438" name="Rectangle 54"/>
            <p:cNvSpPr>
              <a:spLocks noChangeArrowheads="1"/>
            </p:cNvSpPr>
            <p:nvPr/>
          </p:nvSpPr>
          <p:spPr bwMode="auto">
            <a:xfrm>
              <a:off x="4656" y="3311"/>
              <a:ext cx="624" cy="168"/>
            </a:xfrm>
            <a:prstGeom prst="rect">
              <a:avLst/>
            </a:prstGeom>
            <a:solidFill>
              <a:srgbClr val="FF9900"/>
            </a:solidFill>
            <a:ln w="9525" algn="ctr">
              <a:solidFill>
                <a:srgbClr val="B26A00"/>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73025" tIns="36512" rIns="73025" bIns="36512" anchor="ctr"/>
            <a:lstStyle/>
            <a:p>
              <a:endParaRPr lang="en-SG" dirty="0"/>
            </a:p>
          </p:txBody>
        </p:sp>
        <p:sp>
          <p:nvSpPr>
            <p:cNvPr id="16439" name="Text Box 55"/>
            <p:cNvSpPr txBox="1">
              <a:spLocks noChangeArrowheads="1"/>
            </p:cNvSpPr>
            <p:nvPr/>
          </p:nvSpPr>
          <p:spPr bwMode="auto">
            <a:xfrm>
              <a:off x="4706" y="3285"/>
              <a:ext cx="524" cy="219"/>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lIns="73025" tIns="36512" rIns="73025" bIns="36512">
              <a:spAutoFit/>
            </a:bodyPr>
            <a:lstStyle/>
            <a:p>
              <a:pPr algn="ctr" eaLnBrk="0" hangingPunct="0">
                <a:spcBef>
                  <a:spcPct val="50000"/>
                </a:spcBef>
              </a:pPr>
              <a:r>
                <a:rPr lang="en-US" sz="1800" b="1" dirty="0">
                  <a:latin typeface="Arial" pitchFamily="34" charset="0"/>
                </a:rPr>
                <a:t>5 GHz</a:t>
              </a:r>
            </a:p>
          </p:txBody>
        </p:sp>
      </p:grpSp>
      <p:sp>
        <p:nvSpPr>
          <p:cNvPr id="16440" name="Line 56"/>
          <p:cNvSpPr>
            <a:spLocks noChangeShapeType="1"/>
          </p:cNvSpPr>
          <p:nvPr/>
        </p:nvSpPr>
        <p:spPr bwMode="auto">
          <a:xfrm flipH="1" flipV="1">
            <a:off x="7772400" y="2571750"/>
            <a:ext cx="6350" cy="331788"/>
          </a:xfrm>
          <a:prstGeom prst="line">
            <a:avLst/>
          </a:prstGeom>
          <a:noFill/>
          <a:ln w="25400" cap="rnd">
            <a:solidFill>
              <a:srgbClr val="B2B2B2"/>
            </a:solidFill>
            <a:prstDash val="sysDot"/>
            <a:round/>
            <a:headEnd type="none" w="sm" len="sm"/>
            <a:tailEnd type="none" w="sm" len="sm"/>
          </a:ln>
          <a:effectLst>
            <a:outerShdw dist="17961" dir="2700000" algn="ctr" rotWithShape="0">
              <a:schemeClr val="bg2"/>
            </a:outerShdw>
          </a:effectLst>
          <a:extLst>
            <a:ext uri="{909E8E84-426E-40DD-AFC4-6F175D3DCCD1}">
              <a14:hiddenFill xmlns:a14="http://schemas.microsoft.com/office/drawing/2010/main">
                <a:noFill/>
              </a14:hiddenFill>
            </a:ext>
          </a:extLst>
        </p:spPr>
        <p:txBody>
          <a:bodyPr wrap="none" anchor="ctr"/>
          <a:lstStyle/>
          <a:p>
            <a:endParaRPr lang="en-SG" dirty="0"/>
          </a:p>
        </p:txBody>
      </p:sp>
      <p:sp>
        <p:nvSpPr>
          <p:cNvPr id="16441" name="Line 57"/>
          <p:cNvSpPr>
            <a:spLocks noChangeShapeType="1"/>
          </p:cNvSpPr>
          <p:nvPr/>
        </p:nvSpPr>
        <p:spPr bwMode="auto">
          <a:xfrm flipH="1" flipV="1">
            <a:off x="6838950" y="2571750"/>
            <a:ext cx="6350" cy="331788"/>
          </a:xfrm>
          <a:prstGeom prst="line">
            <a:avLst/>
          </a:prstGeom>
          <a:noFill/>
          <a:ln w="25400" cap="rnd">
            <a:solidFill>
              <a:srgbClr val="B2B2B2"/>
            </a:solidFill>
            <a:prstDash val="sysDot"/>
            <a:round/>
            <a:headEnd type="none" w="sm" len="sm"/>
            <a:tailEnd type="none" w="sm" len="sm"/>
          </a:ln>
          <a:effectLst>
            <a:outerShdw dist="17961" dir="2700000" algn="ctr" rotWithShape="0">
              <a:schemeClr val="bg2"/>
            </a:outerShdw>
          </a:effectLst>
          <a:extLst>
            <a:ext uri="{909E8E84-426E-40DD-AFC4-6F175D3DCCD1}">
              <a14:hiddenFill xmlns:a14="http://schemas.microsoft.com/office/drawing/2010/main">
                <a:noFill/>
              </a14:hiddenFill>
            </a:ext>
          </a:extLst>
        </p:spPr>
        <p:txBody>
          <a:bodyPr wrap="none" anchor="ctr"/>
          <a:lstStyle/>
          <a:p>
            <a:endParaRPr lang="en-SG" dirty="0"/>
          </a:p>
        </p:txBody>
      </p:sp>
      <p:sp>
        <p:nvSpPr>
          <p:cNvPr id="16442" name="Line 58"/>
          <p:cNvSpPr>
            <a:spLocks noChangeShapeType="1"/>
          </p:cNvSpPr>
          <p:nvPr/>
        </p:nvSpPr>
        <p:spPr bwMode="auto">
          <a:xfrm flipH="1" flipV="1">
            <a:off x="5913438" y="2571750"/>
            <a:ext cx="6350" cy="331788"/>
          </a:xfrm>
          <a:prstGeom prst="line">
            <a:avLst/>
          </a:prstGeom>
          <a:noFill/>
          <a:ln w="25400" cap="rnd">
            <a:solidFill>
              <a:srgbClr val="B2B2B2"/>
            </a:solidFill>
            <a:prstDash val="sysDot"/>
            <a:round/>
            <a:headEnd type="none" w="sm" len="sm"/>
            <a:tailEnd type="none" w="sm" len="sm"/>
          </a:ln>
          <a:effectLst>
            <a:outerShdw dist="17961" dir="2700000" algn="ctr" rotWithShape="0">
              <a:schemeClr val="bg2"/>
            </a:outerShdw>
          </a:effectLst>
          <a:extLst>
            <a:ext uri="{909E8E84-426E-40DD-AFC4-6F175D3DCCD1}">
              <a14:hiddenFill xmlns:a14="http://schemas.microsoft.com/office/drawing/2010/main">
                <a:noFill/>
              </a14:hiddenFill>
            </a:ext>
          </a:extLst>
        </p:spPr>
        <p:txBody>
          <a:bodyPr wrap="none" anchor="ctr"/>
          <a:lstStyle/>
          <a:p>
            <a:endParaRPr lang="en-SG" dirty="0"/>
          </a:p>
        </p:txBody>
      </p:sp>
      <p:grpSp>
        <p:nvGrpSpPr>
          <p:cNvPr id="16443" name="Group 59"/>
          <p:cNvGrpSpPr>
            <a:grpSpLocks/>
          </p:cNvGrpSpPr>
          <p:nvPr/>
        </p:nvGrpSpPr>
        <p:grpSpPr bwMode="auto">
          <a:xfrm>
            <a:off x="207963" y="1195388"/>
            <a:ext cx="1195387" cy="1190625"/>
            <a:chOff x="131" y="2767"/>
            <a:chExt cx="753" cy="750"/>
          </a:xfrm>
        </p:grpSpPr>
        <p:sp>
          <p:nvSpPr>
            <p:cNvPr id="16444" name="Text Box 60"/>
            <p:cNvSpPr txBox="1">
              <a:spLocks noChangeArrowheads="1"/>
            </p:cNvSpPr>
            <p:nvPr/>
          </p:nvSpPr>
          <p:spPr bwMode="auto">
            <a:xfrm>
              <a:off x="170" y="3298"/>
              <a:ext cx="714" cy="219"/>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a:solidFill>
                    <a:schemeClr val="tx1"/>
                  </a:solidFill>
                  <a:miter lim="800000"/>
                  <a:headEnd type="none" w="sm" len="sm"/>
                  <a:tailEnd type="none" w="sm" len="sm"/>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lIns="71529" tIns="35764" rIns="71529" bIns="35764" anchor="ctr">
              <a:spAutoFit/>
            </a:bodyPr>
            <a:lstStyle>
              <a:lvl1pPr defTabSz="842963">
                <a:defRPr sz="2400">
                  <a:solidFill>
                    <a:schemeClr val="tx1"/>
                  </a:solidFill>
                  <a:latin typeface="Times New Roman" pitchFamily="18" charset="0"/>
                </a:defRPr>
              </a:lvl1pPr>
              <a:lvl2pPr marL="420688" defTabSz="842963">
                <a:defRPr sz="2400">
                  <a:solidFill>
                    <a:schemeClr val="tx1"/>
                  </a:solidFill>
                  <a:latin typeface="Times New Roman" pitchFamily="18" charset="0"/>
                </a:defRPr>
              </a:lvl2pPr>
              <a:lvl3pPr marL="842963" defTabSz="842963">
                <a:defRPr sz="2400">
                  <a:solidFill>
                    <a:schemeClr val="tx1"/>
                  </a:solidFill>
                  <a:latin typeface="Times New Roman" pitchFamily="18" charset="0"/>
                </a:defRPr>
              </a:lvl3pPr>
              <a:lvl4pPr marL="1263650" defTabSz="842963">
                <a:defRPr sz="2400">
                  <a:solidFill>
                    <a:schemeClr val="tx1"/>
                  </a:solidFill>
                  <a:latin typeface="Times New Roman" pitchFamily="18" charset="0"/>
                </a:defRPr>
              </a:lvl4pPr>
              <a:lvl5pPr marL="1684338" defTabSz="842963">
                <a:defRPr sz="2400">
                  <a:solidFill>
                    <a:schemeClr val="tx1"/>
                  </a:solidFill>
                  <a:latin typeface="Times New Roman" pitchFamily="18" charset="0"/>
                </a:defRPr>
              </a:lvl5pPr>
              <a:lvl6pPr marL="2141538" defTabSz="842963" fontAlgn="base">
                <a:spcBef>
                  <a:spcPct val="0"/>
                </a:spcBef>
                <a:spcAft>
                  <a:spcPct val="0"/>
                </a:spcAft>
                <a:defRPr sz="2400">
                  <a:solidFill>
                    <a:schemeClr val="tx1"/>
                  </a:solidFill>
                  <a:latin typeface="Times New Roman" pitchFamily="18" charset="0"/>
                </a:defRPr>
              </a:lvl6pPr>
              <a:lvl7pPr marL="2598738" defTabSz="842963" fontAlgn="base">
                <a:spcBef>
                  <a:spcPct val="0"/>
                </a:spcBef>
                <a:spcAft>
                  <a:spcPct val="0"/>
                </a:spcAft>
                <a:defRPr sz="2400">
                  <a:solidFill>
                    <a:schemeClr val="tx1"/>
                  </a:solidFill>
                  <a:latin typeface="Times New Roman" pitchFamily="18" charset="0"/>
                </a:defRPr>
              </a:lvl7pPr>
              <a:lvl8pPr marL="3055938" defTabSz="842963" fontAlgn="base">
                <a:spcBef>
                  <a:spcPct val="0"/>
                </a:spcBef>
                <a:spcAft>
                  <a:spcPct val="0"/>
                </a:spcAft>
                <a:defRPr sz="2400">
                  <a:solidFill>
                    <a:schemeClr val="tx1"/>
                  </a:solidFill>
                  <a:latin typeface="Times New Roman" pitchFamily="18" charset="0"/>
                </a:defRPr>
              </a:lvl8pPr>
              <a:lvl9pPr marL="3513138" defTabSz="842963" fontAlgn="base">
                <a:spcBef>
                  <a:spcPct val="0"/>
                </a:spcBef>
                <a:spcAft>
                  <a:spcPct val="0"/>
                </a:spcAft>
                <a:defRPr sz="2400">
                  <a:solidFill>
                    <a:schemeClr val="tx1"/>
                  </a:solidFill>
                  <a:latin typeface="Times New Roman" pitchFamily="18" charset="0"/>
                </a:defRPr>
              </a:lvl9pPr>
            </a:lstStyle>
            <a:p>
              <a:pPr algn="r" eaLnBrk="0" hangingPunct="0">
                <a:spcBef>
                  <a:spcPct val="50000"/>
                </a:spcBef>
              </a:pPr>
              <a:r>
                <a:rPr lang="en-US" sz="1800" b="1" dirty="0">
                  <a:latin typeface="Arial" pitchFamily="34" charset="0"/>
                </a:rPr>
                <a:t>Radio</a:t>
              </a:r>
            </a:p>
          </p:txBody>
        </p:sp>
        <p:sp>
          <p:nvSpPr>
            <p:cNvPr id="16445" name="Text Box 61"/>
            <p:cNvSpPr txBox="1">
              <a:spLocks noChangeArrowheads="1"/>
            </p:cNvSpPr>
            <p:nvPr/>
          </p:nvSpPr>
          <p:spPr bwMode="auto">
            <a:xfrm>
              <a:off x="131" y="3032"/>
              <a:ext cx="753" cy="219"/>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a:solidFill>
                    <a:schemeClr val="tx1"/>
                  </a:solidFill>
                  <a:miter lim="800000"/>
                  <a:headEnd type="none" w="sm" len="sm"/>
                  <a:tailEnd type="none" w="sm" len="sm"/>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lIns="71529" tIns="35764" rIns="71529" bIns="35764" anchor="ctr">
              <a:spAutoFit/>
            </a:bodyPr>
            <a:lstStyle>
              <a:lvl1pPr defTabSz="842963">
                <a:defRPr sz="2400">
                  <a:solidFill>
                    <a:schemeClr val="tx1"/>
                  </a:solidFill>
                  <a:latin typeface="Times New Roman" pitchFamily="18" charset="0"/>
                </a:defRPr>
              </a:lvl1pPr>
              <a:lvl2pPr marL="420688" defTabSz="842963">
                <a:defRPr sz="2400">
                  <a:solidFill>
                    <a:schemeClr val="tx1"/>
                  </a:solidFill>
                  <a:latin typeface="Times New Roman" pitchFamily="18" charset="0"/>
                </a:defRPr>
              </a:lvl2pPr>
              <a:lvl3pPr marL="842963" defTabSz="842963">
                <a:defRPr sz="2400">
                  <a:solidFill>
                    <a:schemeClr val="tx1"/>
                  </a:solidFill>
                  <a:latin typeface="Times New Roman" pitchFamily="18" charset="0"/>
                </a:defRPr>
              </a:lvl3pPr>
              <a:lvl4pPr marL="1263650" defTabSz="842963">
                <a:defRPr sz="2400">
                  <a:solidFill>
                    <a:schemeClr val="tx1"/>
                  </a:solidFill>
                  <a:latin typeface="Times New Roman" pitchFamily="18" charset="0"/>
                </a:defRPr>
              </a:lvl4pPr>
              <a:lvl5pPr marL="1684338" defTabSz="842963">
                <a:defRPr sz="2400">
                  <a:solidFill>
                    <a:schemeClr val="tx1"/>
                  </a:solidFill>
                  <a:latin typeface="Times New Roman" pitchFamily="18" charset="0"/>
                </a:defRPr>
              </a:lvl5pPr>
              <a:lvl6pPr marL="2141538" defTabSz="842963" fontAlgn="base">
                <a:spcBef>
                  <a:spcPct val="0"/>
                </a:spcBef>
                <a:spcAft>
                  <a:spcPct val="0"/>
                </a:spcAft>
                <a:defRPr sz="2400">
                  <a:solidFill>
                    <a:schemeClr val="tx1"/>
                  </a:solidFill>
                  <a:latin typeface="Times New Roman" pitchFamily="18" charset="0"/>
                </a:defRPr>
              </a:lvl6pPr>
              <a:lvl7pPr marL="2598738" defTabSz="842963" fontAlgn="base">
                <a:spcBef>
                  <a:spcPct val="0"/>
                </a:spcBef>
                <a:spcAft>
                  <a:spcPct val="0"/>
                </a:spcAft>
                <a:defRPr sz="2400">
                  <a:solidFill>
                    <a:schemeClr val="tx1"/>
                  </a:solidFill>
                  <a:latin typeface="Times New Roman" pitchFamily="18" charset="0"/>
                </a:defRPr>
              </a:lvl7pPr>
              <a:lvl8pPr marL="3055938" defTabSz="842963" fontAlgn="base">
                <a:spcBef>
                  <a:spcPct val="0"/>
                </a:spcBef>
                <a:spcAft>
                  <a:spcPct val="0"/>
                </a:spcAft>
                <a:defRPr sz="2400">
                  <a:solidFill>
                    <a:schemeClr val="tx1"/>
                  </a:solidFill>
                  <a:latin typeface="Times New Roman" pitchFamily="18" charset="0"/>
                </a:defRPr>
              </a:lvl8pPr>
              <a:lvl9pPr marL="3513138" defTabSz="842963" fontAlgn="base">
                <a:spcBef>
                  <a:spcPct val="0"/>
                </a:spcBef>
                <a:spcAft>
                  <a:spcPct val="0"/>
                </a:spcAft>
                <a:defRPr sz="2400">
                  <a:solidFill>
                    <a:schemeClr val="tx1"/>
                  </a:solidFill>
                  <a:latin typeface="Times New Roman" pitchFamily="18" charset="0"/>
                </a:defRPr>
              </a:lvl9pPr>
            </a:lstStyle>
            <a:p>
              <a:pPr algn="r" eaLnBrk="0" hangingPunct="0">
                <a:spcBef>
                  <a:spcPct val="50000"/>
                </a:spcBef>
              </a:pPr>
              <a:r>
                <a:rPr lang="en-US" sz="1800" b="1" dirty="0">
                  <a:latin typeface="Arial" pitchFamily="34" charset="0"/>
                </a:rPr>
                <a:t>Network</a:t>
              </a:r>
              <a:endParaRPr lang="en-US" sz="1800" dirty="0">
                <a:latin typeface="Arial" pitchFamily="34" charset="0"/>
              </a:endParaRPr>
            </a:p>
          </p:txBody>
        </p:sp>
        <p:sp>
          <p:nvSpPr>
            <p:cNvPr id="16446" name="Rectangle 62"/>
            <p:cNvSpPr>
              <a:spLocks noChangeArrowheads="1"/>
            </p:cNvSpPr>
            <p:nvPr/>
          </p:nvSpPr>
          <p:spPr bwMode="auto">
            <a:xfrm>
              <a:off x="281" y="2767"/>
              <a:ext cx="603" cy="219"/>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a:solidFill>
                    <a:schemeClr val="tx1"/>
                  </a:solidFill>
                  <a:miter lim="800000"/>
                  <a:headEnd type="none" w="sm" len="sm"/>
                  <a:tailEnd type="none" w="sm" len="sm"/>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lIns="71529" tIns="35764" rIns="71529" bIns="35764" anchor="ctr">
              <a:spAutoFit/>
            </a:bodyPr>
            <a:lstStyle/>
            <a:p>
              <a:pPr algn="r" defTabSz="842963" eaLnBrk="0" hangingPunct="0"/>
              <a:r>
                <a:rPr lang="en-US" sz="1800" b="1" dirty="0">
                  <a:latin typeface="Arial" pitchFamily="34" charset="0"/>
                </a:rPr>
                <a:t>Speed</a:t>
              </a:r>
            </a:p>
          </p:txBody>
        </p:sp>
      </p:grpSp>
      <p:sp>
        <p:nvSpPr>
          <p:cNvPr id="16447" name="Rectangle 63"/>
          <p:cNvSpPr>
            <a:spLocks noChangeArrowheads="1"/>
          </p:cNvSpPr>
          <p:nvPr/>
        </p:nvSpPr>
        <p:spPr bwMode="auto">
          <a:xfrm>
            <a:off x="3609975" y="2492375"/>
            <a:ext cx="2105025" cy="51117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lIns="84838" tIns="42419" rIns="84838" bIns="42419">
            <a:spAutoFit/>
          </a:bodyPr>
          <a:lstStyle/>
          <a:p>
            <a:pPr marL="177800" indent="-177800" defTabSz="842963" eaLnBrk="0" hangingPunct="0">
              <a:buClr>
                <a:srgbClr val="B2B2B2"/>
              </a:buClr>
              <a:buSzPct val="75000"/>
              <a:buFont typeface="Wingdings 3" pitchFamily="18" charset="2"/>
              <a:buChar char=""/>
            </a:pPr>
            <a:r>
              <a:rPr lang="en-US" sz="1400" b="1" dirty="0">
                <a:latin typeface="Arial" pitchFamily="34" charset="0"/>
              </a:rPr>
              <a:t>IEEE 802.11Begins Drafting</a:t>
            </a:r>
          </a:p>
        </p:txBody>
      </p:sp>
      <p:sp>
        <p:nvSpPr>
          <p:cNvPr id="16448" name="Line 64"/>
          <p:cNvSpPr>
            <a:spLocks noChangeShapeType="1"/>
          </p:cNvSpPr>
          <p:nvPr/>
        </p:nvSpPr>
        <p:spPr bwMode="auto">
          <a:xfrm flipH="1" flipV="1">
            <a:off x="3752850" y="2568575"/>
            <a:ext cx="6350" cy="331788"/>
          </a:xfrm>
          <a:prstGeom prst="line">
            <a:avLst/>
          </a:prstGeom>
          <a:noFill/>
          <a:ln w="25400" cap="rnd">
            <a:solidFill>
              <a:srgbClr val="B2B2B2"/>
            </a:solidFill>
            <a:prstDash val="sysDot"/>
            <a:round/>
            <a:headEnd type="none" w="sm" len="sm"/>
            <a:tailEnd type="none" w="sm" len="sm"/>
          </a:ln>
          <a:effectLst>
            <a:outerShdw dist="17961" dir="2700000" algn="ctr" rotWithShape="0">
              <a:schemeClr val="bg2"/>
            </a:outerShdw>
          </a:effectLst>
          <a:extLst>
            <a:ext uri="{909E8E84-426E-40DD-AFC4-6F175D3DCCD1}">
              <a14:hiddenFill xmlns:a14="http://schemas.microsoft.com/office/drawing/2010/main">
                <a:noFill/>
              </a14:hiddenFill>
            </a:ext>
          </a:extLst>
        </p:spPr>
        <p:txBody>
          <a:bodyPr wrap="none" anchor="ctr"/>
          <a:lstStyle/>
          <a:p>
            <a:endParaRPr lang="en-SG" dirty="0"/>
          </a:p>
        </p:txBody>
      </p:sp>
      <p:sp>
        <p:nvSpPr>
          <p:cNvPr id="16453" name="Rectangle 69"/>
          <p:cNvSpPr>
            <a:spLocks noChangeArrowheads="1"/>
          </p:cNvSpPr>
          <p:nvPr/>
        </p:nvSpPr>
        <p:spPr bwMode="auto">
          <a:xfrm>
            <a:off x="7748588" y="2479675"/>
            <a:ext cx="987425" cy="51117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lIns="84838" tIns="42419" rIns="84838" bIns="42419">
            <a:spAutoFit/>
          </a:bodyPr>
          <a:lstStyle/>
          <a:p>
            <a:pPr defTabSz="842963" eaLnBrk="0" hangingPunct="0">
              <a:buClr>
                <a:srgbClr val="FE9D00"/>
              </a:buClr>
              <a:buSzPct val="75000"/>
              <a:buFont typeface="Wingdings 3" pitchFamily="18" charset="2"/>
              <a:buNone/>
            </a:pPr>
            <a:r>
              <a:rPr lang="en-US" sz="1400" b="1" dirty="0">
                <a:latin typeface="Arial" pitchFamily="34" charset="0"/>
              </a:rPr>
              <a:t>802.11g    </a:t>
            </a:r>
            <a:br>
              <a:rPr lang="en-US" sz="1400" b="1" dirty="0">
                <a:latin typeface="Arial" pitchFamily="34" charset="0"/>
              </a:rPr>
            </a:br>
            <a:r>
              <a:rPr lang="en-US" sz="1400" b="1" dirty="0">
                <a:latin typeface="Arial" pitchFamily="34" charset="0"/>
              </a:rPr>
              <a:t>Ratified</a:t>
            </a:r>
          </a:p>
        </p:txBody>
      </p:sp>
    </p:spTree>
    <p:extLst>
      <p:ext uri="{BB962C8B-B14F-4D97-AF65-F5344CB8AC3E}">
        <p14:creationId xmlns:p14="http://schemas.microsoft.com/office/powerpoint/2010/main" val="953742040"/>
      </p:ext>
    </p:extLst>
  </p:cSld>
  <p:clrMapOvr>
    <a:masterClrMapping/>
  </p:clrMapOvr>
  <p:timing>
    <p:tnLst>
      <p:par>
        <p:cTn id="1" dur="indefinite" restart="never" nodeType="tmRoot">
          <p:childTnLst>
            <p:seq concurrent="1" nextAc="seek">
              <p:cTn id="2" dur="indefinite" nodeType="mainSeq">
                <p:childTnLst>
                  <p:par>
                    <p:cTn id="3" fill="hold" nodeType="clickPar">
                      <p:stCondLst>
                        <p:cond delay="indefinite"/>
                        <p:cond evt="onBegin" delay="0">
                          <p:tn val="2"/>
                        </p:cond>
                      </p:stCondLst>
                      <p:childTnLst>
                        <p:par>
                          <p:cTn id="4" fill="hold" nodeType="withGroup">
                            <p:stCondLst>
                              <p:cond delay="0"/>
                            </p:stCondLst>
                            <p:childTnLst>
                              <p:par>
                                <p:cTn id="5" presetID="22" presetClass="entr" presetSubtype="1" fill="hold" grpId="0" nodeType="afterEffect">
                                  <p:stCondLst>
                                    <p:cond delay="0"/>
                                  </p:stCondLst>
                                  <p:childTnLst>
                                    <p:set>
                                      <p:cBhvr>
                                        <p:cTn id="6" dur="1" fill="hold">
                                          <p:stCondLst>
                                            <p:cond delay="0"/>
                                          </p:stCondLst>
                                        </p:cTn>
                                        <p:tgtEl>
                                          <p:spTgt spid="16448"/>
                                        </p:tgtEl>
                                        <p:attrNameLst>
                                          <p:attrName>style.visibility</p:attrName>
                                        </p:attrNameLst>
                                      </p:cBhvr>
                                      <p:to>
                                        <p:strVal val="visible"/>
                                      </p:to>
                                    </p:set>
                                    <p:animEffect transition="in" filter="wipe(up)">
                                      <p:cBhvr>
                                        <p:cTn id="7" dur="500"/>
                                        <p:tgtEl>
                                          <p:spTgt spid="16448"/>
                                        </p:tgtEl>
                                      </p:cBhvr>
                                    </p:animEffect>
                                  </p:childTnLst>
                                </p:cTn>
                              </p:par>
                            </p:childTnLst>
                          </p:cTn>
                        </p:par>
                        <p:par>
                          <p:cTn id="8" fill="hold" nodeType="afterGroup">
                            <p:stCondLst>
                              <p:cond delay="500"/>
                            </p:stCondLst>
                            <p:childTnLst>
                              <p:par>
                                <p:cTn id="9" presetID="2" presetClass="entr" presetSubtype="8" fill="hold" grpId="0" nodeType="afterEffect">
                                  <p:stCondLst>
                                    <p:cond delay="0"/>
                                  </p:stCondLst>
                                  <p:childTnLst>
                                    <p:set>
                                      <p:cBhvr>
                                        <p:cTn id="10" dur="1" fill="hold">
                                          <p:stCondLst>
                                            <p:cond delay="0"/>
                                          </p:stCondLst>
                                        </p:cTn>
                                        <p:tgtEl>
                                          <p:spTgt spid="16442"/>
                                        </p:tgtEl>
                                        <p:attrNameLst>
                                          <p:attrName>style.visibility</p:attrName>
                                        </p:attrNameLst>
                                      </p:cBhvr>
                                      <p:to>
                                        <p:strVal val="visible"/>
                                      </p:to>
                                    </p:set>
                                    <p:anim calcmode="lin" valueType="num">
                                      <p:cBhvr additive="base">
                                        <p:cTn id="11" dur="500" fill="hold"/>
                                        <p:tgtEl>
                                          <p:spTgt spid="16442"/>
                                        </p:tgtEl>
                                        <p:attrNameLst>
                                          <p:attrName>ppt_x</p:attrName>
                                        </p:attrNameLst>
                                      </p:cBhvr>
                                      <p:tavLst>
                                        <p:tav tm="0">
                                          <p:val>
                                            <p:strVal val="0-#ppt_w/2"/>
                                          </p:val>
                                        </p:tav>
                                        <p:tav tm="100000">
                                          <p:val>
                                            <p:strVal val="#ppt_x"/>
                                          </p:val>
                                        </p:tav>
                                      </p:tavLst>
                                    </p:anim>
                                    <p:anim calcmode="lin" valueType="num">
                                      <p:cBhvr additive="base">
                                        <p:cTn id="12" dur="500" fill="hold"/>
                                        <p:tgtEl>
                                          <p:spTgt spid="16442"/>
                                        </p:tgtEl>
                                        <p:attrNameLst>
                                          <p:attrName>ppt_y</p:attrName>
                                        </p:attrNameLst>
                                      </p:cBhvr>
                                      <p:tavLst>
                                        <p:tav tm="0">
                                          <p:val>
                                            <p:strVal val="#ppt_y"/>
                                          </p:val>
                                        </p:tav>
                                        <p:tav tm="100000">
                                          <p:val>
                                            <p:strVal val="#ppt_y"/>
                                          </p:val>
                                        </p:tav>
                                      </p:tavLst>
                                    </p:anim>
                                  </p:childTnLst>
                                </p:cTn>
                              </p:par>
                            </p:childTnLst>
                          </p:cTn>
                        </p:par>
                        <p:par>
                          <p:cTn id="13" fill="hold" nodeType="afterGroup">
                            <p:stCondLst>
                              <p:cond delay="1000"/>
                            </p:stCondLst>
                            <p:childTnLst>
                              <p:par>
                                <p:cTn id="14" presetID="22" presetClass="entr" presetSubtype="8" fill="hold" grpId="0" nodeType="afterEffect">
                                  <p:stCondLst>
                                    <p:cond delay="0"/>
                                  </p:stCondLst>
                                  <p:childTnLst>
                                    <p:set>
                                      <p:cBhvr>
                                        <p:cTn id="15" dur="1" fill="hold">
                                          <p:stCondLst>
                                            <p:cond delay="0"/>
                                          </p:stCondLst>
                                        </p:cTn>
                                        <p:tgtEl>
                                          <p:spTgt spid="16447"/>
                                        </p:tgtEl>
                                        <p:attrNameLst>
                                          <p:attrName>style.visibility</p:attrName>
                                        </p:attrNameLst>
                                      </p:cBhvr>
                                      <p:to>
                                        <p:strVal val="visible"/>
                                      </p:to>
                                    </p:set>
                                    <p:animEffect transition="in" filter="wipe(left)">
                                      <p:cBhvr>
                                        <p:cTn id="16" dur="500"/>
                                        <p:tgtEl>
                                          <p:spTgt spid="16447"/>
                                        </p:tgtEl>
                                      </p:cBhvr>
                                    </p:animEffect>
                                  </p:childTnLst>
                                </p:cTn>
                              </p:par>
                            </p:childTnLst>
                          </p:cTn>
                        </p:par>
                        <p:par>
                          <p:cTn id="17" fill="hold" nodeType="afterGroup">
                            <p:stCondLst>
                              <p:cond delay="1500"/>
                            </p:stCondLst>
                            <p:childTnLst>
                              <p:par>
                                <p:cTn id="18" presetID="2" presetClass="entr" presetSubtype="8" fill="hold" grpId="0" nodeType="afterEffect">
                                  <p:stCondLst>
                                    <p:cond delay="0"/>
                                  </p:stCondLst>
                                  <p:childTnLst>
                                    <p:set>
                                      <p:cBhvr>
                                        <p:cTn id="19" dur="1" fill="hold">
                                          <p:stCondLst>
                                            <p:cond delay="0"/>
                                          </p:stCondLst>
                                        </p:cTn>
                                        <p:tgtEl>
                                          <p:spTgt spid="16441"/>
                                        </p:tgtEl>
                                        <p:attrNameLst>
                                          <p:attrName>style.visibility</p:attrName>
                                        </p:attrNameLst>
                                      </p:cBhvr>
                                      <p:to>
                                        <p:strVal val="visible"/>
                                      </p:to>
                                    </p:set>
                                    <p:anim calcmode="lin" valueType="num">
                                      <p:cBhvr additive="base">
                                        <p:cTn id="20" dur="500" fill="hold"/>
                                        <p:tgtEl>
                                          <p:spTgt spid="16441"/>
                                        </p:tgtEl>
                                        <p:attrNameLst>
                                          <p:attrName>ppt_x</p:attrName>
                                        </p:attrNameLst>
                                      </p:cBhvr>
                                      <p:tavLst>
                                        <p:tav tm="0">
                                          <p:val>
                                            <p:strVal val="0-#ppt_w/2"/>
                                          </p:val>
                                        </p:tav>
                                        <p:tav tm="100000">
                                          <p:val>
                                            <p:strVal val="#ppt_x"/>
                                          </p:val>
                                        </p:tav>
                                      </p:tavLst>
                                    </p:anim>
                                    <p:anim calcmode="lin" valueType="num">
                                      <p:cBhvr additive="base">
                                        <p:cTn id="21" dur="500" fill="hold"/>
                                        <p:tgtEl>
                                          <p:spTgt spid="16441"/>
                                        </p:tgtEl>
                                        <p:attrNameLst>
                                          <p:attrName>ppt_y</p:attrName>
                                        </p:attrNameLst>
                                      </p:cBhvr>
                                      <p:tavLst>
                                        <p:tav tm="0">
                                          <p:val>
                                            <p:strVal val="#ppt_y"/>
                                          </p:val>
                                        </p:tav>
                                        <p:tav tm="100000">
                                          <p:val>
                                            <p:strVal val="#ppt_y"/>
                                          </p:val>
                                        </p:tav>
                                      </p:tavLst>
                                    </p:anim>
                                  </p:childTnLst>
                                </p:cTn>
                              </p:par>
                            </p:childTnLst>
                          </p:cTn>
                        </p:par>
                        <p:par>
                          <p:cTn id="22" fill="hold" nodeType="afterGroup">
                            <p:stCondLst>
                              <p:cond delay="2000"/>
                            </p:stCondLst>
                            <p:childTnLst>
                              <p:par>
                                <p:cTn id="23" presetID="2" presetClass="entr" presetSubtype="8" fill="hold" grpId="0" nodeType="afterEffect">
                                  <p:stCondLst>
                                    <p:cond delay="0"/>
                                  </p:stCondLst>
                                  <p:childTnLst>
                                    <p:set>
                                      <p:cBhvr>
                                        <p:cTn id="24" dur="1" fill="hold">
                                          <p:stCondLst>
                                            <p:cond delay="0"/>
                                          </p:stCondLst>
                                        </p:cTn>
                                        <p:tgtEl>
                                          <p:spTgt spid="16440"/>
                                        </p:tgtEl>
                                        <p:attrNameLst>
                                          <p:attrName>style.visibility</p:attrName>
                                        </p:attrNameLst>
                                      </p:cBhvr>
                                      <p:to>
                                        <p:strVal val="visible"/>
                                      </p:to>
                                    </p:set>
                                    <p:anim calcmode="lin" valueType="num">
                                      <p:cBhvr additive="base">
                                        <p:cTn id="25" dur="500" fill="hold"/>
                                        <p:tgtEl>
                                          <p:spTgt spid="16440"/>
                                        </p:tgtEl>
                                        <p:attrNameLst>
                                          <p:attrName>ppt_x</p:attrName>
                                        </p:attrNameLst>
                                      </p:cBhvr>
                                      <p:tavLst>
                                        <p:tav tm="0">
                                          <p:val>
                                            <p:strVal val="0-#ppt_w/2"/>
                                          </p:val>
                                        </p:tav>
                                        <p:tav tm="100000">
                                          <p:val>
                                            <p:strVal val="#ppt_x"/>
                                          </p:val>
                                        </p:tav>
                                      </p:tavLst>
                                    </p:anim>
                                    <p:anim calcmode="lin" valueType="num">
                                      <p:cBhvr additive="base">
                                        <p:cTn id="26" dur="500" fill="hold"/>
                                        <p:tgtEl>
                                          <p:spTgt spid="16440"/>
                                        </p:tgtEl>
                                        <p:attrNameLst>
                                          <p:attrName>ppt_y</p:attrName>
                                        </p:attrNameLst>
                                      </p:cBhvr>
                                      <p:tavLst>
                                        <p:tav tm="0">
                                          <p:val>
                                            <p:strVal val="#ppt_y"/>
                                          </p:val>
                                        </p:tav>
                                        <p:tav tm="100000">
                                          <p:val>
                                            <p:strVal val="#ppt_y"/>
                                          </p:val>
                                        </p:tav>
                                      </p:tavLst>
                                    </p:anim>
                                  </p:childTnLst>
                                </p:cTn>
                              </p:par>
                            </p:childTnLst>
                          </p:cTn>
                        </p:par>
                        <p:par>
                          <p:cTn id="27" fill="hold" nodeType="afterGroup">
                            <p:stCondLst>
                              <p:cond delay="2500"/>
                            </p:stCondLst>
                            <p:childTnLst>
                              <p:par>
                                <p:cTn id="28" presetID="22" presetClass="entr" presetSubtype="8" fill="hold" grpId="0" nodeType="afterEffect">
                                  <p:stCondLst>
                                    <p:cond delay="0"/>
                                  </p:stCondLst>
                                  <p:childTnLst>
                                    <p:set>
                                      <p:cBhvr>
                                        <p:cTn id="29" dur="1" fill="hold">
                                          <p:stCondLst>
                                            <p:cond delay="0"/>
                                          </p:stCondLst>
                                        </p:cTn>
                                        <p:tgtEl>
                                          <p:spTgt spid="16399"/>
                                        </p:tgtEl>
                                        <p:attrNameLst>
                                          <p:attrName>style.visibility</p:attrName>
                                        </p:attrNameLst>
                                      </p:cBhvr>
                                      <p:to>
                                        <p:strVal val="visible"/>
                                      </p:to>
                                    </p:set>
                                    <p:animEffect transition="in" filter="wipe(left)">
                                      <p:cBhvr>
                                        <p:cTn id="30" dur="500"/>
                                        <p:tgtEl>
                                          <p:spTgt spid="16399"/>
                                        </p:tgtEl>
                                      </p:cBhvr>
                                    </p:animEffect>
                                  </p:childTnLst>
                                </p:cTn>
                              </p:par>
                            </p:childTnLst>
                          </p:cTn>
                        </p:par>
                        <p:par>
                          <p:cTn id="31" fill="hold" nodeType="afterGroup">
                            <p:stCondLst>
                              <p:cond delay="3000"/>
                            </p:stCondLst>
                            <p:childTnLst>
                              <p:par>
                                <p:cTn id="32" presetID="22" presetClass="entr" presetSubtype="8" fill="hold" grpId="0" nodeType="afterEffect">
                                  <p:stCondLst>
                                    <p:cond delay="0"/>
                                  </p:stCondLst>
                                  <p:childTnLst>
                                    <p:set>
                                      <p:cBhvr>
                                        <p:cTn id="33" dur="1" fill="hold">
                                          <p:stCondLst>
                                            <p:cond delay="0"/>
                                          </p:stCondLst>
                                        </p:cTn>
                                        <p:tgtEl>
                                          <p:spTgt spid="16400"/>
                                        </p:tgtEl>
                                        <p:attrNameLst>
                                          <p:attrName>style.visibility</p:attrName>
                                        </p:attrNameLst>
                                      </p:cBhvr>
                                      <p:to>
                                        <p:strVal val="visible"/>
                                      </p:to>
                                    </p:set>
                                    <p:animEffect transition="in" filter="wipe(left)">
                                      <p:cBhvr>
                                        <p:cTn id="34" dur="500"/>
                                        <p:tgtEl>
                                          <p:spTgt spid="16400"/>
                                        </p:tgtEl>
                                      </p:cBhvr>
                                    </p:animEffect>
                                  </p:childTnLst>
                                </p:cTn>
                              </p:par>
                            </p:childTnLst>
                          </p:cTn>
                        </p:par>
                        <p:par>
                          <p:cTn id="35" fill="hold" nodeType="afterGroup">
                            <p:stCondLst>
                              <p:cond delay="3500"/>
                            </p:stCondLst>
                            <p:childTnLst>
                              <p:par>
                                <p:cTn id="36" presetID="22" presetClass="entr" presetSubtype="8" fill="hold" grpId="0" nodeType="afterEffect">
                                  <p:stCondLst>
                                    <p:cond delay="0"/>
                                  </p:stCondLst>
                                  <p:childTnLst>
                                    <p:set>
                                      <p:cBhvr>
                                        <p:cTn id="37" dur="1" fill="hold">
                                          <p:stCondLst>
                                            <p:cond delay="0"/>
                                          </p:stCondLst>
                                        </p:cTn>
                                        <p:tgtEl>
                                          <p:spTgt spid="16453"/>
                                        </p:tgtEl>
                                        <p:attrNameLst>
                                          <p:attrName>style.visibility</p:attrName>
                                        </p:attrNameLst>
                                      </p:cBhvr>
                                      <p:to>
                                        <p:strVal val="visible"/>
                                      </p:to>
                                    </p:set>
                                    <p:animEffect transition="in" filter="wipe(left)">
                                      <p:cBhvr>
                                        <p:cTn id="38" dur="500"/>
                                        <p:tgtEl>
                                          <p:spTgt spid="16453"/>
                                        </p:tgtEl>
                                      </p:cBhvr>
                                    </p:animEffect>
                                  </p:childTnLst>
                                </p:cTn>
                              </p:par>
                            </p:childTnLst>
                          </p:cTn>
                        </p:par>
                        <p:par>
                          <p:cTn id="39" fill="hold" nodeType="afterGroup">
                            <p:stCondLst>
                              <p:cond delay="4000"/>
                            </p:stCondLst>
                            <p:childTnLst>
                              <p:par>
                                <p:cTn id="40" presetID="22" presetClass="entr" presetSubtype="8" fill="hold" nodeType="afterEffect">
                                  <p:stCondLst>
                                    <p:cond delay="0"/>
                                  </p:stCondLst>
                                  <p:childTnLst>
                                    <p:set>
                                      <p:cBhvr>
                                        <p:cTn id="41" dur="1" fill="hold">
                                          <p:stCondLst>
                                            <p:cond delay="0"/>
                                          </p:stCondLst>
                                        </p:cTn>
                                        <p:tgtEl>
                                          <p:spTgt spid="16425"/>
                                        </p:tgtEl>
                                        <p:attrNameLst>
                                          <p:attrName>style.visibility</p:attrName>
                                        </p:attrNameLst>
                                      </p:cBhvr>
                                      <p:to>
                                        <p:strVal val="visible"/>
                                      </p:to>
                                    </p:set>
                                    <p:animEffect transition="in" filter="wipe(left)">
                                      <p:cBhvr>
                                        <p:cTn id="42" dur="500"/>
                                        <p:tgtEl>
                                          <p:spTgt spid="16425"/>
                                        </p:tgtEl>
                                      </p:cBhvr>
                                    </p:animEffect>
                                  </p:childTnLst>
                                </p:cTn>
                              </p:par>
                            </p:childTnLst>
                          </p:cTn>
                        </p:par>
                        <p:par>
                          <p:cTn id="43" fill="hold" nodeType="afterGroup">
                            <p:stCondLst>
                              <p:cond delay="4500"/>
                            </p:stCondLst>
                            <p:childTnLst>
                              <p:par>
                                <p:cTn id="44" presetID="22" presetClass="entr" presetSubtype="8" fill="hold" nodeType="afterEffect">
                                  <p:stCondLst>
                                    <p:cond delay="0"/>
                                  </p:stCondLst>
                                  <p:childTnLst>
                                    <p:set>
                                      <p:cBhvr>
                                        <p:cTn id="45" dur="1" fill="hold">
                                          <p:stCondLst>
                                            <p:cond delay="0"/>
                                          </p:stCondLst>
                                        </p:cTn>
                                        <p:tgtEl>
                                          <p:spTgt spid="16434"/>
                                        </p:tgtEl>
                                        <p:attrNameLst>
                                          <p:attrName>style.visibility</p:attrName>
                                        </p:attrNameLst>
                                      </p:cBhvr>
                                      <p:to>
                                        <p:strVal val="visible"/>
                                      </p:to>
                                    </p:set>
                                    <p:animEffect transition="in" filter="wipe(left)">
                                      <p:cBhvr>
                                        <p:cTn id="46" dur="500"/>
                                        <p:tgtEl>
                                          <p:spTgt spid="16434"/>
                                        </p:tgtEl>
                                      </p:cBhvr>
                                    </p:animEffect>
                                  </p:childTnLst>
                                </p:cTn>
                              </p:par>
                            </p:childTnLst>
                          </p:cTn>
                        </p:par>
                        <p:par>
                          <p:cTn id="47" fill="hold" nodeType="afterGroup">
                            <p:stCondLst>
                              <p:cond delay="5000"/>
                            </p:stCondLst>
                            <p:childTnLst>
                              <p:par>
                                <p:cTn id="48" presetID="22" presetClass="entr" presetSubtype="8" fill="hold" nodeType="afterEffect">
                                  <p:stCondLst>
                                    <p:cond delay="0"/>
                                  </p:stCondLst>
                                  <p:childTnLst>
                                    <p:set>
                                      <p:cBhvr>
                                        <p:cTn id="49" dur="1" fill="hold">
                                          <p:stCondLst>
                                            <p:cond delay="0"/>
                                          </p:stCondLst>
                                        </p:cTn>
                                        <p:tgtEl>
                                          <p:spTgt spid="16422"/>
                                        </p:tgtEl>
                                        <p:attrNameLst>
                                          <p:attrName>style.visibility</p:attrName>
                                        </p:attrNameLst>
                                      </p:cBhvr>
                                      <p:to>
                                        <p:strVal val="visible"/>
                                      </p:to>
                                    </p:set>
                                    <p:animEffect transition="in" filter="wipe(left)">
                                      <p:cBhvr>
                                        <p:cTn id="50" dur="500"/>
                                        <p:tgtEl>
                                          <p:spTgt spid="16422"/>
                                        </p:tgtEl>
                                      </p:cBhvr>
                                    </p:animEffect>
                                  </p:childTnLst>
                                </p:cTn>
                              </p:par>
                            </p:childTnLst>
                          </p:cTn>
                        </p:par>
                        <p:par>
                          <p:cTn id="51" fill="hold" nodeType="afterGroup">
                            <p:stCondLst>
                              <p:cond delay="5500"/>
                            </p:stCondLst>
                            <p:childTnLst>
                              <p:par>
                                <p:cTn id="52" presetID="22" presetClass="entr" presetSubtype="8" fill="hold" nodeType="afterEffect">
                                  <p:stCondLst>
                                    <p:cond delay="0"/>
                                  </p:stCondLst>
                                  <p:childTnLst>
                                    <p:set>
                                      <p:cBhvr>
                                        <p:cTn id="53" dur="1" fill="hold">
                                          <p:stCondLst>
                                            <p:cond delay="0"/>
                                          </p:stCondLst>
                                        </p:cTn>
                                        <p:tgtEl>
                                          <p:spTgt spid="16428"/>
                                        </p:tgtEl>
                                        <p:attrNameLst>
                                          <p:attrName>style.visibility</p:attrName>
                                        </p:attrNameLst>
                                      </p:cBhvr>
                                      <p:to>
                                        <p:strVal val="visible"/>
                                      </p:to>
                                    </p:set>
                                    <p:animEffect transition="in" filter="wipe(left)">
                                      <p:cBhvr>
                                        <p:cTn id="54" dur="500"/>
                                        <p:tgtEl>
                                          <p:spTgt spid="16428"/>
                                        </p:tgtEl>
                                      </p:cBhvr>
                                    </p:animEffect>
                                  </p:childTnLst>
                                </p:cTn>
                              </p:par>
                            </p:childTnLst>
                          </p:cTn>
                        </p:par>
                        <p:par>
                          <p:cTn id="55" fill="hold" nodeType="afterGroup">
                            <p:stCondLst>
                              <p:cond delay="6000"/>
                            </p:stCondLst>
                            <p:childTnLst>
                              <p:par>
                                <p:cTn id="56" presetID="22" presetClass="entr" presetSubtype="8" fill="hold" nodeType="afterEffect">
                                  <p:stCondLst>
                                    <p:cond delay="0"/>
                                  </p:stCondLst>
                                  <p:childTnLst>
                                    <p:set>
                                      <p:cBhvr>
                                        <p:cTn id="57" dur="1" fill="hold">
                                          <p:stCondLst>
                                            <p:cond delay="0"/>
                                          </p:stCondLst>
                                        </p:cTn>
                                        <p:tgtEl>
                                          <p:spTgt spid="16437"/>
                                        </p:tgtEl>
                                        <p:attrNameLst>
                                          <p:attrName>style.visibility</p:attrName>
                                        </p:attrNameLst>
                                      </p:cBhvr>
                                      <p:to>
                                        <p:strVal val="visible"/>
                                      </p:to>
                                    </p:set>
                                    <p:animEffect transition="in" filter="wipe(left)">
                                      <p:cBhvr>
                                        <p:cTn id="58" dur="500"/>
                                        <p:tgtEl>
                                          <p:spTgt spid="16437"/>
                                        </p:tgtEl>
                                      </p:cBhvr>
                                    </p:animEffect>
                                  </p:childTnLst>
                                </p:cTn>
                              </p:par>
                            </p:childTnLst>
                          </p:cTn>
                        </p:par>
                        <p:par>
                          <p:cTn id="59" fill="hold" nodeType="afterGroup">
                            <p:stCondLst>
                              <p:cond delay="6500"/>
                            </p:stCondLst>
                            <p:childTnLst>
                              <p:par>
                                <p:cTn id="60" presetID="22" presetClass="entr" presetSubtype="8" fill="hold" nodeType="afterEffect">
                                  <p:stCondLst>
                                    <p:cond delay="0"/>
                                  </p:stCondLst>
                                  <p:childTnLst>
                                    <p:set>
                                      <p:cBhvr>
                                        <p:cTn id="61" dur="1" fill="hold">
                                          <p:stCondLst>
                                            <p:cond delay="0"/>
                                          </p:stCondLst>
                                        </p:cTn>
                                        <p:tgtEl>
                                          <p:spTgt spid="16431"/>
                                        </p:tgtEl>
                                        <p:attrNameLst>
                                          <p:attrName>style.visibility</p:attrName>
                                        </p:attrNameLst>
                                      </p:cBhvr>
                                      <p:to>
                                        <p:strVal val="visible"/>
                                      </p:to>
                                    </p:set>
                                    <p:animEffect transition="in" filter="wipe(left)">
                                      <p:cBhvr>
                                        <p:cTn id="62" dur="500"/>
                                        <p:tgtEl>
                                          <p:spTgt spid="16431"/>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6399" grpId="0" autoUpdateAnimBg="0"/>
      <p:bldP spid="16400" grpId="0" autoUpdateAnimBg="0"/>
      <p:bldP spid="16440" grpId="0" animBg="1"/>
      <p:bldP spid="16441" grpId="0" animBg="1"/>
      <p:bldP spid="16442" grpId="0" animBg="1"/>
      <p:bldP spid="16447" grpId="0" autoUpdateAnimBg="0"/>
      <p:bldP spid="16448" grpId="0" animBg="1"/>
      <p:bldP spid="16453" grpId="0" autoUpdateAnimBg="0"/>
    </p:bldLst>
  </p:timing>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4578" name="Rectangle 2"/>
          <p:cNvSpPr>
            <a:spLocks noGrp="1" noChangeArrowheads="1"/>
          </p:cNvSpPr>
          <p:nvPr>
            <p:ph type="title"/>
          </p:nvPr>
        </p:nvSpPr>
        <p:spPr>
          <a:xfrm>
            <a:off x="663844" y="304800"/>
            <a:ext cx="7886700" cy="1325563"/>
          </a:xfrm>
        </p:spPr>
        <p:txBody>
          <a:bodyPr>
            <a:normAutofit/>
          </a:bodyPr>
          <a:lstStyle/>
          <a:p>
            <a:r>
              <a:rPr lang="en-GB" sz="4000" dirty="0" smtClean="0">
                <a:cs typeface="Arial" charset="0"/>
              </a:rPr>
              <a:t>WLAN setup: Basic Terms</a:t>
            </a:r>
          </a:p>
        </p:txBody>
      </p:sp>
      <p:pic>
        <p:nvPicPr>
          <p:cNvPr id="24579" name="Picture 3" descr="066wap54cmdiagram"/>
          <p:cNvPicPr>
            <a:picLocks noGrp="1" noChangeAspect="1" noChangeArrowheads="1"/>
          </p:cNvPicPr>
          <p:nvPr>
            <p:ph idx="1"/>
          </p:nvPr>
        </p:nvPicPr>
        <p:blipFill>
          <a:blip r:embed="rId2"/>
          <a:srcRect/>
          <a:stretch>
            <a:fillRect/>
          </a:stretch>
        </p:blipFill>
        <p:spPr>
          <a:xfrm>
            <a:off x="571500" y="1360568"/>
            <a:ext cx="8001000" cy="5483225"/>
          </a:xfrm>
          <a:noFill/>
        </p:spPr>
      </p:pic>
      <p:sp>
        <p:nvSpPr>
          <p:cNvPr id="24581" name="Text Box 4"/>
          <p:cNvSpPr txBox="1">
            <a:spLocks noChangeArrowheads="1"/>
          </p:cNvSpPr>
          <p:nvPr/>
        </p:nvSpPr>
        <p:spPr bwMode="auto">
          <a:xfrm>
            <a:off x="2622550" y="5829300"/>
            <a:ext cx="1463675" cy="274638"/>
          </a:xfrm>
          <a:prstGeom prst="rect">
            <a:avLst/>
          </a:prstGeom>
          <a:noFill/>
          <a:ln w="9525">
            <a:noFill/>
            <a:miter lim="800000"/>
            <a:headEnd/>
            <a:tailEnd/>
          </a:ln>
        </p:spPr>
        <p:txBody>
          <a:bodyPr wrap="none">
            <a:spAutoFit/>
          </a:bodyPr>
          <a:lstStyle/>
          <a:p>
            <a:r>
              <a:rPr lang="en-US" sz="1200" dirty="0">
                <a:solidFill>
                  <a:schemeClr val="bg2"/>
                </a:solidFill>
              </a:rPr>
              <a:t>Source from Linksys</a:t>
            </a:r>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27" name="Rectangle 2"/>
          <p:cNvSpPr>
            <a:spLocks noGrp="1" noChangeArrowheads="1"/>
          </p:cNvSpPr>
          <p:nvPr>
            <p:ph type="title"/>
          </p:nvPr>
        </p:nvSpPr>
        <p:spPr/>
        <p:txBody>
          <a:bodyPr>
            <a:normAutofit/>
          </a:bodyPr>
          <a:lstStyle/>
          <a:p>
            <a:r>
              <a:rPr lang="en-US" sz="4000" dirty="0" smtClean="0">
                <a:cs typeface="Arial" charset="0"/>
              </a:rPr>
              <a:t>Wireless Access Point</a:t>
            </a:r>
          </a:p>
        </p:txBody>
      </p:sp>
      <p:sp>
        <p:nvSpPr>
          <p:cNvPr id="1028" name="Rectangle 3"/>
          <p:cNvSpPr>
            <a:spLocks noGrp="1" noChangeArrowheads="1"/>
          </p:cNvSpPr>
          <p:nvPr>
            <p:ph idx="1"/>
          </p:nvPr>
        </p:nvSpPr>
        <p:spPr>
          <a:xfrm>
            <a:off x="142875" y="1905000"/>
            <a:ext cx="5786438" cy="4238625"/>
          </a:xfrm>
        </p:spPr>
        <p:txBody>
          <a:bodyPr>
            <a:noAutofit/>
          </a:bodyPr>
          <a:lstStyle/>
          <a:p>
            <a:r>
              <a:rPr lang="en-US" sz="2800" dirty="0" smtClean="0">
                <a:cs typeface="Arial" charset="0"/>
              </a:rPr>
              <a:t>An access point (AP) has three main parts</a:t>
            </a:r>
          </a:p>
          <a:p>
            <a:pPr lvl="1"/>
            <a:r>
              <a:rPr lang="en-US" sz="2400" dirty="0" smtClean="0">
                <a:cs typeface="Arial" charset="0"/>
              </a:rPr>
              <a:t>An antenna and a radio transmitter/receiver</a:t>
            </a:r>
          </a:p>
          <a:p>
            <a:pPr lvl="1"/>
            <a:r>
              <a:rPr lang="en-US" sz="2400" dirty="0" smtClean="0">
                <a:cs typeface="Arial" charset="0"/>
              </a:rPr>
              <a:t>An RJ-45 wired network interface to connect to a wired network</a:t>
            </a:r>
          </a:p>
          <a:p>
            <a:pPr lvl="1"/>
            <a:r>
              <a:rPr lang="en-US" sz="2400" dirty="0" smtClean="0">
                <a:cs typeface="Arial" charset="0"/>
              </a:rPr>
              <a:t>Special bridging software</a:t>
            </a:r>
          </a:p>
          <a:p>
            <a:r>
              <a:rPr lang="en-US" sz="2800" dirty="0" smtClean="0">
                <a:cs typeface="Arial" charset="0"/>
              </a:rPr>
              <a:t>Access point has two basic functions</a:t>
            </a:r>
          </a:p>
          <a:p>
            <a:pPr lvl="1"/>
            <a:r>
              <a:rPr lang="en-US" sz="2400" dirty="0" smtClean="0">
                <a:cs typeface="Arial" charset="0"/>
              </a:rPr>
              <a:t>Acts as base station for wireless network</a:t>
            </a:r>
          </a:p>
          <a:p>
            <a:pPr lvl="1"/>
            <a:r>
              <a:rPr lang="en-US" sz="2400" dirty="0" smtClean="0">
                <a:cs typeface="Arial" charset="0"/>
              </a:rPr>
              <a:t>Acts as bridge between wireless and wired network</a:t>
            </a:r>
          </a:p>
        </p:txBody>
      </p:sp>
      <p:graphicFrame>
        <p:nvGraphicFramePr>
          <p:cNvPr id="1026" name="Object 4"/>
          <p:cNvGraphicFramePr>
            <a:graphicFrameLocks noChangeAspect="1"/>
          </p:cNvGraphicFramePr>
          <p:nvPr/>
        </p:nvGraphicFramePr>
        <p:xfrm>
          <a:off x="5786438" y="2214563"/>
          <a:ext cx="3173412" cy="2143125"/>
        </p:xfrm>
        <a:graphic>
          <a:graphicData uri="http://schemas.openxmlformats.org/presentationml/2006/ole">
            <mc:AlternateContent xmlns:mc="http://schemas.openxmlformats.org/markup-compatibility/2006">
              <mc:Choice xmlns:v="urn:schemas-microsoft-com:vml" Requires="v">
                <p:oleObj spid="_x0000_s1117" name="Bitmap Image" r:id="rId3" imgW="3258005" imgH="2200582" progId="PBrush">
                  <p:embed/>
                </p:oleObj>
              </mc:Choice>
              <mc:Fallback>
                <p:oleObj name="Bitmap Image" r:id="rId3" imgW="3258005" imgH="2200582" progId="PBrush">
                  <p:embed/>
                  <p:pic>
                    <p:nvPicPr>
                      <p:cNvPr id="0" name="Picture 45"/>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5786438" y="2214563"/>
                        <a:ext cx="3173412" cy="214312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oleObj>
              </mc:Fallback>
            </mc:AlternateContent>
          </a:graphicData>
        </a:graphic>
      </p:graphicFrame>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4818" name="Rectangle 2"/>
          <p:cNvSpPr>
            <a:spLocks noGrp="1" noChangeArrowheads="1"/>
          </p:cNvSpPr>
          <p:nvPr>
            <p:ph type="title"/>
          </p:nvPr>
        </p:nvSpPr>
        <p:spPr>
          <a:xfrm>
            <a:off x="647700" y="365126"/>
            <a:ext cx="7886700" cy="1325563"/>
          </a:xfrm>
        </p:spPr>
        <p:txBody>
          <a:bodyPr>
            <a:normAutofit/>
          </a:bodyPr>
          <a:lstStyle/>
          <a:p>
            <a:r>
              <a:rPr lang="en-GB" sz="4000" dirty="0" smtClean="0">
                <a:cs typeface="Arial" charset="0"/>
              </a:rPr>
              <a:t>SSID for WLAN</a:t>
            </a:r>
          </a:p>
        </p:txBody>
      </p:sp>
      <p:sp>
        <p:nvSpPr>
          <p:cNvPr id="34819" name="Rectangle 3"/>
          <p:cNvSpPr>
            <a:spLocks noGrp="1" noChangeArrowheads="1"/>
          </p:cNvSpPr>
          <p:nvPr>
            <p:ph idx="1"/>
          </p:nvPr>
        </p:nvSpPr>
        <p:spPr>
          <a:xfrm>
            <a:off x="304800" y="1690688"/>
            <a:ext cx="8572500" cy="4595811"/>
          </a:xfrm>
        </p:spPr>
        <p:txBody>
          <a:bodyPr/>
          <a:lstStyle/>
          <a:p>
            <a:pPr>
              <a:spcBef>
                <a:spcPts val="300"/>
              </a:spcBef>
              <a:spcAft>
                <a:spcPts val="300"/>
              </a:spcAft>
            </a:pPr>
            <a:r>
              <a:rPr lang="en-GB" sz="2600" dirty="0" smtClean="0">
                <a:cs typeface="Arial" charset="0"/>
              </a:rPr>
              <a:t>Service Set Identifier (SSID) is a sequence of characters that uniquely names a WLAN. </a:t>
            </a:r>
          </a:p>
          <a:p>
            <a:pPr>
              <a:spcBef>
                <a:spcPts val="300"/>
              </a:spcBef>
              <a:spcAft>
                <a:spcPts val="300"/>
              </a:spcAft>
            </a:pPr>
            <a:r>
              <a:rPr lang="en-GB" sz="2600" dirty="0" smtClean="0">
                <a:cs typeface="Arial" charset="0"/>
              </a:rPr>
              <a:t>SSID is attached to the header of packets sent over a WLAN that acts as a password when a mobile device tries to connect to the Access Point. </a:t>
            </a:r>
          </a:p>
          <a:p>
            <a:pPr>
              <a:spcBef>
                <a:spcPts val="300"/>
              </a:spcBef>
              <a:spcAft>
                <a:spcPts val="300"/>
              </a:spcAft>
            </a:pPr>
            <a:r>
              <a:rPr lang="en-GB" sz="2600" dirty="0" smtClean="0">
                <a:cs typeface="Arial" charset="0"/>
              </a:rPr>
              <a:t>The SSID differentiates one WLAN from another, so all access points and all devices attempting to connect to a specific WLAN must use the same SSID. </a:t>
            </a:r>
          </a:p>
          <a:p>
            <a:pPr>
              <a:spcBef>
                <a:spcPts val="300"/>
              </a:spcBef>
              <a:spcAft>
                <a:spcPts val="300"/>
              </a:spcAft>
            </a:pPr>
            <a:r>
              <a:rPr lang="en-GB" sz="2600" dirty="0" smtClean="0">
                <a:cs typeface="Arial" charset="0"/>
              </a:rPr>
              <a:t>SSID is also referred to as a </a:t>
            </a:r>
            <a:r>
              <a:rPr lang="en-GB" sz="2600" dirty="0" smtClean="0">
                <a:solidFill>
                  <a:schemeClr val="tx2"/>
                </a:solidFill>
                <a:cs typeface="Arial" charset="0"/>
              </a:rPr>
              <a:t>Network Name </a:t>
            </a:r>
            <a:r>
              <a:rPr lang="en-GB" sz="2600" dirty="0" smtClean="0">
                <a:cs typeface="Arial" charset="0"/>
              </a:rPr>
              <a:t>because it is a name that identifies a wireless network. </a:t>
            </a:r>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6866" name="Rectangle 2"/>
          <p:cNvSpPr>
            <a:spLocks noGrp="1" noChangeArrowheads="1"/>
          </p:cNvSpPr>
          <p:nvPr>
            <p:ph type="title"/>
          </p:nvPr>
        </p:nvSpPr>
        <p:spPr>
          <a:xfrm>
            <a:off x="628650" y="304800"/>
            <a:ext cx="7886700" cy="1325563"/>
          </a:xfrm>
        </p:spPr>
        <p:txBody>
          <a:bodyPr>
            <a:normAutofit/>
          </a:bodyPr>
          <a:lstStyle/>
          <a:p>
            <a:r>
              <a:rPr lang="en-GB" sz="3600" dirty="0" smtClean="0">
                <a:cs typeface="Arial" charset="0"/>
              </a:rPr>
              <a:t>Good Practise for Administering SSID</a:t>
            </a:r>
          </a:p>
        </p:txBody>
      </p:sp>
      <p:sp>
        <p:nvSpPr>
          <p:cNvPr id="36867" name="Rectangle 3"/>
          <p:cNvSpPr>
            <a:spLocks noGrp="1" noChangeArrowheads="1"/>
          </p:cNvSpPr>
          <p:nvPr>
            <p:ph idx="1"/>
          </p:nvPr>
        </p:nvSpPr>
        <p:spPr/>
        <p:txBody>
          <a:bodyPr/>
          <a:lstStyle/>
          <a:p>
            <a:r>
              <a:rPr lang="en-GB" sz="3200" dirty="0" smtClean="0">
                <a:latin typeface="Arial" charset="0"/>
                <a:cs typeface="Arial" charset="0"/>
              </a:rPr>
              <a:t>Some common </a:t>
            </a:r>
            <a:r>
              <a:rPr lang="en-GB" sz="3200" b="1" u="sng" dirty="0" smtClean="0">
                <a:latin typeface="Arial" charset="0"/>
                <a:cs typeface="Arial" charset="0"/>
              </a:rPr>
              <a:t>mistakes</a:t>
            </a:r>
            <a:r>
              <a:rPr lang="en-GB" sz="3200" dirty="0" smtClean="0">
                <a:latin typeface="Arial" charset="0"/>
                <a:cs typeface="Arial" charset="0"/>
              </a:rPr>
              <a:t> in administering SSID are listed below:</a:t>
            </a:r>
          </a:p>
          <a:p>
            <a:pPr lvl="1"/>
            <a:r>
              <a:rPr lang="en-GB" sz="2800" dirty="0" smtClean="0">
                <a:latin typeface="Arial" charset="0"/>
                <a:cs typeface="Arial" charset="0"/>
              </a:rPr>
              <a:t>Using default SSID</a:t>
            </a:r>
          </a:p>
          <a:p>
            <a:pPr lvl="1"/>
            <a:r>
              <a:rPr lang="en-GB" sz="2800" dirty="0" smtClean="0">
                <a:latin typeface="Arial" charset="0"/>
                <a:cs typeface="Arial" charset="0"/>
              </a:rPr>
              <a:t>Using SSID as a means of securing wireless networks</a:t>
            </a:r>
          </a:p>
          <a:p>
            <a:pPr lvl="1"/>
            <a:r>
              <a:rPr lang="en-GB" sz="2800" dirty="0" smtClean="0">
                <a:latin typeface="Arial" charset="0"/>
                <a:cs typeface="Arial" charset="0"/>
              </a:rPr>
              <a:t>Unnecessary broadcasting of SSID.</a:t>
            </a:r>
          </a:p>
        </p:txBody>
      </p:sp>
    </p:spTree>
  </p:cSld>
  <p:clrMapOvr>
    <a:masterClrMapping/>
  </p:clrMapOvr>
  <p:timing>
    <p:tnLst>
      <p:par>
        <p:cTn id="1" dur="indefinite" restart="never" nodeType="tmRoot"/>
      </p:par>
    </p:tnLst>
  </p:timing>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0722" name="Rectangle 2"/>
          <p:cNvSpPr>
            <a:spLocks noGrp="1" noChangeArrowheads="1"/>
          </p:cNvSpPr>
          <p:nvPr>
            <p:ph type="title"/>
          </p:nvPr>
        </p:nvSpPr>
        <p:spPr>
          <a:xfrm>
            <a:off x="533400" y="555902"/>
            <a:ext cx="7772400" cy="533400"/>
          </a:xfrm>
        </p:spPr>
        <p:txBody>
          <a:bodyPr>
            <a:noAutofit/>
          </a:bodyPr>
          <a:lstStyle/>
          <a:p>
            <a:r>
              <a:rPr lang="en-GB" sz="4000" dirty="0" smtClean="0">
                <a:cs typeface="Arial" charset="0"/>
              </a:rPr>
              <a:t>Risks in Wireless network</a:t>
            </a:r>
          </a:p>
        </p:txBody>
      </p:sp>
      <p:sp>
        <p:nvSpPr>
          <p:cNvPr id="30723" name="Rectangle 3"/>
          <p:cNvSpPr>
            <a:spLocks noGrp="1" noChangeArrowheads="1"/>
          </p:cNvSpPr>
          <p:nvPr>
            <p:ph type="body" sz="half" idx="1"/>
          </p:nvPr>
        </p:nvSpPr>
        <p:spPr>
          <a:xfrm>
            <a:off x="395288" y="1338263"/>
            <a:ext cx="5472112" cy="4876800"/>
          </a:xfrm>
        </p:spPr>
        <p:txBody>
          <a:bodyPr>
            <a:normAutofit/>
          </a:bodyPr>
          <a:lstStyle/>
          <a:p>
            <a:r>
              <a:rPr lang="en-GB" sz="2800" dirty="0" smtClean="0">
                <a:cs typeface="Arial" charset="0"/>
              </a:rPr>
              <a:t>War Driving / Network Sniffing</a:t>
            </a:r>
          </a:p>
          <a:p>
            <a:r>
              <a:rPr lang="en-GB" sz="2800" dirty="0" smtClean="0">
                <a:cs typeface="Arial" charset="0"/>
              </a:rPr>
              <a:t>Man-in-Middle attack </a:t>
            </a:r>
            <a:endParaRPr lang="en-GB" sz="2800" dirty="0">
              <a:cs typeface="Arial" charset="0"/>
            </a:endParaRPr>
          </a:p>
          <a:p>
            <a:r>
              <a:rPr lang="en-GB" sz="2800" dirty="0" smtClean="0">
                <a:cs typeface="Arial" charset="0"/>
              </a:rPr>
              <a:t>Denial of Service Jamming</a:t>
            </a:r>
          </a:p>
          <a:p>
            <a:r>
              <a:rPr lang="en-GB" sz="2800" dirty="0" smtClean="0">
                <a:cs typeface="Arial" charset="0"/>
              </a:rPr>
              <a:t>Impersonating / IP spoofing </a:t>
            </a:r>
          </a:p>
        </p:txBody>
      </p:sp>
      <p:pic>
        <p:nvPicPr>
          <p:cNvPr id="48130" name="Picture 2" descr="http://t3.gstatic.com/images?q=tbn:ANd9GcQ0UQQ-KzwqcR6gYV-U8H3OP84boHjViXc-Q0tDA5gWpUIAtpM&amp;t=1&amp;usg=__d7VbucuAdU4hWD1LIkBDzfDsvJc="/>
          <p:cNvPicPr>
            <a:picLocks noChangeAspect="1" noChangeArrowheads="1"/>
          </p:cNvPicPr>
          <p:nvPr/>
        </p:nvPicPr>
        <p:blipFill>
          <a:blip r:embed="rId2"/>
          <a:srcRect/>
          <a:stretch>
            <a:fillRect/>
          </a:stretch>
        </p:blipFill>
        <p:spPr bwMode="auto">
          <a:xfrm>
            <a:off x="5661528" y="1500174"/>
            <a:ext cx="3183749" cy="2720914"/>
          </a:xfrm>
          <a:prstGeom prst="rect">
            <a:avLst/>
          </a:prstGeom>
          <a:noFill/>
        </p:spPr>
      </p:pic>
      <p:sp>
        <p:nvSpPr>
          <p:cNvPr id="2" name="TextBox 1"/>
          <p:cNvSpPr txBox="1"/>
          <p:nvPr/>
        </p:nvSpPr>
        <p:spPr>
          <a:xfrm>
            <a:off x="685800" y="5105400"/>
            <a:ext cx="5715000" cy="830997"/>
          </a:xfrm>
          <a:prstGeom prst="rect">
            <a:avLst/>
          </a:prstGeom>
          <a:noFill/>
        </p:spPr>
        <p:txBody>
          <a:bodyPr wrap="square" rtlCol="0">
            <a:spAutoFit/>
          </a:bodyPr>
          <a:lstStyle/>
          <a:p>
            <a:r>
              <a:rPr lang="en-SG" dirty="0" smtClean="0"/>
              <a:t>Most of these risks can be prevented using authentication and encryption methods</a:t>
            </a:r>
            <a:endParaRPr lang="en-SG" dirty="0"/>
          </a:p>
        </p:txBody>
      </p:sp>
    </p:spTree>
  </p:cSld>
  <p:clrMapOvr>
    <a:masterClrMapping/>
  </p:clrMapOvr>
  <p:timing>
    <p:tnLst>
      <p:par>
        <p:cTn id="1" dur="indefinite" restart="never" nodeType="tmRoot"/>
      </p:par>
    </p:tnLst>
  </p:timing>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2770" name="Rectangle 2"/>
          <p:cNvSpPr>
            <a:spLocks noGrp="1" noChangeArrowheads="1"/>
          </p:cNvSpPr>
          <p:nvPr>
            <p:ph type="title"/>
          </p:nvPr>
        </p:nvSpPr>
        <p:spPr/>
        <p:txBody>
          <a:bodyPr>
            <a:noAutofit/>
          </a:bodyPr>
          <a:lstStyle/>
          <a:p>
            <a:r>
              <a:rPr lang="en-GB" sz="4000" dirty="0" err="1" smtClean="0">
                <a:cs typeface="Arial" charset="0"/>
              </a:rPr>
              <a:t>Wardriving</a:t>
            </a:r>
            <a:endParaRPr lang="en-GB" sz="4000" dirty="0" smtClean="0">
              <a:cs typeface="Arial" charset="0"/>
            </a:endParaRPr>
          </a:p>
        </p:txBody>
      </p:sp>
      <p:sp>
        <p:nvSpPr>
          <p:cNvPr id="32771" name="Rectangle 3"/>
          <p:cNvSpPr>
            <a:spLocks noGrp="1" noChangeArrowheads="1"/>
          </p:cNvSpPr>
          <p:nvPr>
            <p:ph type="body" sz="half" idx="1"/>
          </p:nvPr>
        </p:nvSpPr>
        <p:spPr>
          <a:xfrm>
            <a:off x="250825" y="1196975"/>
            <a:ext cx="4897239" cy="4876800"/>
          </a:xfrm>
        </p:spPr>
        <p:txBody>
          <a:bodyPr>
            <a:normAutofit/>
          </a:bodyPr>
          <a:lstStyle/>
          <a:p>
            <a:pPr>
              <a:lnSpc>
                <a:spcPct val="90000"/>
              </a:lnSpc>
            </a:pPr>
            <a:r>
              <a:rPr lang="en-GB" sz="2800" dirty="0" smtClean="0">
                <a:cs typeface="Arial" charset="0"/>
              </a:rPr>
              <a:t>An act of searching for Wi-Fi wireless networks by a person in a moving vehicle, using a portable computer</a:t>
            </a:r>
          </a:p>
          <a:p>
            <a:pPr>
              <a:lnSpc>
                <a:spcPct val="90000"/>
              </a:lnSpc>
            </a:pPr>
            <a:r>
              <a:rPr lang="en-GB" sz="2800" dirty="0" smtClean="0">
                <a:cs typeface="Arial" charset="0"/>
              </a:rPr>
              <a:t>Aim is to look for unsecured WLANs to gain illegal access</a:t>
            </a:r>
          </a:p>
          <a:p>
            <a:pPr>
              <a:lnSpc>
                <a:spcPct val="90000"/>
              </a:lnSpc>
            </a:pPr>
            <a:r>
              <a:rPr lang="en-GB" sz="2800" dirty="0" smtClean="0">
                <a:cs typeface="Arial" charset="0"/>
              </a:rPr>
              <a:t>War walking is the equivalent of searching for wireless networks by walking in foot</a:t>
            </a:r>
          </a:p>
        </p:txBody>
      </p:sp>
      <p:pic>
        <p:nvPicPr>
          <p:cNvPr id="2050" name="Picture 2" descr="http://t1.gstatic.com/images?q=tbn:ANd9GcTsvIdivj4E7A_viKw6M61-1TttRfPAGrg7EwdLJaKMhB0lkc6V"/>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5292080" y="1628800"/>
            <a:ext cx="3672408" cy="2869068"/>
          </a:xfrm>
          <a:prstGeom prst="rect">
            <a:avLst/>
          </a:prstGeom>
          <a:noFill/>
          <a:extLst>
            <a:ext uri="{909E8E84-426E-40DD-AFC4-6F175D3DCCD1}">
              <a14:hiddenFill xmlns:a14="http://schemas.microsoft.com/office/drawing/2010/main">
                <a:solidFill>
                  <a:srgbClr val="FFFFFF"/>
                </a:solidFill>
              </a14:hiddenFill>
            </a:ext>
          </a:extLst>
        </p:spPr>
      </p:pic>
    </p:spTree>
  </p:cSld>
  <p:clrMapOvr>
    <a:masterClrMapping/>
  </p:clrMapOvr>
  <p:timing>
    <p:tnLst>
      <p:par>
        <p:cTn id="1" dur="indefinite" restart="never" nodeType="tmRoot"/>
      </p:par>
    </p:tnLst>
  </p:timing>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3794" name="Rectangle 2"/>
          <p:cNvSpPr>
            <a:spLocks noGrp="1" noChangeArrowheads="1"/>
          </p:cNvSpPr>
          <p:nvPr>
            <p:ph type="title"/>
          </p:nvPr>
        </p:nvSpPr>
        <p:spPr>
          <a:xfrm>
            <a:off x="428625" y="609600"/>
            <a:ext cx="7772400" cy="533400"/>
          </a:xfrm>
        </p:spPr>
        <p:txBody>
          <a:bodyPr>
            <a:noAutofit/>
          </a:bodyPr>
          <a:lstStyle/>
          <a:p>
            <a:r>
              <a:rPr lang="en-GB" sz="4000" dirty="0" smtClean="0">
                <a:cs typeface="Arial" charset="0"/>
              </a:rPr>
              <a:t>Threats from </a:t>
            </a:r>
            <a:r>
              <a:rPr lang="en-GB" sz="4000" dirty="0" err="1" smtClean="0">
                <a:cs typeface="Arial" charset="0"/>
              </a:rPr>
              <a:t>wardriving</a:t>
            </a:r>
            <a:endParaRPr lang="en-GB" sz="4000" dirty="0" smtClean="0">
              <a:cs typeface="Arial" charset="0"/>
            </a:endParaRPr>
          </a:p>
        </p:txBody>
      </p:sp>
      <p:sp>
        <p:nvSpPr>
          <p:cNvPr id="33795" name="Rectangle 3"/>
          <p:cNvSpPr>
            <a:spLocks noGrp="1" noChangeArrowheads="1"/>
          </p:cNvSpPr>
          <p:nvPr>
            <p:ph idx="1"/>
          </p:nvPr>
        </p:nvSpPr>
        <p:spPr>
          <a:xfrm>
            <a:off x="428625" y="1285875"/>
            <a:ext cx="7772400" cy="4572000"/>
          </a:xfrm>
        </p:spPr>
        <p:txBody>
          <a:bodyPr>
            <a:normAutofit/>
          </a:bodyPr>
          <a:lstStyle/>
          <a:p>
            <a:r>
              <a:rPr lang="en-GB" sz="2400" dirty="0" smtClean="0">
                <a:cs typeface="Arial" charset="0"/>
              </a:rPr>
              <a:t>Many companies with WLANs do not </a:t>
            </a:r>
            <a:r>
              <a:rPr lang="en-GB" sz="2400" dirty="0" smtClean="0">
                <a:solidFill>
                  <a:srgbClr val="FF0000"/>
                </a:solidFill>
                <a:cs typeface="Arial" charset="0"/>
              </a:rPr>
              <a:t>employ basic authentication</a:t>
            </a:r>
          </a:p>
          <a:p>
            <a:r>
              <a:rPr lang="en-GB" sz="2400" dirty="0" smtClean="0">
                <a:cs typeface="Arial" charset="0"/>
              </a:rPr>
              <a:t>Upon discovery of WLAN’s presence, crackers can join the organisations’ networks and do the following:</a:t>
            </a:r>
          </a:p>
          <a:p>
            <a:pPr lvl="1"/>
            <a:r>
              <a:rPr lang="en-GB" sz="2800" dirty="0" smtClean="0">
                <a:cs typeface="Arial" charset="0"/>
              </a:rPr>
              <a:t>Gain illegal access to network usage</a:t>
            </a:r>
          </a:p>
          <a:p>
            <a:pPr lvl="1"/>
            <a:r>
              <a:rPr lang="en-GB" sz="2800" dirty="0" smtClean="0">
                <a:cs typeface="Arial" charset="0"/>
              </a:rPr>
              <a:t>Access of confidential files</a:t>
            </a:r>
          </a:p>
          <a:p>
            <a:pPr lvl="1"/>
            <a:r>
              <a:rPr lang="en-GB" sz="2800" dirty="0" smtClean="0">
                <a:cs typeface="Arial" charset="0"/>
              </a:rPr>
              <a:t>Upload </a:t>
            </a:r>
            <a:r>
              <a:rPr lang="en-GB" sz="2800" dirty="0" err="1" smtClean="0">
                <a:cs typeface="Arial" charset="0"/>
              </a:rPr>
              <a:t>trojan</a:t>
            </a:r>
            <a:r>
              <a:rPr lang="en-GB" sz="2800" dirty="0" smtClean="0">
                <a:cs typeface="Arial" charset="0"/>
              </a:rPr>
              <a:t> or virus programs within the network environment </a:t>
            </a:r>
          </a:p>
        </p:txBody>
      </p:sp>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7890" name="Rectangle 2"/>
          <p:cNvSpPr>
            <a:spLocks noGrp="1" noChangeArrowheads="1"/>
          </p:cNvSpPr>
          <p:nvPr>
            <p:ph type="title"/>
          </p:nvPr>
        </p:nvSpPr>
        <p:spPr>
          <a:xfrm>
            <a:off x="685800" y="533400"/>
            <a:ext cx="7772400" cy="533400"/>
          </a:xfrm>
        </p:spPr>
        <p:txBody>
          <a:bodyPr>
            <a:noAutofit/>
          </a:bodyPr>
          <a:lstStyle/>
          <a:p>
            <a:r>
              <a:rPr lang="en-GB" sz="4000" dirty="0" smtClean="0">
                <a:cs typeface="Arial" charset="0"/>
              </a:rPr>
              <a:t>802.11 Security </a:t>
            </a:r>
            <a:r>
              <a:rPr lang="en-GB" sz="4000" dirty="0">
                <a:cs typeface="Arial" charset="0"/>
              </a:rPr>
              <a:t>M</a:t>
            </a:r>
            <a:r>
              <a:rPr lang="en-GB" sz="4000" dirty="0" smtClean="0">
                <a:cs typeface="Arial" charset="0"/>
              </a:rPr>
              <a:t>echanism</a:t>
            </a:r>
          </a:p>
        </p:txBody>
      </p:sp>
      <p:sp>
        <p:nvSpPr>
          <p:cNvPr id="37891" name="Rectangle 3"/>
          <p:cNvSpPr>
            <a:spLocks noGrp="1" noChangeArrowheads="1"/>
          </p:cNvSpPr>
          <p:nvPr>
            <p:ph idx="1"/>
          </p:nvPr>
        </p:nvSpPr>
        <p:spPr>
          <a:xfrm>
            <a:off x="250825" y="1196975"/>
            <a:ext cx="8207375" cy="4572000"/>
          </a:xfrm>
        </p:spPr>
        <p:txBody>
          <a:bodyPr>
            <a:normAutofit/>
          </a:bodyPr>
          <a:lstStyle/>
          <a:p>
            <a:r>
              <a:rPr lang="en-GB" sz="2400" dirty="0" smtClean="0">
                <a:cs typeface="Arial" charset="0"/>
              </a:rPr>
              <a:t>Authentication</a:t>
            </a:r>
          </a:p>
          <a:p>
            <a:pPr lvl="1"/>
            <a:r>
              <a:rPr lang="en-GB" sz="2400" dirty="0" smtClean="0">
                <a:cs typeface="Arial" charset="0"/>
              </a:rPr>
              <a:t>Either uses Open System (null authentication) or Shared Key (Challenge-response based on WEP) method</a:t>
            </a:r>
          </a:p>
          <a:p>
            <a:r>
              <a:rPr lang="en-GB" sz="2400" dirty="0" smtClean="0">
                <a:cs typeface="Arial" charset="0"/>
              </a:rPr>
              <a:t>Encryption</a:t>
            </a:r>
          </a:p>
          <a:p>
            <a:pPr lvl="1"/>
            <a:r>
              <a:rPr lang="en-GB" sz="2400" dirty="0" smtClean="0">
                <a:cs typeface="Arial" charset="0"/>
              </a:rPr>
              <a:t>Intended to provide a level of security comparable to that of a wired LAN</a:t>
            </a:r>
          </a:p>
          <a:p>
            <a:pPr lvl="1"/>
            <a:r>
              <a:rPr lang="en-GB" sz="2400" dirty="0" smtClean="0">
                <a:cs typeface="Arial" charset="0"/>
              </a:rPr>
              <a:t>Security protocol is known as Wired Equivalent Privacy (WEP)</a:t>
            </a:r>
          </a:p>
          <a:p>
            <a:r>
              <a:rPr lang="en-GB" sz="2400" dirty="0" smtClean="0">
                <a:cs typeface="Arial" charset="0"/>
              </a:rPr>
              <a:t>Media Access Control (MAC) list</a:t>
            </a:r>
          </a:p>
          <a:p>
            <a:pPr lvl="1"/>
            <a:r>
              <a:rPr lang="en-GB" sz="2400" dirty="0" smtClean="0">
                <a:cs typeface="Arial" charset="0"/>
              </a:rPr>
              <a:t>Configuring a list of physical addresses of wireless clients in Access Points that are permitted to access the wireless network.</a:t>
            </a:r>
          </a:p>
        </p:txBody>
      </p:sp>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0962" name="Rectangle 3"/>
          <p:cNvSpPr>
            <a:spLocks noGrp="1" noChangeArrowheads="1"/>
          </p:cNvSpPr>
          <p:nvPr>
            <p:ph idx="1"/>
          </p:nvPr>
        </p:nvSpPr>
        <p:spPr>
          <a:xfrm>
            <a:off x="285750" y="1214438"/>
            <a:ext cx="8572500" cy="5214937"/>
          </a:xfrm>
        </p:spPr>
        <p:txBody>
          <a:bodyPr>
            <a:normAutofit/>
          </a:bodyPr>
          <a:lstStyle/>
          <a:p>
            <a:r>
              <a:rPr lang="en-GB" sz="2800" dirty="0" smtClean="0">
                <a:cs typeface="Arial" charset="0"/>
              </a:rPr>
              <a:t>WEP relies on a secret key that is shared between a mobile station (e.g. a laptop with a wireless </a:t>
            </a:r>
            <a:r>
              <a:rPr lang="en-GB" sz="2800" dirty="0" err="1" smtClean="0">
                <a:cs typeface="Arial" charset="0"/>
              </a:rPr>
              <a:t>ethernet</a:t>
            </a:r>
            <a:r>
              <a:rPr lang="en-GB" sz="2800" dirty="0" smtClean="0">
                <a:cs typeface="Arial" charset="0"/>
              </a:rPr>
              <a:t> card) and an access point (i.e. a base station). </a:t>
            </a:r>
          </a:p>
          <a:p>
            <a:endParaRPr lang="en-GB" sz="2800" dirty="0" smtClean="0">
              <a:cs typeface="Arial" charset="0"/>
            </a:endParaRPr>
          </a:p>
          <a:p>
            <a:r>
              <a:rPr lang="en-GB" sz="2800" dirty="0" smtClean="0">
                <a:cs typeface="Arial" charset="0"/>
              </a:rPr>
              <a:t>A WEP key is an alphanumeric character string used in 2 manners in a wireless LAN.</a:t>
            </a:r>
          </a:p>
          <a:p>
            <a:pPr lvl="1"/>
            <a:r>
              <a:rPr lang="en-GB" sz="2400" dirty="0" smtClean="0">
                <a:cs typeface="Arial" charset="0"/>
              </a:rPr>
              <a:t>Can be used to verify the identity of an authenticating station</a:t>
            </a:r>
          </a:p>
          <a:p>
            <a:pPr lvl="1"/>
            <a:r>
              <a:rPr lang="en-GB" sz="2400" dirty="0" smtClean="0">
                <a:cs typeface="Arial" charset="0"/>
              </a:rPr>
              <a:t>Can be used to encrypt packets before they are transmitted, and an integrity check is used to ensure that packets are not modified in transit. </a:t>
            </a:r>
          </a:p>
          <a:p>
            <a:pPr marL="0" indent="0">
              <a:buNone/>
            </a:pPr>
            <a:endParaRPr lang="en-GB" sz="2800" dirty="0" smtClean="0">
              <a:cs typeface="Arial" charset="0"/>
            </a:endParaRPr>
          </a:p>
        </p:txBody>
      </p:sp>
      <p:sp>
        <p:nvSpPr>
          <p:cNvPr id="40964" name="Rectangle 4"/>
          <p:cNvSpPr>
            <a:spLocks noChangeArrowheads="1"/>
          </p:cNvSpPr>
          <p:nvPr/>
        </p:nvSpPr>
        <p:spPr bwMode="auto">
          <a:xfrm>
            <a:off x="457200" y="533400"/>
            <a:ext cx="7772400" cy="533400"/>
          </a:xfrm>
          <a:prstGeom prst="rect">
            <a:avLst/>
          </a:prstGeom>
          <a:noFill/>
          <a:ln w="9525">
            <a:noFill/>
            <a:miter lim="800000"/>
            <a:headEnd/>
            <a:tailEnd/>
          </a:ln>
        </p:spPr>
        <p:txBody>
          <a:bodyPr anchor="ctr"/>
          <a:lstStyle/>
          <a:p>
            <a:pPr algn="l"/>
            <a:r>
              <a:rPr lang="en-GB" sz="4000" dirty="0">
                <a:solidFill>
                  <a:schemeClr val="tx2"/>
                </a:solidFill>
                <a:latin typeface="Gill Sans MT" panose="020B0502020104020203" pitchFamily="34" charset="0"/>
                <a:cs typeface="Arial" charset="0"/>
              </a:rPr>
              <a:t>Wired Equivalent Privacy (WEP)</a:t>
            </a:r>
          </a:p>
        </p:txBody>
      </p:sp>
    </p:spTree>
  </p:cSld>
  <p:clrMapOvr>
    <a:masterClrMapping/>
  </p:clrMapOvr>
  <p:timing>
    <p:tnLst>
      <p:par>
        <p:cTn id="1" dur="indefinite" restart="never" nodeType="tmRoot"/>
      </p:par>
    </p:tnLst>
  </p:timing>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1986" name="Rectangle 3"/>
          <p:cNvSpPr>
            <a:spLocks noGrp="1" noChangeArrowheads="1"/>
          </p:cNvSpPr>
          <p:nvPr>
            <p:ph idx="1"/>
          </p:nvPr>
        </p:nvSpPr>
        <p:spPr>
          <a:xfrm>
            <a:off x="428625" y="1143000"/>
            <a:ext cx="8715375" cy="5286375"/>
          </a:xfrm>
        </p:spPr>
        <p:txBody>
          <a:bodyPr/>
          <a:lstStyle/>
          <a:p>
            <a:pPr>
              <a:spcBef>
                <a:spcPct val="0"/>
              </a:spcBef>
            </a:pPr>
            <a:r>
              <a:rPr lang="en-GB" sz="2600" dirty="0" smtClean="0">
                <a:cs typeface="Arial" charset="0"/>
              </a:rPr>
              <a:t>Security protocol operating at the data link layer</a:t>
            </a:r>
          </a:p>
          <a:p>
            <a:pPr>
              <a:spcBef>
                <a:spcPct val="0"/>
              </a:spcBef>
            </a:pPr>
            <a:r>
              <a:rPr lang="en-GB" sz="2600" dirty="0" smtClean="0">
                <a:cs typeface="Arial" charset="0"/>
              </a:rPr>
              <a:t>Used for encrypting wireless traffic using RC4 encryption</a:t>
            </a:r>
          </a:p>
          <a:p>
            <a:pPr>
              <a:spcBef>
                <a:spcPct val="0"/>
              </a:spcBef>
            </a:pPr>
            <a:r>
              <a:rPr lang="en-GB" sz="2600" dirty="0" smtClean="0">
                <a:cs typeface="Arial" charset="0"/>
              </a:rPr>
              <a:t>Configured in 3 possible modes</a:t>
            </a:r>
          </a:p>
          <a:p>
            <a:pPr lvl="1">
              <a:spcBef>
                <a:spcPct val="0"/>
              </a:spcBef>
            </a:pPr>
            <a:r>
              <a:rPr lang="en-GB" sz="2600" dirty="0" smtClean="0">
                <a:cs typeface="Arial" charset="0"/>
              </a:rPr>
              <a:t>No encryption mode</a:t>
            </a:r>
          </a:p>
          <a:p>
            <a:pPr lvl="1">
              <a:spcBef>
                <a:spcPct val="0"/>
              </a:spcBef>
            </a:pPr>
            <a:r>
              <a:rPr lang="en-GB" sz="2600" dirty="0" smtClean="0">
                <a:solidFill>
                  <a:srgbClr val="FF0000"/>
                </a:solidFill>
                <a:cs typeface="Arial" charset="0"/>
              </a:rPr>
              <a:t>40 bit </a:t>
            </a:r>
            <a:r>
              <a:rPr lang="en-GB" sz="2600" dirty="0" smtClean="0">
                <a:cs typeface="Arial" charset="0"/>
              </a:rPr>
              <a:t>encryption key</a:t>
            </a:r>
          </a:p>
          <a:p>
            <a:pPr lvl="1">
              <a:spcBef>
                <a:spcPct val="0"/>
              </a:spcBef>
            </a:pPr>
            <a:r>
              <a:rPr lang="en-GB" sz="2600" dirty="0" smtClean="0">
                <a:solidFill>
                  <a:srgbClr val="7030A0"/>
                </a:solidFill>
                <a:cs typeface="Arial" charset="0"/>
              </a:rPr>
              <a:t>104 bit </a:t>
            </a:r>
            <a:r>
              <a:rPr lang="en-GB" sz="2600" dirty="0" smtClean="0">
                <a:cs typeface="Arial" charset="0"/>
              </a:rPr>
              <a:t>encryption key</a:t>
            </a:r>
          </a:p>
          <a:p>
            <a:pPr>
              <a:spcBef>
                <a:spcPct val="0"/>
              </a:spcBef>
            </a:pPr>
            <a:r>
              <a:rPr lang="en-GB" sz="2600" dirty="0" smtClean="0">
                <a:cs typeface="Arial" charset="0"/>
              </a:rPr>
              <a:t>Uses 24 bit Initialization Vector (IV)</a:t>
            </a:r>
          </a:p>
          <a:p>
            <a:pPr>
              <a:spcBef>
                <a:spcPct val="0"/>
              </a:spcBef>
            </a:pPr>
            <a:r>
              <a:rPr lang="en-GB" sz="2600" dirty="0" smtClean="0">
                <a:cs typeface="Arial" charset="0"/>
              </a:rPr>
              <a:t>64-bit WEP (root key + IV)</a:t>
            </a:r>
          </a:p>
          <a:p>
            <a:pPr lvl="1">
              <a:spcBef>
                <a:spcPct val="0"/>
              </a:spcBef>
            </a:pPr>
            <a:r>
              <a:rPr lang="en-GB" sz="2200" dirty="0" smtClean="0">
                <a:cs typeface="Arial" charset="0"/>
              </a:rPr>
              <a:t>String of 10 hexadecimal characters (4 bits each)</a:t>
            </a:r>
          </a:p>
          <a:p>
            <a:pPr lvl="1">
              <a:spcBef>
                <a:spcPct val="0"/>
              </a:spcBef>
            </a:pPr>
            <a:r>
              <a:rPr lang="en-GB" sz="2200" dirty="0" smtClean="0">
                <a:solidFill>
                  <a:srgbClr val="FF0000"/>
                </a:solidFill>
                <a:cs typeface="Arial" charset="0"/>
              </a:rPr>
              <a:t>(10 * 4) </a:t>
            </a:r>
            <a:r>
              <a:rPr lang="en-GB" sz="2200" dirty="0" smtClean="0">
                <a:cs typeface="Arial" charset="0"/>
              </a:rPr>
              <a:t>+ 24 IV = 64 bits</a:t>
            </a:r>
          </a:p>
          <a:p>
            <a:pPr>
              <a:spcBef>
                <a:spcPct val="0"/>
              </a:spcBef>
            </a:pPr>
            <a:r>
              <a:rPr lang="en-GB" sz="2600" dirty="0" smtClean="0">
                <a:cs typeface="Arial" charset="0"/>
              </a:rPr>
              <a:t>128 bit WEP (root key + IV)</a:t>
            </a:r>
          </a:p>
          <a:p>
            <a:pPr lvl="1">
              <a:spcBef>
                <a:spcPct val="0"/>
              </a:spcBef>
            </a:pPr>
            <a:r>
              <a:rPr lang="en-GB" sz="2200" dirty="0">
                <a:cs typeface="Arial" charset="0"/>
              </a:rPr>
              <a:t>String of </a:t>
            </a:r>
            <a:r>
              <a:rPr lang="en-GB" sz="2200" dirty="0" smtClean="0">
                <a:cs typeface="Arial" charset="0"/>
              </a:rPr>
              <a:t>26 hexadecimal characters </a:t>
            </a:r>
            <a:r>
              <a:rPr lang="en-GB" sz="2200" dirty="0">
                <a:cs typeface="Arial" charset="0"/>
              </a:rPr>
              <a:t>(4 bits </a:t>
            </a:r>
            <a:r>
              <a:rPr lang="en-GB" sz="2200" dirty="0" smtClean="0">
                <a:cs typeface="Arial" charset="0"/>
              </a:rPr>
              <a:t>each)</a:t>
            </a:r>
            <a:endParaRPr lang="en-GB" sz="2200" dirty="0">
              <a:cs typeface="Arial" charset="0"/>
            </a:endParaRPr>
          </a:p>
          <a:p>
            <a:pPr lvl="1">
              <a:spcBef>
                <a:spcPct val="0"/>
              </a:spcBef>
            </a:pPr>
            <a:r>
              <a:rPr lang="en-GB" sz="2200" dirty="0" smtClean="0">
                <a:solidFill>
                  <a:srgbClr val="7030A0"/>
                </a:solidFill>
                <a:cs typeface="Arial" charset="0"/>
              </a:rPr>
              <a:t>(26 </a:t>
            </a:r>
            <a:r>
              <a:rPr lang="en-GB" sz="2200" dirty="0">
                <a:solidFill>
                  <a:srgbClr val="7030A0"/>
                </a:solidFill>
                <a:cs typeface="Arial" charset="0"/>
              </a:rPr>
              <a:t>* 4) </a:t>
            </a:r>
            <a:r>
              <a:rPr lang="en-GB" sz="2200" dirty="0">
                <a:cs typeface="Arial" charset="0"/>
              </a:rPr>
              <a:t>+ 24 IV = </a:t>
            </a:r>
            <a:r>
              <a:rPr lang="en-GB" sz="2200" dirty="0" smtClean="0">
                <a:cs typeface="Arial" charset="0"/>
              </a:rPr>
              <a:t>128 </a:t>
            </a:r>
            <a:r>
              <a:rPr lang="en-GB" sz="2200" dirty="0">
                <a:cs typeface="Arial" charset="0"/>
              </a:rPr>
              <a:t>bits</a:t>
            </a:r>
          </a:p>
          <a:p>
            <a:pPr marL="0" indent="0">
              <a:spcBef>
                <a:spcPct val="0"/>
              </a:spcBef>
              <a:buNone/>
            </a:pPr>
            <a:endParaRPr lang="en-GB" sz="2600" dirty="0" smtClean="0">
              <a:cs typeface="Arial" charset="0"/>
            </a:endParaRPr>
          </a:p>
          <a:p>
            <a:pPr lvl="1">
              <a:spcBef>
                <a:spcPct val="0"/>
              </a:spcBef>
              <a:buFont typeface="Wingdings" pitchFamily="2" charset="2"/>
              <a:buNone/>
            </a:pPr>
            <a:endParaRPr lang="en-GB" sz="2600" dirty="0" smtClean="0">
              <a:cs typeface="Arial" charset="0"/>
            </a:endParaRPr>
          </a:p>
        </p:txBody>
      </p:sp>
      <p:sp>
        <p:nvSpPr>
          <p:cNvPr id="41989" name="Rectangle 4"/>
          <p:cNvSpPr>
            <a:spLocks noChangeArrowheads="1"/>
          </p:cNvSpPr>
          <p:nvPr/>
        </p:nvSpPr>
        <p:spPr bwMode="auto">
          <a:xfrm>
            <a:off x="533400" y="457200"/>
            <a:ext cx="7772400" cy="533400"/>
          </a:xfrm>
          <a:prstGeom prst="rect">
            <a:avLst/>
          </a:prstGeom>
          <a:noFill/>
          <a:ln w="9525">
            <a:noFill/>
            <a:miter lim="800000"/>
            <a:headEnd/>
            <a:tailEnd/>
          </a:ln>
        </p:spPr>
        <p:txBody>
          <a:bodyPr anchor="ctr"/>
          <a:lstStyle/>
          <a:p>
            <a:pPr algn="l"/>
            <a:r>
              <a:rPr lang="en-GB" sz="4000" dirty="0">
                <a:solidFill>
                  <a:schemeClr val="tx2"/>
                </a:solidFill>
                <a:latin typeface="Gill Sans MT" panose="020B0502020104020203" pitchFamily="34" charset="0"/>
                <a:cs typeface="Arial" charset="0"/>
              </a:rPr>
              <a:t>Wired Equivalent Privacy (WEP)</a:t>
            </a:r>
          </a:p>
        </p:txBody>
      </p:sp>
    </p:spTree>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3010" name="Rectangle 2"/>
          <p:cNvSpPr>
            <a:spLocks noGrp="1" noChangeArrowheads="1"/>
          </p:cNvSpPr>
          <p:nvPr>
            <p:ph type="title"/>
          </p:nvPr>
        </p:nvSpPr>
        <p:spPr>
          <a:xfrm>
            <a:off x="152400" y="228600"/>
            <a:ext cx="7772400" cy="533400"/>
          </a:xfrm>
        </p:spPr>
        <p:txBody>
          <a:bodyPr>
            <a:noAutofit/>
          </a:bodyPr>
          <a:lstStyle/>
          <a:p>
            <a:r>
              <a:rPr lang="en-GB" sz="4000" dirty="0" smtClean="0">
                <a:cs typeface="Arial" charset="0"/>
              </a:rPr>
              <a:t>Weaknesses of WEP</a:t>
            </a:r>
          </a:p>
        </p:txBody>
      </p:sp>
      <p:sp>
        <p:nvSpPr>
          <p:cNvPr id="43011" name="Rectangle 3"/>
          <p:cNvSpPr>
            <a:spLocks noGrp="1" noChangeArrowheads="1"/>
          </p:cNvSpPr>
          <p:nvPr>
            <p:ph idx="1"/>
          </p:nvPr>
        </p:nvSpPr>
        <p:spPr>
          <a:xfrm>
            <a:off x="304800" y="1143000"/>
            <a:ext cx="8410575" cy="5500688"/>
          </a:xfrm>
        </p:spPr>
        <p:txBody>
          <a:bodyPr/>
          <a:lstStyle/>
          <a:p>
            <a:r>
              <a:rPr lang="en-US" sz="2400" dirty="0" smtClean="0"/>
              <a:t>The IV is too small and in clear text. </a:t>
            </a:r>
          </a:p>
          <a:p>
            <a:pPr lvl="1"/>
            <a:r>
              <a:rPr lang="en-US" sz="2200" dirty="0" smtClean="0"/>
              <a:t>It's a 24-bit field sent in the clear text portion of a message. This 24-bit string, used to initialize the key stream generated by the RC4 algorithm, is a relatively small field</a:t>
            </a:r>
          </a:p>
          <a:p>
            <a:r>
              <a:rPr lang="en-US" sz="2400" dirty="0" smtClean="0"/>
              <a:t>The IV is static. </a:t>
            </a:r>
          </a:p>
          <a:p>
            <a:pPr lvl="1"/>
            <a:r>
              <a:rPr lang="en-US" sz="2200" dirty="0" smtClean="0"/>
              <a:t>Reuse of the same IV produces identical key streams for the protection of data</a:t>
            </a:r>
          </a:p>
          <a:p>
            <a:r>
              <a:rPr lang="en-US" sz="2400" dirty="0" smtClean="0"/>
              <a:t>The IV makes the key stream vulnerable. </a:t>
            </a:r>
          </a:p>
          <a:p>
            <a:pPr lvl="1"/>
            <a:r>
              <a:rPr lang="en-US" sz="2200" dirty="0" smtClean="0"/>
              <a:t>The 802.11 standard does not specify how the IVs are set or changed, and individual wireless adapters from the same vendor may all generate the same IV sequences, or some wireless adapters may possibly use a constant IV. As a result, hackers can record network traffic, determine the key stream, and use it to decrypt the </a:t>
            </a:r>
            <a:r>
              <a:rPr lang="en-US" sz="2200" dirty="0" err="1" smtClean="0"/>
              <a:t>ciphertext</a:t>
            </a:r>
            <a:r>
              <a:rPr lang="en-US" sz="2200" dirty="0" smtClean="0"/>
              <a:t>.</a:t>
            </a:r>
          </a:p>
        </p:txBody>
      </p:sp>
    </p:spTree>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3010" name="Rectangle 2"/>
          <p:cNvSpPr>
            <a:spLocks noGrp="1" noChangeArrowheads="1"/>
          </p:cNvSpPr>
          <p:nvPr>
            <p:ph type="title"/>
          </p:nvPr>
        </p:nvSpPr>
        <p:spPr>
          <a:xfrm>
            <a:off x="38100" y="457200"/>
            <a:ext cx="7772400" cy="533400"/>
          </a:xfrm>
        </p:spPr>
        <p:txBody>
          <a:bodyPr>
            <a:noAutofit/>
          </a:bodyPr>
          <a:lstStyle/>
          <a:p>
            <a:r>
              <a:rPr lang="en-GB" sz="4000" dirty="0" smtClean="0">
                <a:cs typeface="Arial" charset="0"/>
              </a:rPr>
              <a:t>Weaknesses of WEP</a:t>
            </a:r>
          </a:p>
        </p:txBody>
      </p:sp>
      <p:sp>
        <p:nvSpPr>
          <p:cNvPr id="43011" name="Rectangle 3"/>
          <p:cNvSpPr>
            <a:spLocks noGrp="1" noChangeArrowheads="1"/>
          </p:cNvSpPr>
          <p:nvPr>
            <p:ph idx="1"/>
          </p:nvPr>
        </p:nvSpPr>
        <p:spPr>
          <a:xfrm>
            <a:off x="428625" y="1143000"/>
            <a:ext cx="8286750" cy="5500688"/>
          </a:xfrm>
        </p:spPr>
        <p:txBody>
          <a:bodyPr/>
          <a:lstStyle/>
          <a:p>
            <a:r>
              <a:rPr lang="en-US" sz="2400" dirty="0" smtClean="0"/>
              <a:t>The IV is a part of the RC4 encryption key. </a:t>
            </a:r>
          </a:p>
          <a:p>
            <a:pPr lvl="1"/>
            <a:r>
              <a:rPr lang="en-US" sz="2200" dirty="0" smtClean="0"/>
              <a:t>The fact that an eavesdropper knows 24-bits of every packet key, combined with a weakness in the RC4 key schedule, leads to a successful analytic attack that recovers the key after intercepting and analyzing only a relatively small amount of traffic. </a:t>
            </a:r>
          </a:p>
          <a:p>
            <a:r>
              <a:rPr lang="en-US" sz="2400" dirty="0" smtClean="0"/>
              <a:t>WEP provides no cryptographic integrity protection. </a:t>
            </a:r>
          </a:p>
          <a:p>
            <a:pPr lvl="1"/>
            <a:r>
              <a:rPr lang="en-US" sz="2200" dirty="0" smtClean="0"/>
              <a:t>Integrity Check Value (ICV) is based on CRC-32, an algorithm for detecting noise and common errors in transmission. </a:t>
            </a:r>
          </a:p>
          <a:p>
            <a:pPr lvl="1"/>
            <a:r>
              <a:rPr lang="en-US" sz="2200" dirty="0" smtClean="0"/>
              <a:t>CRC-32 is an excellent checksum for detecting errors, but an awful choice for a cryptographic hash. </a:t>
            </a:r>
          </a:p>
          <a:p>
            <a:r>
              <a:rPr lang="en-GB" sz="2400" dirty="0">
                <a:cs typeface="Arial" charset="0"/>
              </a:rPr>
              <a:t>No WEP key management</a:t>
            </a:r>
          </a:p>
          <a:p>
            <a:pPr lvl="1"/>
            <a:r>
              <a:rPr lang="en-GB" sz="2200" dirty="0">
                <a:cs typeface="Arial" charset="0"/>
              </a:rPr>
              <a:t>WEP keys are </a:t>
            </a:r>
            <a:r>
              <a:rPr lang="en-GB" sz="2200" dirty="0" smtClean="0">
                <a:cs typeface="Arial" charset="0"/>
              </a:rPr>
              <a:t>manually entered into the AP</a:t>
            </a:r>
            <a:endParaRPr lang="en-US" sz="2000" dirty="0" smtClean="0"/>
          </a:p>
        </p:txBody>
      </p:sp>
    </p:spTree>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218" name="Title 1"/>
          <p:cNvSpPr>
            <a:spLocks noGrp="1"/>
          </p:cNvSpPr>
          <p:nvPr>
            <p:ph type="title"/>
          </p:nvPr>
        </p:nvSpPr>
        <p:spPr/>
        <p:txBody>
          <a:bodyPr>
            <a:normAutofit/>
          </a:bodyPr>
          <a:lstStyle/>
          <a:p>
            <a:r>
              <a:rPr lang="en-US" altLang="en-US" sz="4000" dirty="0" smtClean="0"/>
              <a:t>How to defend when using WEP</a:t>
            </a:r>
          </a:p>
        </p:txBody>
      </p:sp>
      <p:sp>
        <p:nvSpPr>
          <p:cNvPr id="9219" name="Content Placeholder 2"/>
          <p:cNvSpPr>
            <a:spLocks noGrp="1"/>
          </p:cNvSpPr>
          <p:nvPr>
            <p:ph idx="1"/>
          </p:nvPr>
        </p:nvSpPr>
        <p:spPr>
          <a:xfrm>
            <a:off x="457200" y="1600200"/>
            <a:ext cx="8229600" cy="4800600"/>
          </a:xfrm>
        </p:spPr>
        <p:txBody>
          <a:bodyPr>
            <a:normAutofit/>
          </a:bodyPr>
          <a:lstStyle/>
          <a:p>
            <a:r>
              <a:rPr lang="en-US" altLang="en-US" sz="2400" dirty="0" smtClean="0"/>
              <a:t>Use longer WEP encryption keys, which makes the data analysis task more difficult. If your WLAN equipment supports 128-bit WEP keys.</a:t>
            </a:r>
          </a:p>
          <a:p>
            <a:r>
              <a:rPr lang="en-US" altLang="en-US" sz="2400" dirty="0" smtClean="0"/>
              <a:t>Change your WEP keys frequently. There are devices that support "dynamic WEP" which is off the standard but allows different WEP keys to be assigned to each user. </a:t>
            </a:r>
          </a:p>
          <a:p>
            <a:r>
              <a:rPr lang="en-US" altLang="en-US" sz="2400" dirty="0" smtClean="0"/>
              <a:t>Use a VPN for any protocol, including WEP, that may include sensitive information.</a:t>
            </a:r>
          </a:p>
          <a:p>
            <a:r>
              <a:rPr lang="en-US" altLang="en-US" sz="2400" dirty="0" smtClean="0"/>
              <a:t>Implement a different technique for encrypting traffic, such as </a:t>
            </a:r>
            <a:r>
              <a:rPr lang="en-US" altLang="en-US" sz="2400" dirty="0" err="1" smtClean="0"/>
              <a:t>IPSec</a:t>
            </a:r>
            <a:r>
              <a:rPr lang="en-US" altLang="en-US" sz="2400" dirty="0" smtClean="0"/>
              <a:t> over wireless. </a:t>
            </a:r>
          </a:p>
        </p:txBody>
      </p:sp>
    </p:spTree>
    <p:extLst>
      <p:ext uri="{BB962C8B-B14F-4D97-AF65-F5344CB8AC3E}">
        <p14:creationId xmlns:p14="http://schemas.microsoft.com/office/powerpoint/2010/main" val="3361816640"/>
      </p:ext>
    </p:extLst>
  </p:cSld>
  <p:clrMapOvr>
    <a:masterClrMapping/>
  </p:clrMapOvr>
  <p:timing>
    <p:tnLst>
      <p:par>
        <p:cTn id="1" dur="indefinite" restart="never" nodeType="tmRoot"/>
      </p:par>
    </p:tnLst>
  </p:timing>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8370" name="Rectangle 2"/>
          <p:cNvSpPr>
            <a:spLocks noGrp="1" noChangeArrowheads="1"/>
          </p:cNvSpPr>
          <p:nvPr>
            <p:ph type="title"/>
          </p:nvPr>
        </p:nvSpPr>
        <p:spPr/>
        <p:txBody>
          <a:bodyPr>
            <a:normAutofit/>
          </a:bodyPr>
          <a:lstStyle/>
          <a:p>
            <a:r>
              <a:rPr lang="en-US" sz="4000" dirty="0">
                <a:cs typeface="Arial" charset="0"/>
              </a:rPr>
              <a:t>WEP </a:t>
            </a:r>
            <a:r>
              <a:rPr lang="en-US" sz="4000" dirty="0" smtClean="0">
                <a:cs typeface="Arial" charset="0"/>
              </a:rPr>
              <a:t>Solution</a:t>
            </a:r>
          </a:p>
        </p:txBody>
      </p:sp>
      <p:sp>
        <p:nvSpPr>
          <p:cNvPr id="58371" name="Rectangle 3"/>
          <p:cNvSpPr>
            <a:spLocks noGrp="1" noChangeArrowheads="1"/>
          </p:cNvSpPr>
          <p:nvPr>
            <p:ph idx="1"/>
          </p:nvPr>
        </p:nvSpPr>
        <p:spPr/>
        <p:txBody>
          <a:bodyPr/>
          <a:lstStyle/>
          <a:p>
            <a:r>
              <a:rPr lang="en-GB" dirty="0"/>
              <a:t>Short-Term (WPA):</a:t>
            </a:r>
          </a:p>
          <a:p>
            <a:pPr lvl="1"/>
            <a:r>
              <a:rPr lang="en-GB" sz="2800" dirty="0" smtClean="0"/>
              <a:t>Uses </a:t>
            </a:r>
            <a:r>
              <a:rPr lang="en-US" sz="2800" dirty="0" smtClean="0"/>
              <a:t>Temporal </a:t>
            </a:r>
            <a:r>
              <a:rPr lang="en-US" sz="2800" dirty="0"/>
              <a:t>Key Integrity </a:t>
            </a:r>
            <a:r>
              <a:rPr lang="en-US" sz="2800" dirty="0" smtClean="0"/>
              <a:t>Protocol (TKIP)</a:t>
            </a:r>
            <a:r>
              <a:rPr lang="en-GB" sz="2800" dirty="0" smtClean="0"/>
              <a:t> </a:t>
            </a:r>
            <a:endParaRPr lang="en-GB" sz="2800" dirty="0"/>
          </a:p>
          <a:p>
            <a:pPr lvl="1"/>
            <a:r>
              <a:rPr lang="en-GB" sz="2800" dirty="0"/>
              <a:t>Can be implemented on existing hardware platforms while still providing acceptable security in the short term future</a:t>
            </a:r>
          </a:p>
          <a:p>
            <a:r>
              <a:rPr lang="en-GB" dirty="0"/>
              <a:t>Long-Term </a:t>
            </a:r>
            <a:r>
              <a:rPr lang="en-GB" dirty="0" smtClean="0"/>
              <a:t>(WPA2 802.11i</a:t>
            </a:r>
            <a:r>
              <a:rPr lang="en-GB" dirty="0"/>
              <a:t>):</a:t>
            </a:r>
          </a:p>
          <a:p>
            <a:pPr lvl="1"/>
            <a:r>
              <a:rPr lang="en-GB" sz="2800" dirty="0"/>
              <a:t>One based on AES will be used for future devices</a:t>
            </a:r>
          </a:p>
        </p:txBody>
      </p:sp>
    </p:spTree>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8370" name="Rectangle 2"/>
          <p:cNvSpPr>
            <a:spLocks noGrp="1" noChangeArrowheads="1"/>
          </p:cNvSpPr>
          <p:nvPr>
            <p:ph type="title"/>
          </p:nvPr>
        </p:nvSpPr>
        <p:spPr/>
        <p:txBody>
          <a:bodyPr>
            <a:normAutofit/>
          </a:bodyPr>
          <a:lstStyle/>
          <a:p>
            <a:r>
              <a:rPr lang="en-US" sz="4000" dirty="0" smtClean="0">
                <a:cs typeface="Arial" charset="0"/>
              </a:rPr>
              <a:t>What is WPA?</a:t>
            </a:r>
          </a:p>
        </p:txBody>
      </p:sp>
      <p:sp>
        <p:nvSpPr>
          <p:cNvPr id="58371" name="Rectangle 3"/>
          <p:cNvSpPr>
            <a:spLocks noGrp="1" noChangeArrowheads="1"/>
          </p:cNvSpPr>
          <p:nvPr>
            <p:ph idx="1"/>
          </p:nvPr>
        </p:nvSpPr>
        <p:spPr/>
        <p:txBody>
          <a:bodyPr/>
          <a:lstStyle/>
          <a:p>
            <a:pPr>
              <a:lnSpc>
                <a:spcPct val="90000"/>
              </a:lnSpc>
            </a:pPr>
            <a:r>
              <a:rPr lang="en-US" sz="2400" dirty="0"/>
              <a:t>Wi-Fi Protected Access is a specification of standards-based, interoperable security enhancements, which strongly increase the level of data protection and access control for existing and future Wi-Fi wireless LAN system.</a:t>
            </a:r>
          </a:p>
          <a:p>
            <a:pPr>
              <a:lnSpc>
                <a:spcPct val="90000"/>
              </a:lnSpc>
            </a:pPr>
            <a:r>
              <a:rPr lang="en-US" sz="2400" dirty="0"/>
              <a:t>Wi-Fi Protected Access (WPA) is a response by the WLAN industry to offer an immediate, strong security solution</a:t>
            </a:r>
          </a:p>
          <a:p>
            <a:pPr>
              <a:lnSpc>
                <a:spcPct val="90000"/>
              </a:lnSpc>
            </a:pPr>
            <a:r>
              <a:rPr lang="en-US" sz="2400" dirty="0"/>
              <a:t>WPA is intended to be </a:t>
            </a:r>
            <a:r>
              <a:rPr lang="en-US" sz="2400" dirty="0" smtClean="0"/>
              <a:t>a solution to replace WEP</a:t>
            </a:r>
            <a:endParaRPr lang="en-US" sz="2400" dirty="0"/>
          </a:p>
          <a:p>
            <a:pPr lvl="1">
              <a:lnSpc>
                <a:spcPct val="90000"/>
              </a:lnSpc>
            </a:pPr>
            <a:r>
              <a:rPr lang="en-US" sz="2000" dirty="0"/>
              <a:t>A software and firmware upgrade to existing access </a:t>
            </a:r>
            <a:r>
              <a:rPr lang="en-US" sz="2000" dirty="0" smtClean="0"/>
              <a:t>points. Support legacy hardware.</a:t>
            </a:r>
            <a:endParaRPr lang="en-US" sz="2000" dirty="0"/>
          </a:p>
          <a:p>
            <a:pPr>
              <a:lnSpc>
                <a:spcPct val="90000"/>
              </a:lnSpc>
            </a:pPr>
            <a:r>
              <a:rPr lang="en-US" sz="2400" dirty="0"/>
              <a:t>WPA is a subset of the 802.11i draft standard and is expected to maintain forward compatibility with the standard</a:t>
            </a:r>
          </a:p>
        </p:txBody>
      </p:sp>
    </p:spTree>
    <p:extLst>
      <p:ext uri="{BB962C8B-B14F-4D97-AF65-F5344CB8AC3E}">
        <p14:creationId xmlns:p14="http://schemas.microsoft.com/office/powerpoint/2010/main" val="2681372104"/>
      </p:ext>
    </p:extLst>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1442" name="Rectangle 2"/>
          <p:cNvSpPr>
            <a:spLocks noGrp="1" noChangeArrowheads="1"/>
          </p:cNvSpPr>
          <p:nvPr>
            <p:ph type="title"/>
          </p:nvPr>
        </p:nvSpPr>
        <p:spPr>
          <a:xfrm>
            <a:off x="373517" y="365126"/>
            <a:ext cx="7886700" cy="1325563"/>
          </a:xfrm>
        </p:spPr>
        <p:txBody>
          <a:bodyPr>
            <a:normAutofit/>
          </a:bodyPr>
          <a:lstStyle/>
          <a:p>
            <a:r>
              <a:rPr lang="en-US" sz="3600" dirty="0" smtClean="0">
                <a:cs typeface="Arial" charset="0"/>
              </a:rPr>
              <a:t>How WPA addresses WEP vulnerabilities</a:t>
            </a:r>
          </a:p>
        </p:txBody>
      </p:sp>
      <p:sp>
        <p:nvSpPr>
          <p:cNvPr id="61443" name="Rectangle 3"/>
          <p:cNvSpPr>
            <a:spLocks noGrp="1" noChangeArrowheads="1"/>
          </p:cNvSpPr>
          <p:nvPr>
            <p:ph idx="1"/>
          </p:nvPr>
        </p:nvSpPr>
        <p:spPr>
          <a:xfrm>
            <a:off x="357188" y="1690689"/>
            <a:ext cx="8429625" cy="4524374"/>
          </a:xfrm>
        </p:spPr>
        <p:txBody>
          <a:bodyPr>
            <a:normAutofit/>
          </a:bodyPr>
          <a:lstStyle/>
          <a:p>
            <a:pPr>
              <a:buFont typeface="Wingdings" panose="05000000000000000000" pitchFamily="2" charset="2"/>
              <a:buChar char="ü"/>
            </a:pPr>
            <a:r>
              <a:rPr lang="en-US" sz="2800" dirty="0" smtClean="0">
                <a:cs typeface="Arial" charset="0"/>
              </a:rPr>
              <a:t>Extended 48-bit IV (longer IV)</a:t>
            </a:r>
          </a:p>
          <a:p>
            <a:pPr>
              <a:buFont typeface="Wingdings" panose="05000000000000000000" pitchFamily="2" charset="2"/>
              <a:buChar char="ü"/>
            </a:pPr>
            <a:r>
              <a:rPr lang="en-US" sz="2800" dirty="0" smtClean="0">
                <a:cs typeface="Arial" charset="0"/>
              </a:rPr>
              <a:t>A Message Integrity Code (MIC) called Michael to defeat tampering. It overcomes the vulnerabilities of CRC</a:t>
            </a:r>
          </a:p>
          <a:p>
            <a:pPr>
              <a:buFont typeface="Wingdings" panose="05000000000000000000" pitchFamily="2" charset="2"/>
              <a:buChar char="ü"/>
            </a:pPr>
            <a:r>
              <a:rPr lang="en-SG" sz="2800" dirty="0" smtClean="0">
                <a:cs typeface="Arial" charset="0"/>
              </a:rPr>
              <a:t>Dynamic Key </a:t>
            </a:r>
            <a:r>
              <a:rPr lang="en-SG" sz="2800" dirty="0">
                <a:cs typeface="Arial" charset="0"/>
              </a:rPr>
              <a:t>Derivation and </a:t>
            </a:r>
            <a:r>
              <a:rPr lang="en-SG" sz="2800" dirty="0" smtClean="0">
                <a:cs typeface="Arial" charset="0"/>
              </a:rPr>
              <a:t>Distribution</a:t>
            </a:r>
          </a:p>
          <a:p>
            <a:pPr lvl="1"/>
            <a:r>
              <a:rPr lang="en-US" sz="2800" dirty="0" smtClean="0">
                <a:cs typeface="Arial" charset="0"/>
              </a:rPr>
              <a:t>Temporal Key Integrity Protocol</a:t>
            </a:r>
          </a:p>
          <a:p>
            <a:pPr>
              <a:buFont typeface="Wingdings" panose="05000000000000000000" pitchFamily="2" charset="2"/>
              <a:buChar char="ü"/>
            </a:pPr>
            <a:r>
              <a:rPr lang="en-US" sz="3100" dirty="0" smtClean="0">
                <a:cs typeface="Arial" charset="0"/>
              </a:rPr>
              <a:t>802.1x Authentication</a:t>
            </a:r>
          </a:p>
          <a:p>
            <a:pPr>
              <a:buFont typeface="Wingdings" panose="05000000000000000000" pitchFamily="2" charset="2"/>
              <a:buChar char="ü"/>
            </a:pPr>
            <a:endParaRPr lang="en-US" sz="2800" dirty="0" smtClean="0">
              <a:cs typeface="Arial" charset="0"/>
            </a:endParaRPr>
          </a:p>
        </p:txBody>
      </p:sp>
    </p:spTree>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1442" name="Rectangle 2"/>
          <p:cNvSpPr>
            <a:spLocks noGrp="1" noChangeArrowheads="1"/>
          </p:cNvSpPr>
          <p:nvPr>
            <p:ph type="title"/>
          </p:nvPr>
        </p:nvSpPr>
        <p:spPr>
          <a:xfrm>
            <a:off x="357188" y="365126"/>
            <a:ext cx="7886700" cy="1325563"/>
          </a:xfrm>
        </p:spPr>
        <p:txBody>
          <a:bodyPr>
            <a:normAutofit/>
          </a:bodyPr>
          <a:lstStyle/>
          <a:p>
            <a:pPr lvl="1"/>
            <a:r>
              <a:rPr lang="en-US" sz="3600" dirty="0">
                <a:effectLst/>
                <a:latin typeface="Gill Sans MT" panose="020B0502020104020203" pitchFamily="34" charset="0"/>
              </a:rPr>
              <a:t>Temporal Key Integrity </a:t>
            </a:r>
            <a:r>
              <a:rPr lang="en-US" sz="3600" dirty="0" smtClean="0">
                <a:effectLst/>
                <a:latin typeface="Gill Sans MT" panose="020B0502020104020203" pitchFamily="34" charset="0"/>
              </a:rPr>
              <a:t>Protocol (TKIP)</a:t>
            </a:r>
            <a:endParaRPr lang="en-US" sz="3600" dirty="0">
              <a:effectLst/>
              <a:latin typeface="Gill Sans MT" panose="020B0502020104020203" pitchFamily="34" charset="0"/>
            </a:endParaRPr>
          </a:p>
        </p:txBody>
      </p:sp>
      <p:sp>
        <p:nvSpPr>
          <p:cNvPr id="61443" name="Rectangle 3"/>
          <p:cNvSpPr>
            <a:spLocks noGrp="1" noChangeArrowheads="1"/>
          </p:cNvSpPr>
          <p:nvPr>
            <p:ph idx="1"/>
          </p:nvPr>
        </p:nvSpPr>
        <p:spPr>
          <a:xfrm>
            <a:off x="357188" y="1690689"/>
            <a:ext cx="8429625" cy="4524374"/>
          </a:xfrm>
        </p:spPr>
        <p:txBody>
          <a:bodyPr>
            <a:normAutofit/>
          </a:bodyPr>
          <a:lstStyle/>
          <a:p>
            <a:r>
              <a:rPr lang="en-US" sz="2800" dirty="0">
                <a:cs typeface="Arial" charset="0"/>
              </a:rPr>
              <a:t>RC4 key is used to encrypt one packet. Hence, TKIP dynamically generates a new RC4 key for each packet.</a:t>
            </a:r>
          </a:p>
          <a:p>
            <a:r>
              <a:rPr lang="en-US" sz="2800" dirty="0" smtClean="0">
                <a:cs typeface="Arial" charset="0"/>
              </a:rPr>
              <a:t>Consists of 128 bit secret shared key called Temporal Key</a:t>
            </a:r>
          </a:p>
          <a:p>
            <a:r>
              <a:rPr lang="en-US" sz="2800" dirty="0" smtClean="0">
                <a:cs typeface="Arial" charset="0"/>
              </a:rPr>
              <a:t>Temporal Key + Host MAC address + IV (48 bits)  to generate key for RC4 encryption </a:t>
            </a:r>
          </a:p>
          <a:p>
            <a:r>
              <a:rPr lang="en-US" sz="2800" dirty="0" smtClean="0">
                <a:cs typeface="Arial" charset="0"/>
              </a:rPr>
              <a:t>Temporal Key is changed every 10,000 packets</a:t>
            </a:r>
          </a:p>
        </p:txBody>
      </p:sp>
    </p:spTree>
    <p:extLst>
      <p:ext uri="{BB962C8B-B14F-4D97-AF65-F5344CB8AC3E}">
        <p14:creationId xmlns:p14="http://schemas.microsoft.com/office/powerpoint/2010/main" val="1598085428"/>
      </p:ext>
    </p:extLst>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SG" dirty="0" smtClean="0"/>
              <a:t>How does 802.1x Authentication work</a:t>
            </a:r>
            <a:endParaRPr lang="en-SG" dirty="0"/>
          </a:p>
        </p:txBody>
      </p:sp>
      <p:pic>
        <p:nvPicPr>
          <p:cNvPr id="2052" name="Picture 4" descr="Related image"/>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1181100" y="1447800"/>
            <a:ext cx="7334250" cy="5326982"/>
          </a:xfrm>
          <a:prstGeom prst="rect">
            <a:avLst/>
          </a:prstGeom>
          <a:noFill/>
          <a:extLst>
            <a:ext uri="{909E8E84-426E-40DD-AFC4-6F175D3DCCD1}">
              <a14:hiddenFill xmlns:a14="http://schemas.microsoft.com/office/drawing/2010/main">
                <a:solidFill>
                  <a:srgbClr val="FFFFFF"/>
                </a:solidFill>
              </a14:hiddenFill>
            </a:ext>
          </a:extLst>
        </p:spPr>
      </p:pic>
      <p:sp>
        <p:nvSpPr>
          <p:cNvPr id="5" name="TextBox 4"/>
          <p:cNvSpPr txBox="1"/>
          <p:nvPr/>
        </p:nvSpPr>
        <p:spPr>
          <a:xfrm>
            <a:off x="4238625" y="3181792"/>
            <a:ext cx="1219200" cy="707886"/>
          </a:xfrm>
          <a:prstGeom prst="rect">
            <a:avLst/>
          </a:prstGeom>
          <a:noFill/>
        </p:spPr>
        <p:txBody>
          <a:bodyPr wrap="square" rtlCol="0">
            <a:spAutoFit/>
          </a:bodyPr>
          <a:lstStyle/>
          <a:p>
            <a:r>
              <a:rPr lang="en-SG" sz="2000" b="1" dirty="0" smtClean="0">
                <a:solidFill>
                  <a:srgbClr val="FF0000"/>
                </a:solidFill>
              </a:rPr>
              <a:t>Wireless AP</a:t>
            </a:r>
            <a:endParaRPr lang="en-SG" sz="2000" b="1" dirty="0">
              <a:solidFill>
                <a:srgbClr val="FF0000"/>
              </a:solidFill>
            </a:endParaRPr>
          </a:p>
        </p:txBody>
      </p:sp>
    </p:spTree>
    <p:extLst>
      <p:ext uri="{BB962C8B-B14F-4D97-AF65-F5344CB8AC3E}">
        <p14:creationId xmlns:p14="http://schemas.microsoft.com/office/powerpoint/2010/main" val="170562908"/>
      </p:ext>
    </p:extLst>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4514" name="Rectangle 2"/>
          <p:cNvSpPr>
            <a:spLocks noGrp="1" noChangeArrowheads="1"/>
          </p:cNvSpPr>
          <p:nvPr>
            <p:ph type="title"/>
          </p:nvPr>
        </p:nvSpPr>
        <p:spPr>
          <a:xfrm>
            <a:off x="609600" y="365126"/>
            <a:ext cx="7905750" cy="1325563"/>
          </a:xfrm>
        </p:spPr>
        <p:txBody>
          <a:bodyPr>
            <a:normAutofit/>
          </a:bodyPr>
          <a:lstStyle/>
          <a:p>
            <a:r>
              <a:rPr lang="en-US" sz="4000" dirty="0" smtClean="0">
                <a:cs typeface="Arial" charset="0"/>
              </a:rPr>
              <a:t>WPA2</a:t>
            </a:r>
          </a:p>
        </p:txBody>
      </p:sp>
      <p:sp>
        <p:nvSpPr>
          <p:cNvPr id="64515" name="Rectangle 3"/>
          <p:cNvSpPr>
            <a:spLocks noGrp="1" noChangeArrowheads="1"/>
          </p:cNvSpPr>
          <p:nvPr>
            <p:ph idx="1"/>
          </p:nvPr>
        </p:nvSpPr>
        <p:spPr>
          <a:xfrm>
            <a:off x="451575" y="1690689"/>
            <a:ext cx="8692425" cy="4524373"/>
          </a:xfrm>
        </p:spPr>
        <p:txBody>
          <a:bodyPr>
            <a:normAutofit/>
          </a:bodyPr>
          <a:lstStyle/>
          <a:p>
            <a:r>
              <a:rPr lang="en-US" sz="2800" dirty="0" smtClean="0">
                <a:cs typeface="Arial" charset="0"/>
              </a:rPr>
              <a:t>Implemented as IEEE802.11i</a:t>
            </a:r>
          </a:p>
          <a:p>
            <a:r>
              <a:rPr lang="en-US" sz="2800" dirty="0" smtClean="0">
                <a:cs typeface="Arial" charset="0"/>
              </a:rPr>
              <a:t>Defines a new type of wireless network called Robust Security Network (RSN)</a:t>
            </a:r>
          </a:p>
          <a:p>
            <a:r>
              <a:rPr lang="en-US" sz="2800" dirty="0" smtClean="0">
                <a:cs typeface="Arial" charset="0"/>
              </a:rPr>
              <a:t>Uses CCMP, an AES-based encryption protocol</a:t>
            </a:r>
          </a:p>
          <a:p>
            <a:pPr lvl="1"/>
            <a:r>
              <a:rPr lang="en-US" sz="2400" dirty="0" smtClean="0">
                <a:cs typeface="Arial" charset="0"/>
              </a:rPr>
              <a:t>More secured but slower than TKIP used in WPA</a:t>
            </a:r>
          </a:p>
          <a:p>
            <a:endParaRPr lang="en-US" sz="2800" dirty="0" smtClean="0">
              <a:cs typeface="Arial" charset="0"/>
            </a:endParaRPr>
          </a:p>
        </p:txBody>
      </p:sp>
    </p:spTree>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4514" name="Rectangle 2"/>
          <p:cNvSpPr>
            <a:spLocks noGrp="1" noChangeArrowheads="1"/>
          </p:cNvSpPr>
          <p:nvPr>
            <p:ph type="title"/>
          </p:nvPr>
        </p:nvSpPr>
        <p:spPr>
          <a:xfrm>
            <a:off x="214313" y="365126"/>
            <a:ext cx="8301037" cy="1325563"/>
          </a:xfrm>
        </p:spPr>
        <p:txBody>
          <a:bodyPr>
            <a:normAutofit/>
          </a:bodyPr>
          <a:lstStyle/>
          <a:p>
            <a:r>
              <a:rPr lang="en-US" sz="4000" dirty="0" smtClean="0">
                <a:cs typeface="Arial" charset="0"/>
              </a:rPr>
              <a:t>What is CCMP?</a:t>
            </a:r>
          </a:p>
        </p:txBody>
      </p:sp>
      <p:sp>
        <p:nvSpPr>
          <p:cNvPr id="64515" name="Rectangle 3"/>
          <p:cNvSpPr>
            <a:spLocks noGrp="1" noChangeArrowheads="1"/>
          </p:cNvSpPr>
          <p:nvPr>
            <p:ph idx="1"/>
          </p:nvPr>
        </p:nvSpPr>
        <p:spPr>
          <a:xfrm>
            <a:off x="214313" y="1690689"/>
            <a:ext cx="8929687" cy="4524373"/>
          </a:xfrm>
        </p:spPr>
        <p:txBody>
          <a:bodyPr>
            <a:normAutofit/>
          </a:bodyPr>
          <a:lstStyle/>
          <a:p>
            <a:r>
              <a:rPr lang="en-SG" sz="2800" dirty="0">
                <a:cs typeface="Arial" charset="0"/>
              </a:rPr>
              <a:t>Counter Mode with Cipher Block Chaining Message Authentication Code Protocol </a:t>
            </a:r>
            <a:endParaRPr lang="en-SG" sz="2800" dirty="0" smtClean="0">
              <a:cs typeface="Arial" charset="0"/>
            </a:endParaRPr>
          </a:p>
          <a:p>
            <a:pPr>
              <a:defRPr/>
            </a:pPr>
            <a:r>
              <a:rPr lang="en-US" sz="2800" dirty="0"/>
              <a:t>It is the equivalent of TKIP in WPA. </a:t>
            </a:r>
            <a:endParaRPr lang="en-US" sz="2800" dirty="0" smtClean="0"/>
          </a:p>
          <a:p>
            <a:pPr>
              <a:defRPr/>
            </a:pPr>
            <a:r>
              <a:rPr lang="en-US" sz="2800" dirty="0" smtClean="0"/>
              <a:t>CCMP </a:t>
            </a:r>
            <a:r>
              <a:rPr lang="en-US" sz="2800" dirty="0"/>
              <a:t>computes a Message Integrity Check (MIC) using the well known, and proven, Cipher Block Chaining Message Authentication Code (CBC-MAC) method. </a:t>
            </a:r>
            <a:endParaRPr lang="en-US" sz="2800" dirty="0" smtClean="0"/>
          </a:p>
          <a:p>
            <a:pPr>
              <a:defRPr/>
            </a:pPr>
            <a:r>
              <a:rPr lang="en-US" sz="2800" dirty="0" smtClean="0"/>
              <a:t>Changing </a:t>
            </a:r>
            <a:r>
              <a:rPr lang="en-US" sz="2800" dirty="0"/>
              <a:t>even one bit in a message produces a totally different result.</a:t>
            </a:r>
          </a:p>
          <a:p>
            <a:endParaRPr lang="en-US" sz="2800" dirty="0" smtClean="0">
              <a:cs typeface="Arial" charset="0"/>
            </a:endParaRPr>
          </a:p>
        </p:txBody>
      </p:sp>
    </p:spTree>
    <p:extLst>
      <p:ext uri="{BB962C8B-B14F-4D97-AF65-F5344CB8AC3E}">
        <p14:creationId xmlns:p14="http://schemas.microsoft.com/office/powerpoint/2010/main" val="441407503"/>
      </p:ext>
    </p:extLst>
  </p:cSld>
  <p:clrMapOvr>
    <a:masterClrMapping/>
  </p:clrMapOvr>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65538" name="Group 3"/>
          <p:cNvGrpSpPr>
            <a:grpSpLocks/>
          </p:cNvGrpSpPr>
          <p:nvPr/>
        </p:nvGrpSpPr>
        <p:grpSpPr bwMode="auto">
          <a:xfrm>
            <a:off x="695325" y="1428750"/>
            <a:ext cx="1827213" cy="395288"/>
            <a:chOff x="0" y="403"/>
            <a:chExt cx="993" cy="403"/>
          </a:xfrm>
        </p:grpSpPr>
        <p:sp>
          <p:nvSpPr>
            <p:cNvPr id="65659" name="Rectangle 4"/>
            <p:cNvSpPr>
              <a:spLocks noChangeArrowheads="1"/>
            </p:cNvSpPr>
            <p:nvPr/>
          </p:nvSpPr>
          <p:spPr bwMode="auto">
            <a:xfrm>
              <a:off x="43" y="403"/>
              <a:ext cx="907" cy="403"/>
            </a:xfrm>
            <a:prstGeom prst="rect">
              <a:avLst/>
            </a:prstGeom>
            <a:noFill/>
            <a:ln w="9525">
              <a:noFill/>
              <a:miter lim="800000"/>
              <a:headEnd/>
              <a:tailEnd/>
            </a:ln>
          </p:spPr>
          <p:txBody>
            <a:bodyPr/>
            <a:lstStyle/>
            <a:p>
              <a:pPr algn="just" eaLnBrk="1" hangingPunct="1"/>
              <a:r>
                <a:rPr lang="en-US" sz="1400">
                  <a:latin typeface="Gill Sans MT" panose="020B0502020104020203" pitchFamily="34" charset="0"/>
                  <a:ea typeface="Arial Unicode MS" pitchFamily="34" charset="-128"/>
                  <a:cs typeface="Arial Unicode MS" pitchFamily="34" charset="-128"/>
                </a:rPr>
                <a:t> </a:t>
              </a:r>
            </a:p>
            <a:p>
              <a:pPr algn="just"/>
              <a:endParaRPr lang="en-US" sz="1400">
                <a:latin typeface="Gill Sans MT" panose="020B0502020104020203" pitchFamily="34" charset="0"/>
              </a:endParaRPr>
            </a:p>
          </p:txBody>
        </p:sp>
        <p:sp>
          <p:nvSpPr>
            <p:cNvPr id="65660" name="Rectangle 5"/>
            <p:cNvSpPr>
              <a:spLocks noChangeArrowheads="1"/>
            </p:cNvSpPr>
            <p:nvPr/>
          </p:nvSpPr>
          <p:spPr bwMode="auto">
            <a:xfrm>
              <a:off x="0" y="403"/>
              <a:ext cx="993" cy="403"/>
            </a:xfrm>
            <a:prstGeom prst="rect">
              <a:avLst/>
            </a:prstGeom>
            <a:noFill/>
            <a:ln w="7">
              <a:solidFill>
                <a:srgbClr val="A0A0A0"/>
              </a:solidFill>
              <a:miter lim="800000"/>
              <a:headEnd/>
              <a:tailEnd/>
            </a:ln>
          </p:spPr>
          <p:txBody>
            <a:bodyPr wrap="none"/>
            <a:lstStyle/>
            <a:p>
              <a:endParaRPr lang="en-US" sz="1400">
                <a:latin typeface="Gill Sans MT" panose="020B0502020104020203" pitchFamily="34" charset="0"/>
              </a:endParaRPr>
            </a:p>
          </p:txBody>
        </p:sp>
      </p:grpSp>
      <p:grpSp>
        <p:nvGrpSpPr>
          <p:cNvPr id="65539" name="Group 6"/>
          <p:cNvGrpSpPr>
            <a:grpSpLocks/>
          </p:cNvGrpSpPr>
          <p:nvPr/>
        </p:nvGrpSpPr>
        <p:grpSpPr bwMode="auto">
          <a:xfrm>
            <a:off x="2522538" y="1428750"/>
            <a:ext cx="1617662" cy="395288"/>
            <a:chOff x="993" y="403"/>
            <a:chExt cx="878" cy="403"/>
          </a:xfrm>
        </p:grpSpPr>
        <p:sp>
          <p:nvSpPr>
            <p:cNvPr id="65657" name="Rectangle 7"/>
            <p:cNvSpPr>
              <a:spLocks noChangeArrowheads="1"/>
            </p:cNvSpPr>
            <p:nvPr/>
          </p:nvSpPr>
          <p:spPr bwMode="auto">
            <a:xfrm>
              <a:off x="1036" y="403"/>
              <a:ext cx="792" cy="403"/>
            </a:xfrm>
            <a:prstGeom prst="rect">
              <a:avLst/>
            </a:prstGeom>
            <a:noFill/>
            <a:ln w="9525">
              <a:noFill/>
              <a:miter lim="800000"/>
              <a:headEnd/>
              <a:tailEnd/>
            </a:ln>
          </p:spPr>
          <p:txBody>
            <a:bodyPr/>
            <a:lstStyle/>
            <a:p>
              <a:pPr algn="just" eaLnBrk="1" hangingPunct="1"/>
              <a:r>
                <a:rPr lang="en-US" sz="1600" b="1">
                  <a:solidFill>
                    <a:schemeClr val="tx2"/>
                  </a:solidFill>
                  <a:latin typeface="Gill Sans MT" panose="020B0502020104020203" pitchFamily="34" charset="0"/>
                  <a:cs typeface="Arial" charset="0"/>
                </a:rPr>
                <a:t>WEP</a:t>
              </a:r>
              <a:endParaRPr lang="en-US" sz="1600">
                <a:solidFill>
                  <a:schemeClr val="tx2"/>
                </a:solidFill>
                <a:latin typeface="Gill Sans MT" panose="020B0502020104020203" pitchFamily="34" charset="0"/>
                <a:ea typeface="Arial Unicode MS" pitchFamily="34" charset="-128"/>
                <a:cs typeface="Arial Unicode MS" pitchFamily="34" charset="-128"/>
              </a:endParaRPr>
            </a:p>
            <a:p>
              <a:pPr algn="just"/>
              <a:endParaRPr lang="en-US" sz="1600">
                <a:solidFill>
                  <a:schemeClr val="tx2"/>
                </a:solidFill>
                <a:latin typeface="Gill Sans MT" panose="020B0502020104020203" pitchFamily="34" charset="0"/>
              </a:endParaRPr>
            </a:p>
          </p:txBody>
        </p:sp>
        <p:sp>
          <p:nvSpPr>
            <p:cNvPr id="65658" name="Rectangle 8"/>
            <p:cNvSpPr>
              <a:spLocks noChangeArrowheads="1"/>
            </p:cNvSpPr>
            <p:nvPr/>
          </p:nvSpPr>
          <p:spPr bwMode="auto">
            <a:xfrm>
              <a:off x="993" y="403"/>
              <a:ext cx="878" cy="403"/>
            </a:xfrm>
            <a:prstGeom prst="rect">
              <a:avLst/>
            </a:prstGeom>
            <a:noFill/>
            <a:ln w="7">
              <a:solidFill>
                <a:srgbClr val="A0A0A0"/>
              </a:solidFill>
              <a:miter lim="800000"/>
              <a:headEnd/>
              <a:tailEnd/>
            </a:ln>
          </p:spPr>
          <p:txBody>
            <a:bodyPr wrap="none"/>
            <a:lstStyle/>
            <a:p>
              <a:endParaRPr lang="en-US" sz="1600">
                <a:latin typeface="Gill Sans MT" panose="020B0502020104020203" pitchFamily="34" charset="0"/>
              </a:endParaRPr>
            </a:p>
          </p:txBody>
        </p:sp>
      </p:grpSp>
      <p:grpSp>
        <p:nvGrpSpPr>
          <p:cNvPr id="65540" name="Group 9"/>
          <p:cNvGrpSpPr>
            <a:grpSpLocks/>
          </p:cNvGrpSpPr>
          <p:nvPr/>
        </p:nvGrpSpPr>
        <p:grpSpPr bwMode="auto">
          <a:xfrm>
            <a:off x="4140200" y="1428750"/>
            <a:ext cx="2243138" cy="428625"/>
            <a:chOff x="1871" y="403"/>
            <a:chExt cx="1219" cy="437"/>
          </a:xfrm>
        </p:grpSpPr>
        <p:sp>
          <p:nvSpPr>
            <p:cNvPr id="65655" name="Rectangle 10"/>
            <p:cNvSpPr>
              <a:spLocks noChangeArrowheads="1"/>
            </p:cNvSpPr>
            <p:nvPr/>
          </p:nvSpPr>
          <p:spPr bwMode="auto">
            <a:xfrm>
              <a:off x="1943" y="437"/>
              <a:ext cx="1133" cy="403"/>
            </a:xfrm>
            <a:prstGeom prst="rect">
              <a:avLst/>
            </a:prstGeom>
            <a:noFill/>
            <a:ln w="9525">
              <a:noFill/>
              <a:miter lim="800000"/>
              <a:headEnd/>
              <a:tailEnd/>
            </a:ln>
          </p:spPr>
          <p:txBody>
            <a:bodyPr lIns="0" tIns="0" rIns="0" bIns="0"/>
            <a:lstStyle/>
            <a:p>
              <a:pPr algn="just" eaLnBrk="1" hangingPunct="1"/>
              <a:r>
                <a:rPr lang="en-US" sz="1600" b="1">
                  <a:solidFill>
                    <a:schemeClr val="tx2"/>
                  </a:solidFill>
                  <a:latin typeface="Gill Sans MT" panose="020B0502020104020203" pitchFamily="34" charset="0"/>
                  <a:cs typeface="Times New Roman" pitchFamily="18" charset="0"/>
                </a:rPr>
                <a:t>WPA	</a:t>
              </a:r>
            </a:p>
            <a:p>
              <a:pPr algn="just"/>
              <a:endParaRPr lang="en-US" sz="1600">
                <a:solidFill>
                  <a:schemeClr val="tx2"/>
                </a:solidFill>
                <a:latin typeface="Gill Sans MT" panose="020B0502020104020203" pitchFamily="34" charset="0"/>
              </a:endParaRPr>
            </a:p>
          </p:txBody>
        </p:sp>
        <p:sp>
          <p:nvSpPr>
            <p:cNvPr id="65656" name="Rectangle 11"/>
            <p:cNvSpPr>
              <a:spLocks noChangeArrowheads="1"/>
            </p:cNvSpPr>
            <p:nvPr/>
          </p:nvSpPr>
          <p:spPr bwMode="auto">
            <a:xfrm>
              <a:off x="1871" y="403"/>
              <a:ext cx="1219" cy="403"/>
            </a:xfrm>
            <a:prstGeom prst="rect">
              <a:avLst/>
            </a:prstGeom>
            <a:noFill/>
            <a:ln w="7">
              <a:solidFill>
                <a:srgbClr val="A0A0A0"/>
              </a:solidFill>
              <a:miter lim="800000"/>
              <a:headEnd/>
              <a:tailEnd/>
            </a:ln>
          </p:spPr>
          <p:txBody>
            <a:bodyPr wrap="none"/>
            <a:lstStyle/>
            <a:p>
              <a:endParaRPr lang="en-US" sz="1600">
                <a:latin typeface="Gill Sans MT" panose="020B0502020104020203" pitchFamily="34" charset="0"/>
              </a:endParaRPr>
            </a:p>
          </p:txBody>
        </p:sp>
      </p:grpSp>
      <p:grpSp>
        <p:nvGrpSpPr>
          <p:cNvPr id="65541" name="Group 12"/>
          <p:cNvGrpSpPr>
            <a:grpSpLocks/>
          </p:cNvGrpSpPr>
          <p:nvPr/>
        </p:nvGrpSpPr>
        <p:grpSpPr bwMode="auto">
          <a:xfrm>
            <a:off x="6383338" y="1428750"/>
            <a:ext cx="2011362" cy="395288"/>
            <a:chOff x="3090" y="403"/>
            <a:chExt cx="796" cy="403"/>
          </a:xfrm>
        </p:grpSpPr>
        <p:sp>
          <p:nvSpPr>
            <p:cNvPr id="65653" name="Rectangle 13"/>
            <p:cNvSpPr>
              <a:spLocks noChangeArrowheads="1"/>
            </p:cNvSpPr>
            <p:nvPr/>
          </p:nvSpPr>
          <p:spPr bwMode="auto">
            <a:xfrm>
              <a:off x="3133" y="403"/>
              <a:ext cx="710" cy="403"/>
            </a:xfrm>
            <a:prstGeom prst="rect">
              <a:avLst/>
            </a:prstGeom>
            <a:noFill/>
            <a:ln w="9525">
              <a:noFill/>
              <a:miter lim="800000"/>
              <a:headEnd/>
              <a:tailEnd/>
            </a:ln>
          </p:spPr>
          <p:txBody>
            <a:bodyPr/>
            <a:lstStyle/>
            <a:p>
              <a:pPr algn="just" eaLnBrk="1" hangingPunct="1"/>
              <a:r>
                <a:rPr lang="en-US" sz="1600" b="1">
                  <a:solidFill>
                    <a:schemeClr val="tx2"/>
                  </a:solidFill>
                  <a:latin typeface="Gill Sans MT" panose="020B0502020104020203" pitchFamily="34" charset="0"/>
                  <a:cs typeface="Arial" charset="0"/>
                </a:rPr>
                <a:t>WPA2</a:t>
              </a:r>
              <a:endParaRPr lang="en-US" sz="1600">
                <a:solidFill>
                  <a:schemeClr val="tx2"/>
                </a:solidFill>
                <a:latin typeface="Gill Sans MT" panose="020B0502020104020203" pitchFamily="34" charset="0"/>
                <a:ea typeface="Arial Unicode MS" pitchFamily="34" charset="-128"/>
                <a:cs typeface="Arial Unicode MS" pitchFamily="34" charset="-128"/>
              </a:endParaRPr>
            </a:p>
            <a:p>
              <a:pPr algn="just"/>
              <a:endParaRPr lang="en-US" sz="1600">
                <a:solidFill>
                  <a:schemeClr val="tx2"/>
                </a:solidFill>
                <a:latin typeface="Gill Sans MT" panose="020B0502020104020203" pitchFamily="34" charset="0"/>
              </a:endParaRPr>
            </a:p>
          </p:txBody>
        </p:sp>
        <p:sp>
          <p:nvSpPr>
            <p:cNvPr id="65654" name="Rectangle 14"/>
            <p:cNvSpPr>
              <a:spLocks noChangeArrowheads="1"/>
            </p:cNvSpPr>
            <p:nvPr/>
          </p:nvSpPr>
          <p:spPr bwMode="auto">
            <a:xfrm>
              <a:off x="3090" y="403"/>
              <a:ext cx="796" cy="403"/>
            </a:xfrm>
            <a:prstGeom prst="rect">
              <a:avLst/>
            </a:prstGeom>
            <a:noFill/>
            <a:ln w="7">
              <a:solidFill>
                <a:srgbClr val="A0A0A0"/>
              </a:solidFill>
              <a:miter lim="800000"/>
              <a:headEnd/>
              <a:tailEnd/>
            </a:ln>
          </p:spPr>
          <p:txBody>
            <a:bodyPr wrap="none"/>
            <a:lstStyle/>
            <a:p>
              <a:endParaRPr lang="en-US" sz="1600">
                <a:latin typeface="Gill Sans MT" panose="020B0502020104020203" pitchFamily="34" charset="0"/>
              </a:endParaRPr>
            </a:p>
          </p:txBody>
        </p:sp>
      </p:grpSp>
      <p:grpSp>
        <p:nvGrpSpPr>
          <p:cNvPr id="65542" name="Group 15"/>
          <p:cNvGrpSpPr>
            <a:grpSpLocks/>
          </p:cNvGrpSpPr>
          <p:nvPr/>
        </p:nvGrpSpPr>
        <p:grpSpPr bwMode="auto">
          <a:xfrm>
            <a:off x="695325" y="1824038"/>
            <a:ext cx="1827213" cy="396875"/>
            <a:chOff x="0" y="806"/>
            <a:chExt cx="993" cy="403"/>
          </a:xfrm>
        </p:grpSpPr>
        <p:sp>
          <p:nvSpPr>
            <p:cNvPr id="65651" name="Rectangle 16"/>
            <p:cNvSpPr>
              <a:spLocks noChangeArrowheads="1"/>
            </p:cNvSpPr>
            <p:nvPr/>
          </p:nvSpPr>
          <p:spPr bwMode="auto">
            <a:xfrm>
              <a:off x="43" y="806"/>
              <a:ext cx="907" cy="403"/>
            </a:xfrm>
            <a:prstGeom prst="rect">
              <a:avLst/>
            </a:prstGeom>
            <a:noFill/>
            <a:ln w="9525">
              <a:noFill/>
              <a:miter lim="800000"/>
              <a:headEnd/>
              <a:tailEnd/>
            </a:ln>
          </p:spPr>
          <p:txBody>
            <a:bodyPr lIns="0" tIns="0" rIns="0" bIns="0"/>
            <a:lstStyle/>
            <a:p>
              <a:pPr algn="just" eaLnBrk="1" hangingPunct="1"/>
              <a:r>
                <a:rPr lang="en-US" sz="1400" b="1">
                  <a:solidFill>
                    <a:schemeClr val="tx2"/>
                  </a:solidFill>
                  <a:latin typeface="Gill Sans MT" panose="020B0502020104020203" pitchFamily="34" charset="0"/>
                  <a:cs typeface="Arial" charset="0"/>
                </a:rPr>
                <a:t> Cipher</a:t>
              </a:r>
              <a:endParaRPr lang="en-US" sz="1400" b="1">
                <a:solidFill>
                  <a:schemeClr val="tx2"/>
                </a:solidFill>
                <a:latin typeface="Gill Sans MT" panose="020B0502020104020203" pitchFamily="34" charset="0"/>
                <a:cs typeface="Times New Roman" pitchFamily="18" charset="0"/>
              </a:endParaRPr>
            </a:p>
            <a:p>
              <a:pPr algn="just"/>
              <a:endParaRPr lang="en-US" sz="1400">
                <a:solidFill>
                  <a:schemeClr val="tx2"/>
                </a:solidFill>
                <a:latin typeface="Gill Sans MT" panose="020B0502020104020203" pitchFamily="34" charset="0"/>
              </a:endParaRPr>
            </a:p>
          </p:txBody>
        </p:sp>
        <p:sp>
          <p:nvSpPr>
            <p:cNvPr id="65652" name="Rectangle 17"/>
            <p:cNvSpPr>
              <a:spLocks noChangeArrowheads="1"/>
            </p:cNvSpPr>
            <p:nvPr/>
          </p:nvSpPr>
          <p:spPr bwMode="auto">
            <a:xfrm>
              <a:off x="0" y="806"/>
              <a:ext cx="993" cy="403"/>
            </a:xfrm>
            <a:prstGeom prst="rect">
              <a:avLst/>
            </a:prstGeom>
            <a:noFill/>
            <a:ln w="7">
              <a:solidFill>
                <a:srgbClr val="A0A0A0"/>
              </a:solidFill>
              <a:miter lim="800000"/>
              <a:headEnd/>
              <a:tailEnd/>
            </a:ln>
          </p:spPr>
          <p:txBody>
            <a:bodyPr wrap="none"/>
            <a:lstStyle/>
            <a:p>
              <a:endParaRPr lang="en-US" sz="1400">
                <a:latin typeface="Gill Sans MT" panose="020B0502020104020203" pitchFamily="34" charset="0"/>
              </a:endParaRPr>
            </a:p>
          </p:txBody>
        </p:sp>
      </p:grpSp>
      <p:grpSp>
        <p:nvGrpSpPr>
          <p:cNvPr id="65543" name="Group 18"/>
          <p:cNvGrpSpPr>
            <a:grpSpLocks/>
          </p:cNvGrpSpPr>
          <p:nvPr/>
        </p:nvGrpSpPr>
        <p:grpSpPr bwMode="auto">
          <a:xfrm>
            <a:off x="2522538" y="1824038"/>
            <a:ext cx="1617662" cy="396875"/>
            <a:chOff x="993" y="806"/>
            <a:chExt cx="878" cy="403"/>
          </a:xfrm>
        </p:grpSpPr>
        <p:sp>
          <p:nvSpPr>
            <p:cNvPr id="65649" name="Rectangle 19"/>
            <p:cNvSpPr>
              <a:spLocks noChangeArrowheads="1"/>
            </p:cNvSpPr>
            <p:nvPr/>
          </p:nvSpPr>
          <p:spPr bwMode="auto">
            <a:xfrm>
              <a:off x="1036" y="806"/>
              <a:ext cx="792" cy="403"/>
            </a:xfrm>
            <a:prstGeom prst="rect">
              <a:avLst/>
            </a:prstGeom>
            <a:noFill/>
            <a:ln w="9525">
              <a:noFill/>
              <a:miter lim="800000"/>
              <a:headEnd/>
              <a:tailEnd/>
            </a:ln>
          </p:spPr>
          <p:txBody>
            <a:bodyPr/>
            <a:lstStyle/>
            <a:p>
              <a:pPr algn="just" eaLnBrk="1" hangingPunct="1"/>
              <a:r>
                <a:rPr lang="en-US" sz="1400" b="1">
                  <a:latin typeface="Gill Sans MT" panose="020B0502020104020203" pitchFamily="34" charset="0"/>
                  <a:cs typeface="Arial" charset="0"/>
                </a:rPr>
                <a:t>RC4</a:t>
              </a:r>
              <a:endParaRPr lang="en-US" sz="1400">
                <a:latin typeface="Gill Sans MT" panose="020B0502020104020203" pitchFamily="34" charset="0"/>
                <a:ea typeface="Arial Unicode MS" pitchFamily="34" charset="-128"/>
                <a:cs typeface="Arial Unicode MS" pitchFamily="34" charset="-128"/>
              </a:endParaRPr>
            </a:p>
            <a:p>
              <a:pPr algn="just"/>
              <a:endParaRPr lang="en-US" sz="1400">
                <a:latin typeface="Gill Sans MT" panose="020B0502020104020203" pitchFamily="34" charset="0"/>
              </a:endParaRPr>
            </a:p>
          </p:txBody>
        </p:sp>
        <p:sp>
          <p:nvSpPr>
            <p:cNvPr id="65650" name="Rectangle 20"/>
            <p:cNvSpPr>
              <a:spLocks noChangeArrowheads="1"/>
            </p:cNvSpPr>
            <p:nvPr/>
          </p:nvSpPr>
          <p:spPr bwMode="auto">
            <a:xfrm>
              <a:off x="993" y="806"/>
              <a:ext cx="878" cy="403"/>
            </a:xfrm>
            <a:prstGeom prst="rect">
              <a:avLst/>
            </a:prstGeom>
            <a:noFill/>
            <a:ln w="7">
              <a:solidFill>
                <a:srgbClr val="A0A0A0"/>
              </a:solidFill>
              <a:miter lim="800000"/>
              <a:headEnd/>
              <a:tailEnd/>
            </a:ln>
          </p:spPr>
          <p:txBody>
            <a:bodyPr wrap="none"/>
            <a:lstStyle/>
            <a:p>
              <a:endParaRPr lang="en-US" sz="1400">
                <a:latin typeface="Gill Sans MT" panose="020B0502020104020203" pitchFamily="34" charset="0"/>
              </a:endParaRPr>
            </a:p>
          </p:txBody>
        </p:sp>
      </p:grpSp>
      <p:grpSp>
        <p:nvGrpSpPr>
          <p:cNvPr id="65544" name="Group 21"/>
          <p:cNvGrpSpPr>
            <a:grpSpLocks/>
          </p:cNvGrpSpPr>
          <p:nvPr/>
        </p:nvGrpSpPr>
        <p:grpSpPr bwMode="auto">
          <a:xfrm>
            <a:off x="4140200" y="1824038"/>
            <a:ext cx="2243138" cy="396875"/>
            <a:chOff x="1871" y="806"/>
            <a:chExt cx="1219" cy="403"/>
          </a:xfrm>
        </p:grpSpPr>
        <p:sp>
          <p:nvSpPr>
            <p:cNvPr id="65647" name="Rectangle 22"/>
            <p:cNvSpPr>
              <a:spLocks noChangeArrowheads="1"/>
            </p:cNvSpPr>
            <p:nvPr/>
          </p:nvSpPr>
          <p:spPr bwMode="auto">
            <a:xfrm>
              <a:off x="1914" y="806"/>
              <a:ext cx="1133" cy="403"/>
            </a:xfrm>
            <a:prstGeom prst="rect">
              <a:avLst/>
            </a:prstGeom>
            <a:noFill/>
            <a:ln w="9525">
              <a:noFill/>
              <a:miter lim="800000"/>
              <a:headEnd/>
              <a:tailEnd/>
            </a:ln>
          </p:spPr>
          <p:txBody>
            <a:bodyPr/>
            <a:lstStyle/>
            <a:p>
              <a:pPr algn="just" eaLnBrk="1" hangingPunct="1"/>
              <a:r>
                <a:rPr lang="en-US" sz="1400" b="1">
                  <a:latin typeface="Gill Sans MT" panose="020B0502020104020203" pitchFamily="34" charset="0"/>
                  <a:cs typeface="Arial" charset="0"/>
                </a:rPr>
                <a:t>RC4</a:t>
              </a:r>
              <a:endParaRPr lang="en-US" sz="1400">
                <a:latin typeface="Gill Sans MT" panose="020B0502020104020203" pitchFamily="34" charset="0"/>
                <a:ea typeface="Arial Unicode MS" pitchFamily="34" charset="-128"/>
                <a:cs typeface="Arial Unicode MS" pitchFamily="34" charset="-128"/>
              </a:endParaRPr>
            </a:p>
            <a:p>
              <a:pPr algn="just"/>
              <a:endParaRPr lang="en-US" sz="1400">
                <a:latin typeface="Gill Sans MT" panose="020B0502020104020203" pitchFamily="34" charset="0"/>
              </a:endParaRPr>
            </a:p>
          </p:txBody>
        </p:sp>
        <p:sp>
          <p:nvSpPr>
            <p:cNvPr id="65648" name="Rectangle 23"/>
            <p:cNvSpPr>
              <a:spLocks noChangeArrowheads="1"/>
            </p:cNvSpPr>
            <p:nvPr/>
          </p:nvSpPr>
          <p:spPr bwMode="auto">
            <a:xfrm>
              <a:off x="1871" y="806"/>
              <a:ext cx="1219" cy="403"/>
            </a:xfrm>
            <a:prstGeom prst="rect">
              <a:avLst/>
            </a:prstGeom>
            <a:noFill/>
            <a:ln w="7">
              <a:solidFill>
                <a:srgbClr val="A0A0A0"/>
              </a:solidFill>
              <a:miter lim="800000"/>
              <a:headEnd/>
              <a:tailEnd/>
            </a:ln>
          </p:spPr>
          <p:txBody>
            <a:bodyPr wrap="none"/>
            <a:lstStyle/>
            <a:p>
              <a:endParaRPr lang="en-US" sz="1400">
                <a:latin typeface="Gill Sans MT" panose="020B0502020104020203" pitchFamily="34" charset="0"/>
              </a:endParaRPr>
            </a:p>
          </p:txBody>
        </p:sp>
      </p:grpSp>
      <p:grpSp>
        <p:nvGrpSpPr>
          <p:cNvPr id="65545" name="Group 24"/>
          <p:cNvGrpSpPr>
            <a:grpSpLocks/>
          </p:cNvGrpSpPr>
          <p:nvPr/>
        </p:nvGrpSpPr>
        <p:grpSpPr bwMode="auto">
          <a:xfrm>
            <a:off x="6383338" y="1824038"/>
            <a:ext cx="2011362" cy="396875"/>
            <a:chOff x="3090" y="806"/>
            <a:chExt cx="796" cy="403"/>
          </a:xfrm>
        </p:grpSpPr>
        <p:sp>
          <p:nvSpPr>
            <p:cNvPr id="65645" name="Rectangle 25"/>
            <p:cNvSpPr>
              <a:spLocks noChangeArrowheads="1"/>
            </p:cNvSpPr>
            <p:nvPr/>
          </p:nvSpPr>
          <p:spPr bwMode="auto">
            <a:xfrm>
              <a:off x="3133" y="806"/>
              <a:ext cx="710" cy="403"/>
            </a:xfrm>
            <a:prstGeom prst="rect">
              <a:avLst/>
            </a:prstGeom>
            <a:noFill/>
            <a:ln w="9525">
              <a:noFill/>
              <a:miter lim="800000"/>
              <a:headEnd/>
              <a:tailEnd/>
            </a:ln>
          </p:spPr>
          <p:txBody>
            <a:bodyPr/>
            <a:lstStyle/>
            <a:p>
              <a:pPr algn="just" eaLnBrk="1" hangingPunct="1"/>
              <a:r>
                <a:rPr lang="en-US" sz="1400" b="1" dirty="0" smtClean="0">
                  <a:latin typeface="Gill Sans MT" panose="020B0502020104020203" pitchFamily="34" charset="0"/>
                  <a:cs typeface="Arial" charset="0"/>
                </a:rPr>
                <a:t>CCMP (AES)</a:t>
              </a:r>
              <a:endParaRPr lang="en-US" sz="1400" dirty="0">
                <a:latin typeface="Gill Sans MT" panose="020B0502020104020203" pitchFamily="34" charset="0"/>
                <a:ea typeface="Arial Unicode MS" pitchFamily="34" charset="-128"/>
                <a:cs typeface="Arial Unicode MS" pitchFamily="34" charset="-128"/>
              </a:endParaRPr>
            </a:p>
            <a:p>
              <a:pPr algn="just"/>
              <a:endParaRPr lang="en-US" sz="1400" dirty="0">
                <a:latin typeface="Gill Sans MT" panose="020B0502020104020203" pitchFamily="34" charset="0"/>
              </a:endParaRPr>
            </a:p>
          </p:txBody>
        </p:sp>
        <p:sp>
          <p:nvSpPr>
            <p:cNvPr id="65646" name="Rectangle 26"/>
            <p:cNvSpPr>
              <a:spLocks noChangeArrowheads="1"/>
            </p:cNvSpPr>
            <p:nvPr/>
          </p:nvSpPr>
          <p:spPr bwMode="auto">
            <a:xfrm>
              <a:off x="3090" y="806"/>
              <a:ext cx="796" cy="403"/>
            </a:xfrm>
            <a:prstGeom prst="rect">
              <a:avLst/>
            </a:prstGeom>
            <a:noFill/>
            <a:ln w="7">
              <a:solidFill>
                <a:srgbClr val="A0A0A0"/>
              </a:solidFill>
              <a:miter lim="800000"/>
              <a:headEnd/>
              <a:tailEnd/>
            </a:ln>
          </p:spPr>
          <p:txBody>
            <a:bodyPr wrap="none"/>
            <a:lstStyle/>
            <a:p>
              <a:endParaRPr lang="en-US" sz="1400">
                <a:latin typeface="Gill Sans MT" panose="020B0502020104020203" pitchFamily="34" charset="0"/>
              </a:endParaRPr>
            </a:p>
          </p:txBody>
        </p:sp>
      </p:grpSp>
      <p:grpSp>
        <p:nvGrpSpPr>
          <p:cNvPr id="65546" name="Group 27"/>
          <p:cNvGrpSpPr>
            <a:grpSpLocks/>
          </p:cNvGrpSpPr>
          <p:nvPr/>
        </p:nvGrpSpPr>
        <p:grpSpPr bwMode="auto">
          <a:xfrm>
            <a:off x="695325" y="2220913"/>
            <a:ext cx="1827213" cy="622300"/>
            <a:chOff x="0" y="1209"/>
            <a:chExt cx="993" cy="633"/>
          </a:xfrm>
        </p:grpSpPr>
        <p:sp>
          <p:nvSpPr>
            <p:cNvPr id="65643" name="Rectangle 28"/>
            <p:cNvSpPr>
              <a:spLocks noChangeArrowheads="1"/>
            </p:cNvSpPr>
            <p:nvPr/>
          </p:nvSpPr>
          <p:spPr bwMode="auto">
            <a:xfrm>
              <a:off x="43" y="1209"/>
              <a:ext cx="907" cy="633"/>
            </a:xfrm>
            <a:prstGeom prst="rect">
              <a:avLst/>
            </a:prstGeom>
            <a:noFill/>
            <a:ln w="9525">
              <a:noFill/>
              <a:miter lim="800000"/>
              <a:headEnd/>
              <a:tailEnd/>
            </a:ln>
          </p:spPr>
          <p:txBody>
            <a:bodyPr/>
            <a:lstStyle/>
            <a:p>
              <a:pPr algn="just" eaLnBrk="1" hangingPunct="1"/>
              <a:r>
                <a:rPr lang="en-US" sz="1400" b="1" dirty="0">
                  <a:solidFill>
                    <a:schemeClr val="tx2"/>
                  </a:solidFill>
                  <a:latin typeface="Gill Sans MT" panose="020B0502020104020203" pitchFamily="34" charset="0"/>
                  <a:cs typeface="Arial" charset="0"/>
                </a:rPr>
                <a:t>Key Size</a:t>
              </a:r>
              <a:endParaRPr lang="en-US" sz="1400" dirty="0">
                <a:solidFill>
                  <a:schemeClr val="tx2"/>
                </a:solidFill>
                <a:latin typeface="Gill Sans MT" panose="020B0502020104020203" pitchFamily="34" charset="0"/>
                <a:ea typeface="Arial Unicode MS" pitchFamily="34" charset="-128"/>
                <a:cs typeface="Arial Unicode MS" pitchFamily="34" charset="-128"/>
              </a:endParaRPr>
            </a:p>
            <a:p>
              <a:pPr algn="just"/>
              <a:endParaRPr lang="en-US" sz="1400" dirty="0">
                <a:solidFill>
                  <a:schemeClr val="tx2"/>
                </a:solidFill>
                <a:latin typeface="Gill Sans MT" panose="020B0502020104020203" pitchFamily="34" charset="0"/>
              </a:endParaRPr>
            </a:p>
          </p:txBody>
        </p:sp>
        <p:sp>
          <p:nvSpPr>
            <p:cNvPr id="65644" name="Rectangle 29"/>
            <p:cNvSpPr>
              <a:spLocks noChangeArrowheads="1"/>
            </p:cNvSpPr>
            <p:nvPr/>
          </p:nvSpPr>
          <p:spPr bwMode="auto">
            <a:xfrm>
              <a:off x="0" y="1209"/>
              <a:ext cx="993" cy="633"/>
            </a:xfrm>
            <a:prstGeom prst="rect">
              <a:avLst/>
            </a:prstGeom>
            <a:noFill/>
            <a:ln w="7">
              <a:solidFill>
                <a:srgbClr val="A0A0A0"/>
              </a:solidFill>
              <a:miter lim="800000"/>
              <a:headEnd/>
              <a:tailEnd/>
            </a:ln>
          </p:spPr>
          <p:txBody>
            <a:bodyPr wrap="none"/>
            <a:lstStyle/>
            <a:p>
              <a:endParaRPr lang="en-US" sz="1400">
                <a:latin typeface="Gill Sans MT" panose="020B0502020104020203" pitchFamily="34" charset="0"/>
              </a:endParaRPr>
            </a:p>
          </p:txBody>
        </p:sp>
      </p:grpSp>
      <p:grpSp>
        <p:nvGrpSpPr>
          <p:cNvPr id="65547" name="Group 30"/>
          <p:cNvGrpSpPr>
            <a:grpSpLocks/>
          </p:cNvGrpSpPr>
          <p:nvPr/>
        </p:nvGrpSpPr>
        <p:grpSpPr bwMode="auto">
          <a:xfrm>
            <a:off x="2522538" y="2220913"/>
            <a:ext cx="1617662" cy="622300"/>
            <a:chOff x="993" y="1209"/>
            <a:chExt cx="878" cy="633"/>
          </a:xfrm>
        </p:grpSpPr>
        <p:sp>
          <p:nvSpPr>
            <p:cNvPr id="65641" name="Rectangle 31"/>
            <p:cNvSpPr>
              <a:spLocks noChangeArrowheads="1"/>
            </p:cNvSpPr>
            <p:nvPr/>
          </p:nvSpPr>
          <p:spPr bwMode="auto">
            <a:xfrm>
              <a:off x="1036" y="1209"/>
              <a:ext cx="792" cy="633"/>
            </a:xfrm>
            <a:prstGeom prst="rect">
              <a:avLst/>
            </a:prstGeom>
            <a:noFill/>
            <a:ln w="9525">
              <a:noFill/>
              <a:miter lim="800000"/>
              <a:headEnd/>
              <a:tailEnd/>
            </a:ln>
          </p:spPr>
          <p:txBody>
            <a:bodyPr/>
            <a:lstStyle/>
            <a:p>
              <a:pPr algn="just" eaLnBrk="1" hangingPunct="1"/>
              <a:r>
                <a:rPr lang="en-US" sz="1400" b="1">
                  <a:latin typeface="Gill Sans MT" panose="020B0502020104020203" pitchFamily="34" charset="0"/>
                  <a:cs typeface="Arial" charset="0"/>
                </a:rPr>
                <a:t>40 or 104 bits</a:t>
              </a:r>
              <a:endParaRPr lang="en-US" sz="1400">
                <a:latin typeface="Gill Sans MT" panose="020B0502020104020203" pitchFamily="34" charset="0"/>
                <a:ea typeface="Arial Unicode MS" pitchFamily="34" charset="-128"/>
                <a:cs typeface="Arial Unicode MS" pitchFamily="34" charset="-128"/>
              </a:endParaRPr>
            </a:p>
            <a:p>
              <a:pPr algn="just"/>
              <a:endParaRPr lang="en-US" sz="1400">
                <a:latin typeface="Gill Sans MT" panose="020B0502020104020203" pitchFamily="34" charset="0"/>
              </a:endParaRPr>
            </a:p>
          </p:txBody>
        </p:sp>
        <p:sp>
          <p:nvSpPr>
            <p:cNvPr id="65642" name="Rectangle 32"/>
            <p:cNvSpPr>
              <a:spLocks noChangeArrowheads="1"/>
            </p:cNvSpPr>
            <p:nvPr/>
          </p:nvSpPr>
          <p:spPr bwMode="auto">
            <a:xfrm>
              <a:off x="993" y="1209"/>
              <a:ext cx="878" cy="633"/>
            </a:xfrm>
            <a:prstGeom prst="rect">
              <a:avLst/>
            </a:prstGeom>
            <a:noFill/>
            <a:ln w="7">
              <a:solidFill>
                <a:srgbClr val="A0A0A0"/>
              </a:solidFill>
              <a:miter lim="800000"/>
              <a:headEnd/>
              <a:tailEnd/>
            </a:ln>
          </p:spPr>
          <p:txBody>
            <a:bodyPr wrap="none"/>
            <a:lstStyle/>
            <a:p>
              <a:endParaRPr lang="en-US" sz="1400">
                <a:latin typeface="Gill Sans MT" panose="020B0502020104020203" pitchFamily="34" charset="0"/>
              </a:endParaRPr>
            </a:p>
          </p:txBody>
        </p:sp>
      </p:grpSp>
      <p:grpSp>
        <p:nvGrpSpPr>
          <p:cNvPr id="65548" name="Group 33"/>
          <p:cNvGrpSpPr>
            <a:grpSpLocks/>
          </p:cNvGrpSpPr>
          <p:nvPr/>
        </p:nvGrpSpPr>
        <p:grpSpPr bwMode="auto">
          <a:xfrm>
            <a:off x="4140200" y="2220913"/>
            <a:ext cx="2243138" cy="622300"/>
            <a:chOff x="1871" y="1209"/>
            <a:chExt cx="1219" cy="633"/>
          </a:xfrm>
        </p:grpSpPr>
        <p:sp>
          <p:nvSpPr>
            <p:cNvPr id="65639" name="Rectangle 34"/>
            <p:cNvSpPr>
              <a:spLocks noChangeArrowheads="1"/>
            </p:cNvSpPr>
            <p:nvPr/>
          </p:nvSpPr>
          <p:spPr bwMode="auto">
            <a:xfrm>
              <a:off x="1914" y="1209"/>
              <a:ext cx="1133" cy="633"/>
            </a:xfrm>
            <a:prstGeom prst="rect">
              <a:avLst/>
            </a:prstGeom>
            <a:noFill/>
            <a:ln w="9525">
              <a:noFill/>
              <a:miter lim="800000"/>
              <a:headEnd/>
              <a:tailEnd/>
            </a:ln>
          </p:spPr>
          <p:txBody>
            <a:bodyPr/>
            <a:lstStyle/>
            <a:p>
              <a:pPr algn="just" eaLnBrk="1" hangingPunct="1"/>
              <a:r>
                <a:rPr lang="en-US" sz="1400" b="1" dirty="0">
                  <a:latin typeface="Gill Sans MT" panose="020B0502020104020203" pitchFamily="34" charset="0"/>
                  <a:cs typeface="Arial" charset="0"/>
                </a:rPr>
                <a:t>128 </a:t>
              </a:r>
              <a:r>
                <a:rPr lang="en-US" sz="1400" b="1" dirty="0" smtClean="0">
                  <a:latin typeface="Gill Sans MT" panose="020B0502020104020203" pitchFamily="34" charset="0"/>
                  <a:cs typeface="Arial" charset="0"/>
                </a:rPr>
                <a:t>bits</a:t>
              </a:r>
              <a:endParaRPr lang="en-US" sz="1400" dirty="0">
                <a:latin typeface="Gill Sans MT" panose="020B0502020104020203" pitchFamily="34" charset="0"/>
                <a:ea typeface="Arial Unicode MS" pitchFamily="34" charset="-128"/>
                <a:cs typeface="Arial Unicode MS" pitchFamily="34" charset="-128"/>
              </a:endParaRPr>
            </a:p>
          </p:txBody>
        </p:sp>
        <p:sp>
          <p:nvSpPr>
            <p:cNvPr id="65640" name="Rectangle 35"/>
            <p:cNvSpPr>
              <a:spLocks noChangeArrowheads="1"/>
            </p:cNvSpPr>
            <p:nvPr/>
          </p:nvSpPr>
          <p:spPr bwMode="auto">
            <a:xfrm>
              <a:off x="1871" y="1209"/>
              <a:ext cx="1219" cy="633"/>
            </a:xfrm>
            <a:prstGeom prst="rect">
              <a:avLst/>
            </a:prstGeom>
            <a:noFill/>
            <a:ln w="7">
              <a:solidFill>
                <a:srgbClr val="A0A0A0"/>
              </a:solidFill>
              <a:miter lim="800000"/>
              <a:headEnd/>
              <a:tailEnd/>
            </a:ln>
          </p:spPr>
          <p:txBody>
            <a:bodyPr wrap="none"/>
            <a:lstStyle/>
            <a:p>
              <a:endParaRPr lang="en-US" sz="1400">
                <a:latin typeface="Gill Sans MT" panose="020B0502020104020203" pitchFamily="34" charset="0"/>
              </a:endParaRPr>
            </a:p>
          </p:txBody>
        </p:sp>
      </p:grpSp>
      <p:grpSp>
        <p:nvGrpSpPr>
          <p:cNvPr id="65549" name="Group 36"/>
          <p:cNvGrpSpPr>
            <a:grpSpLocks/>
          </p:cNvGrpSpPr>
          <p:nvPr/>
        </p:nvGrpSpPr>
        <p:grpSpPr bwMode="auto">
          <a:xfrm>
            <a:off x="6383338" y="2220913"/>
            <a:ext cx="2011362" cy="622300"/>
            <a:chOff x="3090" y="1209"/>
            <a:chExt cx="796" cy="633"/>
          </a:xfrm>
        </p:grpSpPr>
        <p:sp>
          <p:nvSpPr>
            <p:cNvPr id="65637" name="Rectangle 37"/>
            <p:cNvSpPr>
              <a:spLocks noChangeArrowheads="1"/>
            </p:cNvSpPr>
            <p:nvPr/>
          </p:nvSpPr>
          <p:spPr bwMode="auto">
            <a:xfrm>
              <a:off x="3133" y="1209"/>
              <a:ext cx="710" cy="633"/>
            </a:xfrm>
            <a:prstGeom prst="rect">
              <a:avLst/>
            </a:prstGeom>
            <a:noFill/>
            <a:ln w="9525">
              <a:noFill/>
              <a:miter lim="800000"/>
              <a:headEnd/>
              <a:tailEnd/>
            </a:ln>
          </p:spPr>
          <p:txBody>
            <a:bodyPr/>
            <a:lstStyle/>
            <a:p>
              <a:pPr algn="just" eaLnBrk="1" hangingPunct="1"/>
              <a:r>
                <a:rPr lang="en-US" sz="1400" b="1">
                  <a:latin typeface="Gill Sans MT" panose="020B0502020104020203" pitchFamily="34" charset="0"/>
                  <a:cs typeface="Arial" charset="0"/>
                </a:rPr>
                <a:t>128 bits</a:t>
              </a:r>
              <a:endParaRPr lang="en-US" sz="1400">
                <a:latin typeface="Gill Sans MT" panose="020B0502020104020203" pitchFamily="34" charset="0"/>
                <a:ea typeface="Arial Unicode MS" pitchFamily="34" charset="-128"/>
                <a:cs typeface="Arial Unicode MS" pitchFamily="34" charset="-128"/>
              </a:endParaRPr>
            </a:p>
            <a:p>
              <a:pPr algn="just"/>
              <a:endParaRPr lang="en-US" sz="1400">
                <a:latin typeface="Gill Sans MT" panose="020B0502020104020203" pitchFamily="34" charset="0"/>
              </a:endParaRPr>
            </a:p>
          </p:txBody>
        </p:sp>
        <p:sp>
          <p:nvSpPr>
            <p:cNvPr id="65638" name="Rectangle 38"/>
            <p:cNvSpPr>
              <a:spLocks noChangeArrowheads="1"/>
            </p:cNvSpPr>
            <p:nvPr/>
          </p:nvSpPr>
          <p:spPr bwMode="auto">
            <a:xfrm>
              <a:off x="3090" y="1209"/>
              <a:ext cx="796" cy="633"/>
            </a:xfrm>
            <a:prstGeom prst="rect">
              <a:avLst/>
            </a:prstGeom>
            <a:noFill/>
            <a:ln w="7">
              <a:solidFill>
                <a:srgbClr val="A0A0A0"/>
              </a:solidFill>
              <a:miter lim="800000"/>
              <a:headEnd/>
              <a:tailEnd/>
            </a:ln>
          </p:spPr>
          <p:txBody>
            <a:bodyPr wrap="none"/>
            <a:lstStyle/>
            <a:p>
              <a:endParaRPr lang="en-US" sz="1400">
                <a:latin typeface="Gill Sans MT" panose="020B0502020104020203" pitchFamily="34" charset="0"/>
              </a:endParaRPr>
            </a:p>
          </p:txBody>
        </p:sp>
      </p:grpSp>
      <p:grpSp>
        <p:nvGrpSpPr>
          <p:cNvPr id="65550" name="Group 39"/>
          <p:cNvGrpSpPr>
            <a:grpSpLocks/>
          </p:cNvGrpSpPr>
          <p:nvPr/>
        </p:nvGrpSpPr>
        <p:grpSpPr bwMode="auto">
          <a:xfrm>
            <a:off x="695325" y="2843213"/>
            <a:ext cx="1827213" cy="508000"/>
            <a:chOff x="0" y="1842"/>
            <a:chExt cx="993" cy="518"/>
          </a:xfrm>
        </p:grpSpPr>
        <p:sp>
          <p:nvSpPr>
            <p:cNvPr id="65635" name="Rectangle 40"/>
            <p:cNvSpPr>
              <a:spLocks noChangeArrowheads="1"/>
            </p:cNvSpPr>
            <p:nvPr/>
          </p:nvSpPr>
          <p:spPr bwMode="auto">
            <a:xfrm>
              <a:off x="43" y="1842"/>
              <a:ext cx="907" cy="518"/>
            </a:xfrm>
            <a:prstGeom prst="rect">
              <a:avLst/>
            </a:prstGeom>
            <a:noFill/>
            <a:ln w="9525">
              <a:noFill/>
              <a:miter lim="800000"/>
              <a:headEnd/>
              <a:tailEnd/>
            </a:ln>
          </p:spPr>
          <p:txBody>
            <a:bodyPr/>
            <a:lstStyle/>
            <a:p>
              <a:pPr algn="just" eaLnBrk="1" hangingPunct="1"/>
              <a:r>
                <a:rPr lang="en-US" sz="1400" b="1">
                  <a:solidFill>
                    <a:schemeClr val="tx2"/>
                  </a:solidFill>
                  <a:latin typeface="Gill Sans MT" panose="020B0502020104020203" pitchFamily="34" charset="0"/>
                  <a:cs typeface="Arial" charset="0"/>
                </a:rPr>
                <a:t>Key Life</a:t>
              </a:r>
              <a:endParaRPr lang="en-US" sz="1400">
                <a:solidFill>
                  <a:schemeClr val="tx2"/>
                </a:solidFill>
                <a:latin typeface="Gill Sans MT" panose="020B0502020104020203" pitchFamily="34" charset="0"/>
                <a:ea typeface="Arial Unicode MS" pitchFamily="34" charset="-128"/>
                <a:cs typeface="Arial Unicode MS" pitchFamily="34" charset="-128"/>
              </a:endParaRPr>
            </a:p>
            <a:p>
              <a:pPr algn="just"/>
              <a:endParaRPr lang="en-US" sz="1400">
                <a:solidFill>
                  <a:schemeClr val="tx2"/>
                </a:solidFill>
                <a:latin typeface="Gill Sans MT" panose="020B0502020104020203" pitchFamily="34" charset="0"/>
              </a:endParaRPr>
            </a:p>
          </p:txBody>
        </p:sp>
        <p:sp>
          <p:nvSpPr>
            <p:cNvPr id="65636" name="Rectangle 41"/>
            <p:cNvSpPr>
              <a:spLocks noChangeArrowheads="1"/>
            </p:cNvSpPr>
            <p:nvPr/>
          </p:nvSpPr>
          <p:spPr bwMode="auto">
            <a:xfrm>
              <a:off x="0" y="1842"/>
              <a:ext cx="993" cy="518"/>
            </a:xfrm>
            <a:prstGeom prst="rect">
              <a:avLst/>
            </a:prstGeom>
            <a:noFill/>
            <a:ln w="7">
              <a:solidFill>
                <a:srgbClr val="A0A0A0"/>
              </a:solidFill>
              <a:miter lim="800000"/>
              <a:headEnd/>
              <a:tailEnd/>
            </a:ln>
          </p:spPr>
          <p:txBody>
            <a:bodyPr wrap="none"/>
            <a:lstStyle/>
            <a:p>
              <a:endParaRPr lang="en-US" sz="1400">
                <a:latin typeface="Gill Sans MT" panose="020B0502020104020203" pitchFamily="34" charset="0"/>
              </a:endParaRPr>
            </a:p>
          </p:txBody>
        </p:sp>
      </p:grpSp>
      <p:grpSp>
        <p:nvGrpSpPr>
          <p:cNvPr id="65551" name="Group 42"/>
          <p:cNvGrpSpPr>
            <a:grpSpLocks/>
          </p:cNvGrpSpPr>
          <p:nvPr/>
        </p:nvGrpSpPr>
        <p:grpSpPr bwMode="auto">
          <a:xfrm>
            <a:off x="2522538" y="2843213"/>
            <a:ext cx="1617662" cy="508000"/>
            <a:chOff x="993" y="1842"/>
            <a:chExt cx="878" cy="518"/>
          </a:xfrm>
        </p:grpSpPr>
        <p:sp>
          <p:nvSpPr>
            <p:cNvPr id="65633" name="Rectangle 43"/>
            <p:cNvSpPr>
              <a:spLocks noChangeArrowheads="1"/>
            </p:cNvSpPr>
            <p:nvPr/>
          </p:nvSpPr>
          <p:spPr bwMode="auto">
            <a:xfrm>
              <a:off x="1036" y="1842"/>
              <a:ext cx="792" cy="518"/>
            </a:xfrm>
            <a:prstGeom prst="rect">
              <a:avLst/>
            </a:prstGeom>
            <a:noFill/>
            <a:ln w="9525">
              <a:noFill/>
              <a:miter lim="800000"/>
              <a:headEnd/>
              <a:tailEnd/>
            </a:ln>
          </p:spPr>
          <p:txBody>
            <a:bodyPr/>
            <a:lstStyle/>
            <a:p>
              <a:pPr algn="just" eaLnBrk="1" hangingPunct="1"/>
              <a:r>
                <a:rPr lang="en-US" sz="1400" b="1">
                  <a:latin typeface="Gill Sans MT" panose="020B0502020104020203" pitchFamily="34" charset="0"/>
                  <a:cs typeface="Arial" charset="0"/>
                </a:rPr>
                <a:t>24 bits IV, wrap</a:t>
              </a:r>
              <a:endParaRPr lang="en-US" sz="1400">
                <a:latin typeface="Gill Sans MT" panose="020B0502020104020203" pitchFamily="34" charset="0"/>
                <a:ea typeface="Arial Unicode MS" pitchFamily="34" charset="-128"/>
                <a:cs typeface="Arial Unicode MS" pitchFamily="34" charset="-128"/>
              </a:endParaRPr>
            </a:p>
            <a:p>
              <a:pPr algn="just"/>
              <a:endParaRPr lang="en-US" sz="1400">
                <a:latin typeface="Gill Sans MT" panose="020B0502020104020203" pitchFamily="34" charset="0"/>
              </a:endParaRPr>
            </a:p>
          </p:txBody>
        </p:sp>
        <p:sp>
          <p:nvSpPr>
            <p:cNvPr id="65634" name="Rectangle 44"/>
            <p:cNvSpPr>
              <a:spLocks noChangeArrowheads="1"/>
            </p:cNvSpPr>
            <p:nvPr/>
          </p:nvSpPr>
          <p:spPr bwMode="auto">
            <a:xfrm>
              <a:off x="993" y="1842"/>
              <a:ext cx="878" cy="518"/>
            </a:xfrm>
            <a:prstGeom prst="rect">
              <a:avLst/>
            </a:prstGeom>
            <a:noFill/>
            <a:ln w="7">
              <a:solidFill>
                <a:srgbClr val="A0A0A0"/>
              </a:solidFill>
              <a:miter lim="800000"/>
              <a:headEnd/>
              <a:tailEnd/>
            </a:ln>
          </p:spPr>
          <p:txBody>
            <a:bodyPr wrap="none"/>
            <a:lstStyle/>
            <a:p>
              <a:endParaRPr lang="en-US" sz="1400">
                <a:latin typeface="Gill Sans MT" panose="020B0502020104020203" pitchFamily="34" charset="0"/>
              </a:endParaRPr>
            </a:p>
          </p:txBody>
        </p:sp>
      </p:grpSp>
      <p:grpSp>
        <p:nvGrpSpPr>
          <p:cNvPr id="65552" name="Group 45"/>
          <p:cNvGrpSpPr>
            <a:grpSpLocks/>
          </p:cNvGrpSpPr>
          <p:nvPr/>
        </p:nvGrpSpPr>
        <p:grpSpPr bwMode="auto">
          <a:xfrm>
            <a:off x="4140200" y="2843213"/>
            <a:ext cx="2243138" cy="508000"/>
            <a:chOff x="1871" y="1842"/>
            <a:chExt cx="1219" cy="518"/>
          </a:xfrm>
        </p:grpSpPr>
        <p:sp>
          <p:nvSpPr>
            <p:cNvPr id="65631" name="Rectangle 46"/>
            <p:cNvSpPr>
              <a:spLocks noChangeArrowheads="1"/>
            </p:cNvSpPr>
            <p:nvPr/>
          </p:nvSpPr>
          <p:spPr bwMode="auto">
            <a:xfrm>
              <a:off x="1914" y="1842"/>
              <a:ext cx="1133" cy="518"/>
            </a:xfrm>
            <a:prstGeom prst="rect">
              <a:avLst/>
            </a:prstGeom>
            <a:noFill/>
            <a:ln w="9525">
              <a:noFill/>
              <a:miter lim="800000"/>
              <a:headEnd/>
              <a:tailEnd/>
            </a:ln>
          </p:spPr>
          <p:txBody>
            <a:bodyPr/>
            <a:lstStyle/>
            <a:p>
              <a:pPr algn="just" eaLnBrk="1" hangingPunct="1"/>
              <a:r>
                <a:rPr lang="en-US" sz="1400" b="1">
                  <a:latin typeface="Gill Sans MT" panose="020B0502020104020203" pitchFamily="34" charset="0"/>
                  <a:cs typeface="Arial" charset="0"/>
                </a:rPr>
                <a:t>48 bits IV</a:t>
              </a:r>
              <a:endParaRPr lang="en-US" sz="1400">
                <a:latin typeface="Gill Sans MT" panose="020B0502020104020203" pitchFamily="34" charset="0"/>
                <a:ea typeface="Arial Unicode MS" pitchFamily="34" charset="-128"/>
                <a:cs typeface="Arial Unicode MS" pitchFamily="34" charset="-128"/>
              </a:endParaRPr>
            </a:p>
            <a:p>
              <a:pPr algn="just"/>
              <a:endParaRPr lang="en-US" sz="1400">
                <a:latin typeface="Gill Sans MT" panose="020B0502020104020203" pitchFamily="34" charset="0"/>
              </a:endParaRPr>
            </a:p>
          </p:txBody>
        </p:sp>
        <p:sp>
          <p:nvSpPr>
            <p:cNvPr id="65632" name="Rectangle 47"/>
            <p:cNvSpPr>
              <a:spLocks noChangeArrowheads="1"/>
            </p:cNvSpPr>
            <p:nvPr/>
          </p:nvSpPr>
          <p:spPr bwMode="auto">
            <a:xfrm>
              <a:off x="1871" y="1842"/>
              <a:ext cx="1219" cy="518"/>
            </a:xfrm>
            <a:prstGeom prst="rect">
              <a:avLst/>
            </a:prstGeom>
            <a:noFill/>
            <a:ln w="7">
              <a:solidFill>
                <a:srgbClr val="A0A0A0"/>
              </a:solidFill>
              <a:miter lim="800000"/>
              <a:headEnd/>
              <a:tailEnd/>
            </a:ln>
          </p:spPr>
          <p:txBody>
            <a:bodyPr wrap="none"/>
            <a:lstStyle/>
            <a:p>
              <a:endParaRPr lang="en-US" sz="1400">
                <a:latin typeface="Gill Sans MT" panose="020B0502020104020203" pitchFamily="34" charset="0"/>
              </a:endParaRPr>
            </a:p>
          </p:txBody>
        </p:sp>
      </p:grpSp>
      <p:grpSp>
        <p:nvGrpSpPr>
          <p:cNvPr id="65553" name="Group 48"/>
          <p:cNvGrpSpPr>
            <a:grpSpLocks/>
          </p:cNvGrpSpPr>
          <p:nvPr/>
        </p:nvGrpSpPr>
        <p:grpSpPr bwMode="auto">
          <a:xfrm>
            <a:off x="6383338" y="2843213"/>
            <a:ext cx="2011362" cy="508000"/>
            <a:chOff x="3090" y="1842"/>
            <a:chExt cx="796" cy="518"/>
          </a:xfrm>
        </p:grpSpPr>
        <p:sp>
          <p:nvSpPr>
            <p:cNvPr id="65629" name="Rectangle 49"/>
            <p:cNvSpPr>
              <a:spLocks noChangeArrowheads="1"/>
            </p:cNvSpPr>
            <p:nvPr/>
          </p:nvSpPr>
          <p:spPr bwMode="auto">
            <a:xfrm>
              <a:off x="3133" y="1842"/>
              <a:ext cx="710" cy="518"/>
            </a:xfrm>
            <a:prstGeom prst="rect">
              <a:avLst/>
            </a:prstGeom>
            <a:noFill/>
            <a:ln w="9525">
              <a:noFill/>
              <a:miter lim="800000"/>
              <a:headEnd/>
              <a:tailEnd/>
            </a:ln>
          </p:spPr>
          <p:txBody>
            <a:bodyPr/>
            <a:lstStyle/>
            <a:p>
              <a:pPr algn="just" eaLnBrk="1" hangingPunct="1"/>
              <a:r>
                <a:rPr lang="en-US" sz="1400" b="1">
                  <a:latin typeface="Gill Sans MT" panose="020B0502020104020203" pitchFamily="34" charset="0"/>
                  <a:cs typeface="Arial" charset="0"/>
                </a:rPr>
                <a:t>48 bits IV</a:t>
              </a:r>
              <a:endParaRPr lang="en-US" sz="1400">
                <a:latin typeface="Gill Sans MT" panose="020B0502020104020203" pitchFamily="34" charset="0"/>
                <a:ea typeface="Arial Unicode MS" pitchFamily="34" charset="-128"/>
                <a:cs typeface="Arial Unicode MS" pitchFamily="34" charset="-128"/>
              </a:endParaRPr>
            </a:p>
            <a:p>
              <a:pPr algn="just"/>
              <a:endParaRPr lang="en-US" sz="1400">
                <a:latin typeface="Gill Sans MT" panose="020B0502020104020203" pitchFamily="34" charset="0"/>
              </a:endParaRPr>
            </a:p>
          </p:txBody>
        </p:sp>
        <p:sp>
          <p:nvSpPr>
            <p:cNvPr id="65630" name="Rectangle 50"/>
            <p:cNvSpPr>
              <a:spLocks noChangeArrowheads="1"/>
            </p:cNvSpPr>
            <p:nvPr/>
          </p:nvSpPr>
          <p:spPr bwMode="auto">
            <a:xfrm>
              <a:off x="3090" y="1842"/>
              <a:ext cx="796" cy="518"/>
            </a:xfrm>
            <a:prstGeom prst="rect">
              <a:avLst/>
            </a:prstGeom>
            <a:noFill/>
            <a:ln w="7">
              <a:solidFill>
                <a:srgbClr val="A0A0A0"/>
              </a:solidFill>
              <a:miter lim="800000"/>
              <a:headEnd/>
              <a:tailEnd/>
            </a:ln>
          </p:spPr>
          <p:txBody>
            <a:bodyPr wrap="none"/>
            <a:lstStyle/>
            <a:p>
              <a:endParaRPr lang="en-US" sz="1400">
                <a:latin typeface="Gill Sans MT" panose="020B0502020104020203" pitchFamily="34" charset="0"/>
              </a:endParaRPr>
            </a:p>
          </p:txBody>
        </p:sp>
      </p:grpSp>
      <p:grpSp>
        <p:nvGrpSpPr>
          <p:cNvPr id="65554" name="Group 51"/>
          <p:cNvGrpSpPr>
            <a:grpSpLocks/>
          </p:cNvGrpSpPr>
          <p:nvPr/>
        </p:nvGrpSpPr>
        <p:grpSpPr bwMode="auto">
          <a:xfrm>
            <a:off x="695325" y="3351213"/>
            <a:ext cx="1827213" cy="396875"/>
            <a:chOff x="0" y="2360"/>
            <a:chExt cx="993" cy="403"/>
          </a:xfrm>
        </p:grpSpPr>
        <p:sp>
          <p:nvSpPr>
            <p:cNvPr id="65627" name="Rectangle 52"/>
            <p:cNvSpPr>
              <a:spLocks noChangeArrowheads="1"/>
            </p:cNvSpPr>
            <p:nvPr/>
          </p:nvSpPr>
          <p:spPr bwMode="auto">
            <a:xfrm>
              <a:off x="43" y="2360"/>
              <a:ext cx="907" cy="403"/>
            </a:xfrm>
            <a:prstGeom prst="rect">
              <a:avLst/>
            </a:prstGeom>
            <a:noFill/>
            <a:ln w="9525">
              <a:noFill/>
              <a:miter lim="800000"/>
              <a:headEnd/>
              <a:tailEnd/>
            </a:ln>
          </p:spPr>
          <p:txBody>
            <a:bodyPr/>
            <a:lstStyle/>
            <a:p>
              <a:pPr algn="just" eaLnBrk="1" hangingPunct="1"/>
              <a:r>
                <a:rPr lang="en-US" sz="1400" b="1">
                  <a:solidFill>
                    <a:schemeClr val="tx2"/>
                  </a:solidFill>
                  <a:latin typeface="Gill Sans MT" panose="020B0502020104020203" pitchFamily="34" charset="0"/>
                  <a:cs typeface="Arial" charset="0"/>
                </a:rPr>
                <a:t>Packet Key</a:t>
              </a:r>
              <a:endParaRPr lang="en-US" sz="1400">
                <a:solidFill>
                  <a:schemeClr val="tx2"/>
                </a:solidFill>
                <a:latin typeface="Gill Sans MT" panose="020B0502020104020203" pitchFamily="34" charset="0"/>
                <a:ea typeface="Arial Unicode MS" pitchFamily="34" charset="-128"/>
                <a:cs typeface="Arial Unicode MS" pitchFamily="34" charset="-128"/>
              </a:endParaRPr>
            </a:p>
            <a:p>
              <a:pPr algn="just"/>
              <a:endParaRPr lang="en-US" sz="1400">
                <a:solidFill>
                  <a:schemeClr val="tx2"/>
                </a:solidFill>
                <a:latin typeface="Gill Sans MT" panose="020B0502020104020203" pitchFamily="34" charset="0"/>
              </a:endParaRPr>
            </a:p>
          </p:txBody>
        </p:sp>
        <p:sp>
          <p:nvSpPr>
            <p:cNvPr id="65628" name="Rectangle 53"/>
            <p:cNvSpPr>
              <a:spLocks noChangeArrowheads="1"/>
            </p:cNvSpPr>
            <p:nvPr/>
          </p:nvSpPr>
          <p:spPr bwMode="auto">
            <a:xfrm>
              <a:off x="0" y="2360"/>
              <a:ext cx="993" cy="403"/>
            </a:xfrm>
            <a:prstGeom prst="rect">
              <a:avLst/>
            </a:prstGeom>
            <a:noFill/>
            <a:ln w="7">
              <a:solidFill>
                <a:srgbClr val="A0A0A0"/>
              </a:solidFill>
              <a:miter lim="800000"/>
              <a:headEnd/>
              <a:tailEnd/>
            </a:ln>
          </p:spPr>
          <p:txBody>
            <a:bodyPr wrap="none"/>
            <a:lstStyle/>
            <a:p>
              <a:endParaRPr lang="en-GB" sz="1400">
                <a:solidFill>
                  <a:schemeClr val="tx2"/>
                </a:solidFill>
                <a:latin typeface="Gill Sans MT" panose="020B0502020104020203" pitchFamily="34" charset="0"/>
              </a:endParaRPr>
            </a:p>
          </p:txBody>
        </p:sp>
      </p:grpSp>
      <p:grpSp>
        <p:nvGrpSpPr>
          <p:cNvPr id="65555" name="Group 54"/>
          <p:cNvGrpSpPr>
            <a:grpSpLocks/>
          </p:cNvGrpSpPr>
          <p:nvPr/>
        </p:nvGrpSpPr>
        <p:grpSpPr bwMode="auto">
          <a:xfrm>
            <a:off x="2522538" y="3351213"/>
            <a:ext cx="1617662" cy="396875"/>
            <a:chOff x="993" y="2360"/>
            <a:chExt cx="878" cy="403"/>
          </a:xfrm>
        </p:grpSpPr>
        <p:sp>
          <p:nvSpPr>
            <p:cNvPr id="65625" name="Rectangle 55"/>
            <p:cNvSpPr>
              <a:spLocks noChangeArrowheads="1"/>
            </p:cNvSpPr>
            <p:nvPr/>
          </p:nvSpPr>
          <p:spPr bwMode="auto">
            <a:xfrm>
              <a:off x="1036" y="2360"/>
              <a:ext cx="792" cy="403"/>
            </a:xfrm>
            <a:prstGeom prst="rect">
              <a:avLst/>
            </a:prstGeom>
            <a:noFill/>
            <a:ln w="9525">
              <a:noFill/>
              <a:miter lim="800000"/>
              <a:headEnd/>
              <a:tailEnd/>
            </a:ln>
          </p:spPr>
          <p:txBody>
            <a:bodyPr/>
            <a:lstStyle/>
            <a:p>
              <a:pPr algn="just" eaLnBrk="1" hangingPunct="1"/>
              <a:r>
                <a:rPr lang="en-US" sz="1400" b="1">
                  <a:latin typeface="Gill Sans MT" panose="020B0502020104020203" pitchFamily="34" charset="0"/>
                  <a:cs typeface="Arial" charset="0"/>
                </a:rPr>
                <a:t>Concatenated</a:t>
              </a:r>
              <a:endParaRPr lang="en-US" sz="1400">
                <a:latin typeface="Gill Sans MT" panose="020B0502020104020203" pitchFamily="34" charset="0"/>
                <a:ea typeface="Arial Unicode MS" pitchFamily="34" charset="-128"/>
                <a:cs typeface="Arial Unicode MS" pitchFamily="34" charset="-128"/>
              </a:endParaRPr>
            </a:p>
            <a:p>
              <a:pPr algn="just"/>
              <a:endParaRPr lang="en-US" sz="1400">
                <a:latin typeface="Gill Sans MT" panose="020B0502020104020203" pitchFamily="34" charset="0"/>
              </a:endParaRPr>
            </a:p>
          </p:txBody>
        </p:sp>
        <p:sp>
          <p:nvSpPr>
            <p:cNvPr id="65626" name="Rectangle 56"/>
            <p:cNvSpPr>
              <a:spLocks noChangeArrowheads="1"/>
            </p:cNvSpPr>
            <p:nvPr/>
          </p:nvSpPr>
          <p:spPr bwMode="auto">
            <a:xfrm>
              <a:off x="993" y="2360"/>
              <a:ext cx="878" cy="403"/>
            </a:xfrm>
            <a:prstGeom prst="rect">
              <a:avLst/>
            </a:prstGeom>
            <a:noFill/>
            <a:ln w="7">
              <a:solidFill>
                <a:srgbClr val="A0A0A0"/>
              </a:solidFill>
              <a:miter lim="800000"/>
              <a:headEnd/>
              <a:tailEnd/>
            </a:ln>
          </p:spPr>
          <p:txBody>
            <a:bodyPr wrap="none"/>
            <a:lstStyle/>
            <a:p>
              <a:endParaRPr lang="en-US" sz="1400">
                <a:latin typeface="Gill Sans MT" panose="020B0502020104020203" pitchFamily="34" charset="0"/>
              </a:endParaRPr>
            </a:p>
          </p:txBody>
        </p:sp>
      </p:grpSp>
      <p:grpSp>
        <p:nvGrpSpPr>
          <p:cNvPr id="65556" name="Group 57"/>
          <p:cNvGrpSpPr>
            <a:grpSpLocks/>
          </p:cNvGrpSpPr>
          <p:nvPr/>
        </p:nvGrpSpPr>
        <p:grpSpPr bwMode="auto">
          <a:xfrm>
            <a:off x="4140200" y="3351213"/>
            <a:ext cx="2243138" cy="396875"/>
            <a:chOff x="1871" y="2360"/>
            <a:chExt cx="1219" cy="403"/>
          </a:xfrm>
        </p:grpSpPr>
        <p:sp>
          <p:nvSpPr>
            <p:cNvPr id="65623" name="Rectangle 58"/>
            <p:cNvSpPr>
              <a:spLocks noChangeArrowheads="1"/>
            </p:cNvSpPr>
            <p:nvPr/>
          </p:nvSpPr>
          <p:spPr bwMode="auto">
            <a:xfrm>
              <a:off x="1914" y="2360"/>
              <a:ext cx="1133" cy="403"/>
            </a:xfrm>
            <a:prstGeom prst="rect">
              <a:avLst/>
            </a:prstGeom>
            <a:noFill/>
            <a:ln w="9525">
              <a:noFill/>
              <a:miter lim="800000"/>
              <a:headEnd/>
              <a:tailEnd/>
            </a:ln>
          </p:spPr>
          <p:txBody>
            <a:bodyPr/>
            <a:lstStyle/>
            <a:p>
              <a:pPr algn="just" eaLnBrk="1" hangingPunct="1"/>
              <a:r>
                <a:rPr lang="en-US" sz="1400" b="1">
                  <a:latin typeface="Gill Sans MT" panose="020B0502020104020203" pitchFamily="34" charset="0"/>
                  <a:cs typeface="Arial" charset="0"/>
                </a:rPr>
                <a:t>Mixing Function</a:t>
              </a:r>
              <a:endParaRPr lang="en-US" sz="1400">
                <a:latin typeface="Gill Sans MT" panose="020B0502020104020203" pitchFamily="34" charset="0"/>
                <a:ea typeface="Arial Unicode MS" pitchFamily="34" charset="-128"/>
                <a:cs typeface="Arial Unicode MS" pitchFamily="34" charset="-128"/>
              </a:endParaRPr>
            </a:p>
            <a:p>
              <a:pPr algn="just"/>
              <a:endParaRPr lang="en-US" sz="1400">
                <a:latin typeface="Gill Sans MT" panose="020B0502020104020203" pitchFamily="34" charset="0"/>
              </a:endParaRPr>
            </a:p>
          </p:txBody>
        </p:sp>
        <p:sp>
          <p:nvSpPr>
            <p:cNvPr id="65624" name="Rectangle 59"/>
            <p:cNvSpPr>
              <a:spLocks noChangeArrowheads="1"/>
            </p:cNvSpPr>
            <p:nvPr/>
          </p:nvSpPr>
          <p:spPr bwMode="auto">
            <a:xfrm>
              <a:off x="1871" y="2360"/>
              <a:ext cx="1219" cy="403"/>
            </a:xfrm>
            <a:prstGeom prst="rect">
              <a:avLst/>
            </a:prstGeom>
            <a:noFill/>
            <a:ln w="7">
              <a:solidFill>
                <a:srgbClr val="A0A0A0"/>
              </a:solidFill>
              <a:miter lim="800000"/>
              <a:headEnd/>
              <a:tailEnd/>
            </a:ln>
          </p:spPr>
          <p:txBody>
            <a:bodyPr wrap="none"/>
            <a:lstStyle/>
            <a:p>
              <a:endParaRPr lang="en-US" sz="1400">
                <a:latin typeface="Gill Sans MT" panose="020B0502020104020203" pitchFamily="34" charset="0"/>
              </a:endParaRPr>
            </a:p>
          </p:txBody>
        </p:sp>
      </p:grpSp>
      <p:grpSp>
        <p:nvGrpSpPr>
          <p:cNvPr id="65557" name="Group 60"/>
          <p:cNvGrpSpPr>
            <a:grpSpLocks/>
          </p:cNvGrpSpPr>
          <p:nvPr/>
        </p:nvGrpSpPr>
        <p:grpSpPr bwMode="auto">
          <a:xfrm>
            <a:off x="6383338" y="3351213"/>
            <a:ext cx="2011362" cy="396875"/>
            <a:chOff x="3090" y="2360"/>
            <a:chExt cx="796" cy="403"/>
          </a:xfrm>
        </p:grpSpPr>
        <p:sp>
          <p:nvSpPr>
            <p:cNvPr id="65621" name="Rectangle 61"/>
            <p:cNvSpPr>
              <a:spLocks noChangeArrowheads="1"/>
            </p:cNvSpPr>
            <p:nvPr/>
          </p:nvSpPr>
          <p:spPr bwMode="auto">
            <a:xfrm>
              <a:off x="3133" y="2360"/>
              <a:ext cx="710" cy="403"/>
            </a:xfrm>
            <a:prstGeom prst="rect">
              <a:avLst/>
            </a:prstGeom>
            <a:noFill/>
            <a:ln w="9525">
              <a:noFill/>
              <a:miter lim="800000"/>
              <a:headEnd/>
              <a:tailEnd/>
            </a:ln>
          </p:spPr>
          <p:txBody>
            <a:bodyPr/>
            <a:lstStyle/>
            <a:p>
              <a:pPr algn="just" eaLnBrk="1" hangingPunct="1"/>
              <a:r>
                <a:rPr lang="en-US" sz="1400" b="1">
                  <a:latin typeface="Gill Sans MT" panose="020B0502020104020203" pitchFamily="34" charset="0"/>
                  <a:cs typeface="Arial" charset="0"/>
                </a:rPr>
                <a:t>Not Needed</a:t>
              </a:r>
              <a:endParaRPr lang="en-US" sz="1400">
                <a:latin typeface="Gill Sans MT" panose="020B0502020104020203" pitchFamily="34" charset="0"/>
                <a:ea typeface="Arial Unicode MS" pitchFamily="34" charset="-128"/>
                <a:cs typeface="Arial Unicode MS" pitchFamily="34" charset="-128"/>
              </a:endParaRPr>
            </a:p>
            <a:p>
              <a:pPr algn="just"/>
              <a:endParaRPr lang="en-US" sz="1400">
                <a:latin typeface="Gill Sans MT" panose="020B0502020104020203" pitchFamily="34" charset="0"/>
              </a:endParaRPr>
            </a:p>
          </p:txBody>
        </p:sp>
        <p:sp>
          <p:nvSpPr>
            <p:cNvPr id="65622" name="Rectangle 62"/>
            <p:cNvSpPr>
              <a:spLocks noChangeArrowheads="1"/>
            </p:cNvSpPr>
            <p:nvPr/>
          </p:nvSpPr>
          <p:spPr bwMode="auto">
            <a:xfrm>
              <a:off x="3090" y="2360"/>
              <a:ext cx="796" cy="403"/>
            </a:xfrm>
            <a:prstGeom prst="rect">
              <a:avLst/>
            </a:prstGeom>
            <a:noFill/>
            <a:ln w="7">
              <a:solidFill>
                <a:srgbClr val="A0A0A0"/>
              </a:solidFill>
              <a:miter lim="800000"/>
              <a:headEnd/>
              <a:tailEnd/>
            </a:ln>
          </p:spPr>
          <p:txBody>
            <a:bodyPr wrap="none"/>
            <a:lstStyle/>
            <a:p>
              <a:endParaRPr lang="en-US" sz="1400">
                <a:latin typeface="Gill Sans MT" panose="020B0502020104020203" pitchFamily="34" charset="0"/>
              </a:endParaRPr>
            </a:p>
          </p:txBody>
        </p:sp>
      </p:grpSp>
      <p:grpSp>
        <p:nvGrpSpPr>
          <p:cNvPr id="65558" name="Group 63"/>
          <p:cNvGrpSpPr>
            <a:grpSpLocks/>
          </p:cNvGrpSpPr>
          <p:nvPr/>
        </p:nvGrpSpPr>
        <p:grpSpPr bwMode="auto">
          <a:xfrm>
            <a:off x="695325" y="3748088"/>
            <a:ext cx="1827213" cy="395287"/>
            <a:chOff x="0" y="2763"/>
            <a:chExt cx="993" cy="403"/>
          </a:xfrm>
        </p:grpSpPr>
        <p:sp>
          <p:nvSpPr>
            <p:cNvPr id="65619" name="Rectangle 64"/>
            <p:cNvSpPr>
              <a:spLocks noChangeArrowheads="1"/>
            </p:cNvSpPr>
            <p:nvPr/>
          </p:nvSpPr>
          <p:spPr bwMode="auto">
            <a:xfrm>
              <a:off x="43" y="2763"/>
              <a:ext cx="907" cy="403"/>
            </a:xfrm>
            <a:prstGeom prst="rect">
              <a:avLst/>
            </a:prstGeom>
            <a:noFill/>
            <a:ln w="9525">
              <a:noFill/>
              <a:miter lim="800000"/>
              <a:headEnd/>
              <a:tailEnd/>
            </a:ln>
          </p:spPr>
          <p:txBody>
            <a:bodyPr/>
            <a:lstStyle/>
            <a:p>
              <a:pPr algn="just" eaLnBrk="1" hangingPunct="1"/>
              <a:r>
                <a:rPr lang="en-US" sz="1400" b="1">
                  <a:solidFill>
                    <a:schemeClr val="tx2"/>
                  </a:solidFill>
                  <a:latin typeface="Gill Sans MT" panose="020B0502020104020203" pitchFamily="34" charset="0"/>
                  <a:cs typeface="Arial" charset="0"/>
                </a:rPr>
                <a:t>Header Integrity</a:t>
              </a:r>
              <a:endParaRPr lang="en-US" sz="1400">
                <a:solidFill>
                  <a:schemeClr val="tx2"/>
                </a:solidFill>
                <a:latin typeface="Gill Sans MT" panose="020B0502020104020203" pitchFamily="34" charset="0"/>
                <a:ea typeface="Arial Unicode MS" pitchFamily="34" charset="-128"/>
                <a:cs typeface="Arial Unicode MS" pitchFamily="34" charset="-128"/>
              </a:endParaRPr>
            </a:p>
            <a:p>
              <a:pPr algn="just"/>
              <a:endParaRPr lang="en-US" sz="1400">
                <a:solidFill>
                  <a:schemeClr val="tx2"/>
                </a:solidFill>
                <a:latin typeface="Gill Sans MT" panose="020B0502020104020203" pitchFamily="34" charset="0"/>
              </a:endParaRPr>
            </a:p>
          </p:txBody>
        </p:sp>
        <p:sp>
          <p:nvSpPr>
            <p:cNvPr id="65620" name="Rectangle 65"/>
            <p:cNvSpPr>
              <a:spLocks noChangeArrowheads="1"/>
            </p:cNvSpPr>
            <p:nvPr/>
          </p:nvSpPr>
          <p:spPr bwMode="auto">
            <a:xfrm>
              <a:off x="0" y="2763"/>
              <a:ext cx="993" cy="403"/>
            </a:xfrm>
            <a:prstGeom prst="rect">
              <a:avLst/>
            </a:prstGeom>
            <a:noFill/>
            <a:ln w="7">
              <a:solidFill>
                <a:srgbClr val="A0A0A0"/>
              </a:solidFill>
              <a:miter lim="800000"/>
              <a:headEnd/>
              <a:tailEnd/>
            </a:ln>
          </p:spPr>
          <p:txBody>
            <a:bodyPr wrap="none"/>
            <a:lstStyle/>
            <a:p>
              <a:endParaRPr lang="en-US" sz="1400">
                <a:latin typeface="Gill Sans MT" panose="020B0502020104020203" pitchFamily="34" charset="0"/>
              </a:endParaRPr>
            </a:p>
          </p:txBody>
        </p:sp>
      </p:grpSp>
      <p:grpSp>
        <p:nvGrpSpPr>
          <p:cNvPr id="65559" name="Group 66"/>
          <p:cNvGrpSpPr>
            <a:grpSpLocks/>
          </p:cNvGrpSpPr>
          <p:nvPr/>
        </p:nvGrpSpPr>
        <p:grpSpPr bwMode="auto">
          <a:xfrm>
            <a:off x="2522538" y="3748088"/>
            <a:ext cx="1617662" cy="395287"/>
            <a:chOff x="993" y="2763"/>
            <a:chExt cx="878" cy="403"/>
          </a:xfrm>
        </p:grpSpPr>
        <p:sp>
          <p:nvSpPr>
            <p:cNvPr id="65617" name="Rectangle 67"/>
            <p:cNvSpPr>
              <a:spLocks noChangeArrowheads="1"/>
            </p:cNvSpPr>
            <p:nvPr/>
          </p:nvSpPr>
          <p:spPr bwMode="auto">
            <a:xfrm>
              <a:off x="1036" y="2763"/>
              <a:ext cx="792" cy="403"/>
            </a:xfrm>
            <a:prstGeom prst="rect">
              <a:avLst/>
            </a:prstGeom>
            <a:noFill/>
            <a:ln w="9525">
              <a:noFill/>
              <a:miter lim="800000"/>
              <a:headEnd/>
              <a:tailEnd/>
            </a:ln>
          </p:spPr>
          <p:txBody>
            <a:bodyPr/>
            <a:lstStyle/>
            <a:p>
              <a:pPr algn="just" eaLnBrk="1" hangingPunct="1"/>
              <a:r>
                <a:rPr lang="en-US" sz="1400" b="1">
                  <a:latin typeface="Gill Sans MT" panose="020B0502020104020203" pitchFamily="34" charset="0"/>
                  <a:cs typeface="Arial" charset="0"/>
                </a:rPr>
                <a:t>None</a:t>
              </a:r>
              <a:endParaRPr lang="en-US" sz="1400">
                <a:latin typeface="Gill Sans MT" panose="020B0502020104020203" pitchFamily="34" charset="0"/>
                <a:ea typeface="Arial Unicode MS" pitchFamily="34" charset="-128"/>
                <a:cs typeface="Arial Unicode MS" pitchFamily="34" charset="-128"/>
              </a:endParaRPr>
            </a:p>
            <a:p>
              <a:pPr algn="just"/>
              <a:endParaRPr lang="en-US" sz="1400">
                <a:latin typeface="Gill Sans MT" panose="020B0502020104020203" pitchFamily="34" charset="0"/>
              </a:endParaRPr>
            </a:p>
          </p:txBody>
        </p:sp>
        <p:sp>
          <p:nvSpPr>
            <p:cNvPr id="65618" name="Rectangle 68"/>
            <p:cNvSpPr>
              <a:spLocks noChangeArrowheads="1"/>
            </p:cNvSpPr>
            <p:nvPr/>
          </p:nvSpPr>
          <p:spPr bwMode="auto">
            <a:xfrm>
              <a:off x="993" y="2763"/>
              <a:ext cx="878" cy="403"/>
            </a:xfrm>
            <a:prstGeom prst="rect">
              <a:avLst/>
            </a:prstGeom>
            <a:noFill/>
            <a:ln w="7">
              <a:solidFill>
                <a:srgbClr val="A0A0A0"/>
              </a:solidFill>
              <a:miter lim="800000"/>
              <a:headEnd/>
              <a:tailEnd/>
            </a:ln>
          </p:spPr>
          <p:txBody>
            <a:bodyPr wrap="none"/>
            <a:lstStyle/>
            <a:p>
              <a:endParaRPr lang="en-US" sz="1400">
                <a:latin typeface="Gill Sans MT" panose="020B0502020104020203" pitchFamily="34" charset="0"/>
              </a:endParaRPr>
            </a:p>
          </p:txBody>
        </p:sp>
      </p:grpSp>
      <p:grpSp>
        <p:nvGrpSpPr>
          <p:cNvPr id="65560" name="Group 69"/>
          <p:cNvGrpSpPr>
            <a:grpSpLocks/>
          </p:cNvGrpSpPr>
          <p:nvPr/>
        </p:nvGrpSpPr>
        <p:grpSpPr bwMode="auto">
          <a:xfrm>
            <a:off x="4140200" y="3748088"/>
            <a:ext cx="2243138" cy="395287"/>
            <a:chOff x="1871" y="2763"/>
            <a:chExt cx="1219" cy="403"/>
          </a:xfrm>
        </p:grpSpPr>
        <p:sp>
          <p:nvSpPr>
            <p:cNvPr id="65615" name="Rectangle 70"/>
            <p:cNvSpPr>
              <a:spLocks noChangeArrowheads="1"/>
            </p:cNvSpPr>
            <p:nvPr/>
          </p:nvSpPr>
          <p:spPr bwMode="auto">
            <a:xfrm>
              <a:off x="1914" y="2763"/>
              <a:ext cx="1133" cy="403"/>
            </a:xfrm>
            <a:prstGeom prst="rect">
              <a:avLst/>
            </a:prstGeom>
            <a:noFill/>
            <a:ln w="9525">
              <a:noFill/>
              <a:miter lim="800000"/>
              <a:headEnd/>
              <a:tailEnd/>
            </a:ln>
          </p:spPr>
          <p:txBody>
            <a:bodyPr/>
            <a:lstStyle/>
            <a:p>
              <a:pPr algn="just" eaLnBrk="1" hangingPunct="1"/>
              <a:r>
                <a:rPr lang="en-US" sz="1400" b="1">
                  <a:latin typeface="Gill Sans MT" panose="020B0502020104020203" pitchFamily="34" charset="0"/>
                  <a:cs typeface="Arial" charset="0"/>
                </a:rPr>
                <a:t>Michael</a:t>
              </a:r>
              <a:endParaRPr lang="en-US" sz="1400">
                <a:latin typeface="Gill Sans MT" panose="020B0502020104020203" pitchFamily="34" charset="0"/>
                <a:ea typeface="Arial Unicode MS" pitchFamily="34" charset="-128"/>
                <a:cs typeface="Arial Unicode MS" pitchFamily="34" charset="-128"/>
              </a:endParaRPr>
            </a:p>
            <a:p>
              <a:pPr algn="just"/>
              <a:endParaRPr lang="en-US" sz="1400">
                <a:latin typeface="Gill Sans MT" panose="020B0502020104020203" pitchFamily="34" charset="0"/>
              </a:endParaRPr>
            </a:p>
          </p:txBody>
        </p:sp>
        <p:sp>
          <p:nvSpPr>
            <p:cNvPr id="65616" name="Rectangle 71"/>
            <p:cNvSpPr>
              <a:spLocks noChangeArrowheads="1"/>
            </p:cNvSpPr>
            <p:nvPr/>
          </p:nvSpPr>
          <p:spPr bwMode="auto">
            <a:xfrm>
              <a:off x="1871" y="2763"/>
              <a:ext cx="1219" cy="403"/>
            </a:xfrm>
            <a:prstGeom prst="rect">
              <a:avLst/>
            </a:prstGeom>
            <a:noFill/>
            <a:ln w="7">
              <a:solidFill>
                <a:srgbClr val="A0A0A0"/>
              </a:solidFill>
              <a:miter lim="800000"/>
              <a:headEnd/>
              <a:tailEnd/>
            </a:ln>
          </p:spPr>
          <p:txBody>
            <a:bodyPr wrap="none"/>
            <a:lstStyle/>
            <a:p>
              <a:endParaRPr lang="en-US" sz="1400">
                <a:latin typeface="Gill Sans MT" panose="020B0502020104020203" pitchFamily="34" charset="0"/>
              </a:endParaRPr>
            </a:p>
          </p:txBody>
        </p:sp>
      </p:grpSp>
      <p:grpSp>
        <p:nvGrpSpPr>
          <p:cNvPr id="65561" name="Group 72"/>
          <p:cNvGrpSpPr>
            <a:grpSpLocks/>
          </p:cNvGrpSpPr>
          <p:nvPr/>
        </p:nvGrpSpPr>
        <p:grpSpPr bwMode="auto">
          <a:xfrm>
            <a:off x="6383338" y="3748088"/>
            <a:ext cx="2011362" cy="395287"/>
            <a:chOff x="3090" y="2763"/>
            <a:chExt cx="796" cy="403"/>
          </a:xfrm>
        </p:grpSpPr>
        <p:sp>
          <p:nvSpPr>
            <p:cNvPr id="65613" name="Rectangle 73"/>
            <p:cNvSpPr>
              <a:spLocks noChangeArrowheads="1"/>
            </p:cNvSpPr>
            <p:nvPr/>
          </p:nvSpPr>
          <p:spPr bwMode="auto">
            <a:xfrm>
              <a:off x="3133" y="2763"/>
              <a:ext cx="710" cy="403"/>
            </a:xfrm>
            <a:prstGeom prst="rect">
              <a:avLst/>
            </a:prstGeom>
            <a:noFill/>
            <a:ln w="9525">
              <a:noFill/>
              <a:miter lim="800000"/>
              <a:headEnd/>
              <a:tailEnd/>
            </a:ln>
          </p:spPr>
          <p:txBody>
            <a:bodyPr/>
            <a:lstStyle/>
            <a:p>
              <a:pPr algn="just" eaLnBrk="1" hangingPunct="1"/>
              <a:r>
                <a:rPr lang="en-US" sz="1400" b="1" dirty="0" smtClean="0">
                  <a:latin typeface="Gill Sans MT" panose="020B0502020104020203" pitchFamily="34" charset="0"/>
                  <a:cs typeface="Arial" charset="0"/>
                </a:rPr>
                <a:t>CCMP (AES)</a:t>
              </a:r>
              <a:endParaRPr lang="en-US" sz="1400" dirty="0">
                <a:latin typeface="Gill Sans MT" panose="020B0502020104020203" pitchFamily="34" charset="0"/>
                <a:ea typeface="Arial Unicode MS" pitchFamily="34" charset="-128"/>
                <a:cs typeface="Arial Unicode MS" pitchFamily="34" charset="-128"/>
              </a:endParaRPr>
            </a:p>
            <a:p>
              <a:pPr algn="just"/>
              <a:endParaRPr lang="en-US" sz="1400" dirty="0">
                <a:latin typeface="Gill Sans MT" panose="020B0502020104020203" pitchFamily="34" charset="0"/>
              </a:endParaRPr>
            </a:p>
          </p:txBody>
        </p:sp>
        <p:sp>
          <p:nvSpPr>
            <p:cNvPr id="65614" name="Rectangle 74"/>
            <p:cNvSpPr>
              <a:spLocks noChangeArrowheads="1"/>
            </p:cNvSpPr>
            <p:nvPr/>
          </p:nvSpPr>
          <p:spPr bwMode="auto">
            <a:xfrm>
              <a:off x="3090" y="2763"/>
              <a:ext cx="796" cy="403"/>
            </a:xfrm>
            <a:prstGeom prst="rect">
              <a:avLst/>
            </a:prstGeom>
            <a:noFill/>
            <a:ln w="7">
              <a:solidFill>
                <a:srgbClr val="A0A0A0"/>
              </a:solidFill>
              <a:miter lim="800000"/>
              <a:headEnd/>
              <a:tailEnd/>
            </a:ln>
          </p:spPr>
          <p:txBody>
            <a:bodyPr wrap="none"/>
            <a:lstStyle/>
            <a:p>
              <a:endParaRPr lang="en-US" sz="1400">
                <a:latin typeface="Gill Sans MT" panose="020B0502020104020203" pitchFamily="34" charset="0"/>
              </a:endParaRPr>
            </a:p>
          </p:txBody>
        </p:sp>
      </p:grpSp>
      <p:grpSp>
        <p:nvGrpSpPr>
          <p:cNvPr id="65562" name="Group 75"/>
          <p:cNvGrpSpPr>
            <a:grpSpLocks/>
          </p:cNvGrpSpPr>
          <p:nvPr/>
        </p:nvGrpSpPr>
        <p:grpSpPr bwMode="auto">
          <a:xfrm>
            <a:off x="695325" y="4143375"/>
            <a:ext cx="1827213" cy="396875"/>
            <a:chOff x="0" y="3166"/>
            <a:chExt cx="993" cy="403"/>
          </a:xfrm>
        </p:grpSpPr>
        <p:sp>
          <p:nvSpPr>
            <p:cNvPr id="65611" name="Rectangle 76"/>
            <p:cNvSpPr>
              <a:spLocks noChangeArrowheads="1"/>
            </p:cNvSpPr>
            <p:nvPr/>
          </p:nvSpPr>
          <p:spPr bwMode="auto">
            <a:xfrm>
              <a:off x="43" y="3166"/>
              <a:ext cx="907" cy="403"/>
            </a:xfrm>
            <a:prstGeom prst="rect">
              <a:avLst/>
            </a:prstGeom>
            <a:noFill/>
            <a:ln w="9525">
              <a:noFill/>
              <a:miter lim="800000"/>
              <a:headEnd/>
              <a:tailEnd/>
            </a:ln>
          </p:spPr>
          <p:txBody>
            <a:bodyPr/>
            <a:lstStyle/>
            <a:p>
              <a:pPr algn="just" eaLnBrk="1" hangingPunct="1"/>
              <a:r>
                <a:rPr lang="en-US" sz="1400" b="1">
                  <a:solidFill>
                    <a:schemeClr val="tx2"/>
                  </a:solidFill>
                  <a:latin typeface="Gill Sans MT" panose="020B0502020104020203" pitchFamily="34" charset="0"/>
                  <a:cs typeface="Arial" charset="0"/>
                </a:rPr>
                <a:t>Data Integrity</a:t>
              </a:r>
              <a:endParaRPr lang="en-US" sz="1400">
                <a:solidFill>
                  <a:schemeClr val="tx2"/>
                </a:solidFill>
                <a:latin typeface="Gill Sans MT" panose="020B0502020104020203" pitchFamily="34" charset="0"/>
                <a:ea typeface="Arial Unicode MS" pitchFamily="34" charset="-128"/>
                <a:cs typeface="Arial Unicode MS" pitchFamily="34" charset="-128"/>
              </a:endParaRPr>
            </a:p>
            <a:p>
              <a:pPr algn="just"/>
              <a:endParaRPr lang="en-US" sz="1400">
                <a:solidFill>
                  <a:schemeClr val="tx2"/>
                </a:solidFill>
                <a:latin typeface="Gill Sans MT" panose="020B0502020104020203" pitchFamily="34" charset="0"/>
              </a:endParaRPr>
            </a:p>
          </p:txBody>
        </p:sp>
        <p:sp>
          <p:nvSpPr>
            <p:cNvPr id="65612" name="Rectangle 77"/>
            <p:cNvSpPr>
              <a:spLocks noChangeArrowheads="1"/>
            </p:cNvSpPr>
            <p:nvPr/>
          </p:nvSpPr>
          <p:spPr bwMode="auto">
            <a:xfrm>
              <a:off x="0" y="3166"/>
              <a:ext cx="993" cy="403"/>
            </a:xfrm>
            <a:prstGeom prst="rect">
              <a:avLst/>
            </a:prstGeom>
            <a:noFill/>
            <a:ln w="7">
              <a:solidFill>
                <a:srgbClr val="A0A0A0"/>
              </a:solidFill>
              <a:miter lim="800000"/>
              <a:headEnd/>
              <a:tailEnd/>
            </a:ln>
          </p:spPr>
          <p:txBody>
            <a:bodyPr wrap="none"/>
            <a:lstStyle/>
            <a:p>
              <a:endParaRPr lang="en-US" sz="1400">
                <a:latin typeface="Gill Sans MT" panose="020B0502020104020203" pitchFamily="34" charset="0"/>
              </a:endParaRPr>
            </a:p>
          </p:txBody>
        </p:sp>
      </p:grpSp>
      <p:grpSp>
        <p:nvGrpSpPr>
          <p:cNvPr id="65563" name="Group 78"/>
          <p:cNvGrpSpPr>
            <a:grpSpLocks/>
          </p:cNvGrpSpPr>
          <p:nvPr/>
        </p:nvGrpSpPr>
        <p:grpSpPr bwMode="auto">
          <a:xfrm>
            <a:off x="2522538" y="4143375"/>
            <a:ext cx="1617662" cy="396875"/>
            <a:chOff x="993" y="3166"/>
            <a:chExt cx="878" cy="403"/>
          </a:xfrm>
        </p:grpSpPr>
        <p:sp>
          <p:nvSpPr>
            <p:cNvPr id="65609" name="Rectangle 79"/>
            <p:cNvSpPr>
              <a:spLocks noChangeArrowheads="1"/>
            </p:cNvSpPr>
            <p:nvPr/>
          </p:nvSpPr>
          <p:spPr bwMode="auto">
            <a:xfrm>
              <a:off x="1036" y="3166"/>
              <a:ext cx="792" cy="403"/>
            </a:xfrm>
            <a:prstGeom prst="rect">
              <a:avLst/>
            </a:prstGeom>
            <a:noFill/>
            <a:ln w="9525">
              <a:noFill/>
              <a:miter lim="800000"/>
              <a:headEnd/>
              <a:tailEnd/>
            </a:ln>
          </p:spPr>
          <p:txBody>
            <a:bodyPr/>
            <a:lstStyle/>
            <a:p>
              <a:pPr algn="just" eaLnBrk="1" hangingPunct="1"/>
              <a:r>
                <a:rPr lang="en-US" sz="1400" b="1">
                  <a:latin typeface="Gill Sans MT" panose="020B0502020104020203" pitchFamily="34" charset="0"/>
                  <a:cs typeface="Arial" charset="0"/>
                </a:rPr>
                <a:t>ICV/CRC-32</a:t>
              </a:r>
              <a:endParaRPr lang="en-US" sz="1400">
                <a:latin typeface="Gill Sans MT" panose="020B0502020104020203" pitchFamily="34" charset="0"/>
                <a:ea typeface="Arial Unicode MS" pitchFamily="34" charset="-128"/>
                <a:cs typeface="Arial Unicode MS" pitchFamily="34" charset="-128"/>
              </a:endParaRPr>
            </a:p>
            <a:p>
              <a:pPr algn="just"/>
              <a:endParaRPr lang="en-US" sz="1400">
                <a:latin typeface="Gill Sans MT" panose="020B0502020104020203" pitchFamily="34" charset="0"/>
              </a:endParaRPr>
            </a:p>
          </p:txBody>
        </p:sp>
        <p:sp>
          <p:nvSpPr>
            <p:cNvPr id="65610" name="Rectangle 80"/>
            <p:cNvSpPr>
              <a:spLocks noChangeArrowheads="1"/>
            </p:cNvSpPr>
            <p:nvPr/>
          </p:nvSpPr>
          <p:spPr bwMode="auto">
            <a:xfrm>
              <a:off x="993" y="3166"/>
              <a:ext cx="878" cy="403"/>
            </a:xfrm>
            <a:prstGeom prst="rect">
              <a:avLst/>
            </a:prstGeom>
            <a:noFill/>
            <a:ln w="7">
              <a:solidFill>
                <a:srgbClr val="A0A0A0"/>
              </a:solidFill>
              <a:miter lim="800000"/>
              <a:headEnd/>
              <a:tailEnd/>
            </a:ln>
          </p:spPr>
          <p:txBody>
            <a:bodyPr wrap="none"/>
            <a:lstStyle/>
            <a:p>
              <a:endParaRPr lang="en-US" sz="1400">
                <a:latin typeface="Gill Sans MT" panose="020B0502020104020203" pitchFamily="34" charset="0"/>
              </a:endParaRPr>
            </a:p>
          </p:txBody>
        </p:sp>
      </p:grpSp>
      <p:grpSp>
        <p:nvGrpSpPr>
          <p:cNvPr id="65564" name="Group 81"/>
          <p:cNvGrpSpPr>
            <a:grpSpLocks/>
          </p:cNvGrpSpPr>
          <p:nvPr/>
        </p:nvGrpSpPr>
        <p:grpSpPr bwMode="auto">
          <a:xfrm>
            <a:off x="4140200" y="4143375"/>
            <a:ext cx="2243138" cy="396875"/>
            <a:chOff x="1871" y="3166"/>
            <a:chExt cx="1219" cy="403"/>
          </a:xfrm>
        </p:grpSpPr>
        <p:sp>
          <p:nvSpPr>
            <p:cNvPr id="65607" name="Rectangle 82"/>
            <p:cNvSpPr>
              <a:spLocks noChangeArrowheads="1"/>
            </p:cNvSpPr>
            <p:nvPr/>
          </p:nvSpPr>
          <p:spPr bwMode="auto">
            <a:xfrm>
              <a:off x="1914" y="3166"/>
              <a:ext cx="1133" cy="403"/>
            </a:xfrm>
            <a:prstGeom prst="rect">
              <a:avLst/>
            </a:prstGeom>
            <a:noFill/>
            <a:ln w="9525">
              <a:noFill/>
              <a:miter lim="800000"/>
              <a:headEnd/>
              <a:tailEnd/>
            </a:ln>
          </p:spPr>
          <p:txBody>
            <a:bodyPr/>
            <a:lstStyle/>
            <a:p>
              <a:pPr algn="just" eaLnBrk="1" hangingPunct="1"/>
              <a:r>
                <a:rPr lang="en-US" sz="1400" b="1">
                  <a:latin typeface="Gill Sans MT" panose="020B0502020104020203" pitchFamily="34" charset="0"/>
                  <a:cs typeface="Arial" charset="0"/>
                </a:rPr>
                <a:t>Michael</a:t>
              </a:r>
              <a:endParaRPr lang="en-US" sz="1400">
                <a:latin typeface="Gill Sans MT" panose="020B0502020104020203" pitchFamily="34" charset="0"/>
                <a:ea typeface="Arial Unicode MS" pitchFamily="34" charset="-128"/>
                <a:cs typeface="Arial Unicode MS" pitchFamily="34" charset="-128"/>
              </a:endParaRPr>
            </a:p>
            <a:p>
              <a:pPr algn="just"/>
              <a:endParaRPr lang="en-US" sz="1400">
                <a:latin typeface="Gill Sans MT" panose="020B0502020104020203" pitchFamily="34" charset="0"/>
              </a:endParaRPr>
            </a:p>
          </p:txBody>
        </p:sp>
        <p:sp>
          <p:nvSpPr>
            <p:cNvPr id="65608" name="Rectangle 83"/>
            <p:cNvSpPr>
              <a:spLocks noChangeArrowheads="1"/>
            </p:cNvSpPr>
            <p:nvPr/>
          </p:nvSpPr>
          <p:spPr bwMode="auto">
            <a:xfrm>
              <a:off x="1871" y="3166"/>
              <a:ext cx="1219" cy="403"/>
            </a:xfrm>
            <a:prstGeom prst="rect">
              <a:avLst/>
            </a:prstGeom>
            <a:noFill/>
            <a:ln w="7">
              <a:solidFill>
                <a:srgbClr val="A0A0A0"/>
              </a:solidFill>
              <a:miter lim="800000"/>
              <a:headEnd/>
              <a:tailEnd/>
            </a:ln>
          </p:spPr>
          <p:txBody>
            <a:bodyPr wrap="none"/>
            <a:lstStyle/>
            <a:p>
              <a:endParaRPr lang="en-US" sz="1400">
                <a:latin typeface="Gill Sans MT" panose="020B0502020104020203" pitchFamily="34" charset="0"/>
              </a:endParaRPr>
            </a:p>
          </p:txBody>
        </p:sp>
      </p:grpSp>
      <p:grpSp>
        <p:nvGrpSpPr>
          <p:cNvPr id="65565" name="Group 84"/>
          <p:cNvGrpSpPr>
            <a:grpSpLocks/>
          </p:cNvGrpSpPr>
          <p:nvPr/>
        </p:nvGrpSpPr>
        <p:grpSpPr bwMode="auto">
          <a:xfrm>
            <a:off x="6383338" y="4143375"/>
            <a:ext cx="2011362" cy="396875"/>
            <a:chOff x="3090" y="3166"/>
            <a:chExt cx="796" cy="403"/>
          </a:xfrm>
        </p:grpSpPr>
        <p:sp>
          <p:nvSpPr>
            <p:cNvPr id="65605" name="Rectangle 85"/>
            <p:cNvSpPr>
              <a:spLocks noChangeArrowheads="1"/>
            </p:cNvSpPr>
            <p:nvPr/>
          </p:nvSpPr>
          <p:spPr bwMode="auto">
            <a:xfrm>
              <a:off x="3133" y="3166"/>
              <a:ext cx="710" cy="403"/>
            </a:xfrm>
            <a:prstGeom prst="rect">
              <a:avLst/>
            </a:prstGeom>
            <a:noFill/>
            <a:ln w="9525">
              <a:noFill/>
              <a:miter lim="800000"/>
              <a:headEnd/>
              <a:tailEnd/>
            </a:ln>
          </p:spPr>
          <p:txBody>
            <a:bodyPr/>
            <a:lstStyle/>
            <a:p>
              <a:pPr algn="just" eaLnBrk="1" hangingPunct="1"/>
              <a:r>
                <a:rPr lang="en-US" sz="1400" b="1" dirty="0" smtClean="0">
                  <a:latin typeface="Gill Sans MT" panose="020B0502020104020203" pitchFamily="34" charset="0"/>
                  <a:cs typeface="Arial" charset="0"/>
                </a:rPr>
                <a:t>CCMP (AES)</a:t>
              </a:r>
              <a:endParaRPr lang="en-US" sz="1400" dirty="0">
                <a:latin typeface="Gill Sans MT" panose="020B0502020104020203" pitchFamily="34" charset="0"/>
                <a:ea typeface="Arial Unicode MS" pitchFamily="34" charset="-128"/>
                <a:cs typeface="Arial Unicode MS" pitchFamily="34" charset="-128"/>
              </a:endParaRPr>
            </a:p>
            <a:p>
              <a:pPr algn="just"/>
              <a:endParaRPr lang="en-US" sz="1400" dirty="0">
                <a:latin typeface="Gill Sans MT" panose="020B0502020104020203" pitchFamily="34" charset="0"/>
              </a:endParaRPr>
            </a:p>
          </p:txBody>
        </p:sp>
        <p:sp>
          <p:nvSpPr>
            <p:cNvPr id="65606" name="Rectangle 86"/>
            <p:cNvSpPr>
              <a:spLocks noChangeArrowheads="1"/>
            </p:cNvSpPr>
            <p:nvPr/>
          </p:nvSpPr>
          <p:spPr bwMode="auto">
            <a:xfrm>
              <a:off x="3090" y="3166"/>
              <a:ext cx="796" cy="403"/>
            </a:xfrm>
            <a:prstGeom prst="rect">
              <a:avLst/>
            </a:prstGeom>
            <a:noFill/>
            <a:ln w="7">
              <a:solidFill>
                <a:srgbClr val="A0A0A0"/>
              </a:solidFill>
              <a:miter lim="800000"/>
              <a:headEnd/>
              <a:tailEnd/>
            </a:ln>
          </p:spPr>
          <p:txBody>
            <a:bodyPr wrap="none"/>
            <a:lstStyle/>
            <a:p>
              <a:endParaRPr lang="en-US" sz="1400">
                <a:latin typeface="Gill Sans MT" panose="020B0502020104020203" pitchFamily="34" charset="0"/>
              </a:endParaRPr>
            </a:p>
          </p:txBody>
        </p:sp>
      </p:grpSp>
      <p:grpSp>
        <p:nvGrpSpPr>
          <p:cNvPr id="65566" name="Group 87"/>
          <p:cNvGrpSpPr>
            <a:grpSpLocks/>
          </p:cNvGrpSpPr>
          <p:nvPr/>
        </p:nvGrpSpPr>
        <p:grpSpPr bwMode="auto">
          <a:xfrm>
            <a:off x="695325" y="4540250"/>
            <a:ext cx="1827213" cy="509588"/>
            <a:chOff x="0" y="3569"/>
            <a:chExt cx="993" cy="518"/>
          </a:xfrm>
        </p:grpSpPr>
        <p:sp>
          <p:nvSpPr>
            <p:cNvPr id="65603" name="Rectangle 88"/>
            <p:cNvSpPr>
              <a:spLocks noChangeArrowheads="1"/>
            </p:cNvSpPr>
            <p:nvPr/>
          </p:nvSpPr>
          <p:spPr bwMode="auto">
            <a:xfrm>
              <a:off x="43" y="3569"/>
              <a:ext cx="907" cy="518"/>
            </a:xfrm>
            <a:prstGeom prst="rect">
              <a:avLst/>
            </a:prstGeom>
            <a:noFill/>
            <a:ln w="9525">
              <a:noFill/>
              <a:miter lim="800000"/>
              <a:headEnd/>
              <a:tailEnd/>
            </a:ln>
          </p:spPr>
          <p:txBody>
            <a:bodyPr/>
            <a:lstStyle/>
            <a:p>
              <a:pPr algn="just" eaLnBrk="1" hangingPunct="1"/>
              <a:r>
                <a:rPr lang="en-US" sz="1400" b="1">
                  <a:solidFill>
                    <a:schemeClr val="tx2"/>
                  </a:solidFill>
                  <a:latin typeface="Gill Sans MT" panose="020B0502020104020203" pitchFamily="34" charset="0"/>
                  <a:cs typeface="Arial" charset="0"/>
                </a:rPr>
                <a:t>Replay Protection</a:t>
              </a:r>
              <a:endParaRPr lang="en-US" sz="1400">
                <a:solidFill>
                  <a:schemeClr val="tx2"/>
                </a:solidFill>
                <a:latin typeface="Gill Sans MT" panose="020B0502020104020203" pitchFamily="34" charset="0"/>
                <a:ea typeface="Arial Unicode MS" pitchFamily="34" charset="-128"/>
                <a:cs typeface="Arial Unicode MS" pitchFamily="34" charset="-128"/>
              </a:endParaRPr>
            </a:p>
            <a:p>
              <a:pPr algn="just"/>
              <a:endParaRPr lang="en-US" sz="1400">
                <a:solidFill>
                  <a:schemeClr val="tx2"/>
                </a:solidFill>
                <a:latin typeface="Gill Sans MT" panose="020B0502020104020203" pitchFamily="34" charset="0"/>
              </a:endParaRPr>
            </a:p>
          </p:txBody>
        </p:sp>
        <p:sp>
          <p:nvSpPr>
            <p:cNvPr id="65604" name="Rectangle 89"/>
            <p:cNvSpPr>
              <a:spLocks noChangeArrowheads="1"/>
            </p:cNvSpPr>
            <p:nvPr/>
          </p:nvSpPr>
          <p:spPr bwMode="auto">
            <a:xfrm>
              <a:off x="0" y="3569"/>
              <a:ext cx="993" cy="518"/>
            </a:xfrm>
            <a:prstGeom prst="rect">
              <a:avLst/>
            </a:prstGeom>
            <a:noFill/>
            <a:ln w="7">
              <a:solidFill>
                <a:srgbClr val="A0A0A0"/>
              </a:solidFill>
              <a:miter lim="800000"/>
              <a:headEnd/>
              <a:tailEnd/>
            </a:ln>
          </p:spPr>
          <p:txBody>
            <a:bodyPr wrap="none"/>
            <a:lstStyle/>
            <a:p>
              <a:endParaRPr lang="en-US" sz="1400">
                <a:latin typeface="Gill Sans MT" panose="020B0502020104020203" pitchFamily="34" charset="0"/>
              </a:endParaRPr>
            </a:p>
          </p:txBody>
        </p:sp>
      </p:grpSp>
      <p:grpSp>
        <p:nvGrpSpPr>
          <p:cNvPr id="65567" name="Group 90"/>
          <p:cNvGrpSpPr>
            <a:grpSpLocks/>
          </p:cNvGrpSpPr>
          <p:nvPr/>
        </p:nvGrpSpPr>
        <p:grpSpPr bwMode="auto">
          <a:xfrm>
            <a:off x="2522538" y="4540250"/>
            <a:ext cx="1617662" cy="509588"/>
            <a:chOff x="993" y="3569"/>
            <a:chExt cx="878" cy="518"/>
          </a:xfrm>
        </p:grpSpPr>
        <p:sp>
          <p:nvSpPr>
            <p:cNvPr id="65601" name="Rectangle 91"/>
            <p:cNvSpPr>
              <a:spLocks noChangeArrowheads="1"/>
            </p:cNvSpPr>
            <p:nvPr/>
          </p:nvSpPr>
          <p:spPr bwMode="auto">
            <a:xfrm>
              <a:off x="1036" y="3569"/>
              <a:ext cx="792" cy="518"/>
            </a:xfrm>
            <a:prstGeom prst="rect">
              <a:avLst/>
            </a:prstGeom>
            <a:noFill/>
            <a:ln w="9525">
              <a:noFill/>
              <a:miter lim="800000"/>
              <a:headEnd/>
              <a:tailEnd/>
            </a:ln>
          </p:spPr>
          <p:txBody>
            <a:bodyPr/>
            <a:lstStyle/>
            <a:p>
              <a:pPr algn="just" eaLnBrk="1" hangingPunct="1"/>
              <a:r>
                <a:rPr lang="en-US" sz="1400" b="1">
                  <a:latin typeface="Gill Sans MT" panose="020B0502020104020203" pitchFamily="34" charset="0"/>
                  <a:cs typeface="Arial" charset="0"/>
                </a:rPr>
                <a:t>None</a:t>
              </a:r>
              <a:endParaRPr lang="en-US" sz="1400">
                <a:latin typeface="Gill Sans MT" panose="020B0502020104020203" pitchFamily="34" charset="0"/>
                <a:ea typeface="Arial Unicode MS" pitchFamily="34" charset="-128"/>
                <a:cs typeface="Arial Unicode MS" pitchFamily="34" charset="-128"/>
              </a:endParaRPr>
            </a:p>
            <a:p>
              <a:pPr algn="just"/>
              <a:endParaRPr lang="en-US" sz="1400">
                <a:latin typeface="Gill Sans MT" panose="020B0502020104020203" pitchFamily="34" charset="0"/>
              </a:endParaRPr>
            </a:p>
          </p:txBody>
        </p:sp>
        <p:sp>
          <p:nvSpPr>
            <p:cNvPr id="65602" name="Rectangle 92"/>
            <p:cNvSpPr>
              <a:spLocks noChangeArrowheads="1"/>
            </p:cNvSpPr>
            <p:nvPr/>
          </p:nvSpPr>
          <p:spPr bwMode="auto">
            <a:xfrm>
              <a:off x="993" y="3569"/>
              <a:ext cx="878" cy="518"/>
            </a:xfrm>
            <a:prstGeom prst="rect">
              <a:avLst/>
            </a:prstGeom>
            <a:noFill/>
            <a:ln w="7">
              <a:solidFill>
                <a:srgbClr val="A0A0A0"/>
              </a:solidFill>
              <a:miter lim="800000"/>
              <a:headEnd/>
              <a:tailEnd/>
            </a:ln>
          </p:spPr>
          <p:txBody>
            <a:bodyPr wrap="none"/>
            <a:lstStyle/>
            <a:p>
              <a:endParaRPr lang="en-US" sz="1400">
                <a:latin typeface="Gill Sans MT" panose="020B0502020104020203" pitchFamily="34" charset="0"/>
              </a:endParaRPr>
            </a:p>
          </p:txBody>
        </p:sp>
      </p:grpSp>
      <p:grpSp>
        <p:nvGrpSpPr>
          <p:cNvPr id="65568" name="Group 93"/>
          <p:cNvGrpSpPr>
            <a:grpSpLocks/>
          </p:cNvGrpSpPr>
          <p:nvPr/>
        </p:nvGrpSpPr>
        <p:grpSpPr bwMode="auto">
          <a:xfrm>
            <a:off x="4140200" y="4540250"/>
            <a:ext cx="2243138" cy="509588"/>
            <a:chOff x="1871" y="3569"/>
            <a:chExt cx="1219" cy="518"/>
          </a:xfrm>
        </p:grpSpPr>
        <p:sp>
          <p:nvSpPr>
            <p:cNvPr id="65599" name="Rectangle 94"/>
            <p:cNvSpPr>
              <a:spLocks noChangeArrowheads="1"/>
            </p:cNvSpPr>
            <p:nvPr/>
          </p:nvSpPr>
          <p:spPr bwMode="auto">
            <a:xfrm>
              <a:off x="1914" y="3569"/>
              <a:ext cx="1133" cy="518"/>
            </a:xfrm>
            <a:prstGeom prst="rect">
              <a:avLst/>
            </a:prstGeom>
            <a:noFill/>
            <a:ln w="9525">
              <a:noFill/>
              <a:miter lim="800000"/>
              <a:headEnd/>
              <a:tailEnd/>
            </a:ln>
          </p:spPr>
          <p:txBody>
            <a:bodyPr/>
            <a:lstStyle/>
            <a:p>
              <a:pPr algn="just" eaLnBrk="1" hangingPunct="1"/>
              <a:r>
                <a:rPr lang="en-US" sz="1400" b="1">
                  <a:latin typeface="Gill Sans MT" panose="020B0502020104020203" pitchFamily="34" charset="0"/>
                  <a:cs typeface="Arial" charset="0"/>
                </a:rPr>
                <a:t>Use IV</a:t>
              </a:r>
              <a:endParaRPr lang="en-US" sz="1400">
                <a:latin typeface="Gill Sans MT" panose="020B0502020104020203" pitchFamily="34" charset="0"/>
                <a:ea typeface="Arial Unicode MS" pitchFamily="34" charset="-128"/>
                <a:cs typeface="Arial Unicode MS" pitchFamily="34" charset="-128"/>
              </a:endParaRPr>
            </a:p>
            <a:p>
              <a:pPr algn="just"/>
              <a:endParaRPr lang="en-US" sz="1400">
                <a:latin typeface="Gill Sans MT" panose="020B0502020104020203" pitchFamily="34" charset="0"/>
              </a:endParaRPr>
            </a:p>
          </p:txBody>
        </p:sp>
        <p:sp>
          <p:nvSpPr>
            <p:cNvPr id="65600" name="Rectangle 95"/>
            <p:cNvSpPr>
              <a:spLocks noChangeArrowheads="1"/>
            </p:cNvSpPr>
            <p:nvPr/>
          </p:nvSpPr>
          <p:spPr bwMode="auto">
            <a:xfrm>
              <a:off x="1871" y="3569"/>
              <a:ext cx="1219" cy="518"/>
            </a:xfrm>
            <a:prstGeom prst="rect">
              <a:avLst/>
            </a:prstGeom>
            <a:noFill/>
            <a:ln w="7">
              <a:solidFill>
                <a:srgbClr val="A0A0A0"/>
              </a:solidFill>
              <a:miter lim="800000"/>
              <a:headEnd/>
              <a:tailEnd/>
            </a:ln>
          </p:spPr>
          <p:txBody>
            <a:bodyPr wrap="none"/>
            <a:lstStyle/>
            <a:p>
              <a:endParaRPr lang="en-US" sz="1400">
                <a:latin typeface="Gill Sans MT" panose="020B0502020104020203" pitchFamily="34" charset="0"/>
              </a:endParaRPr>
            </a:p>
          </p:txBody>
        </p:sp>
      </p:grpSp>
      <p:grpSp>
        <p:nvGrpSpPr>
          <p:cNvPr id="65569" name="Group 96"/>
          <p:cNvGrpSpPr>
            <a:grpSpLocks/>
          </p:cNvGrpSpPr>
          <p:nvPr/>
        </p:nvGrpSpPr>
        <p:grpSpPr bwMode="auto">
          <a:xfrm>
            <a:off x="6383338" y="4540250"/>
            <a:ext cx="2011362" cy="509588"/>
            <a:chOff x="3090" y="3569"/>
            <a:chExt cx="796" cy="518"/>
          </a:xfrm>
        </p:grpSpPr>
        <p:sp>
          <p:nvSpPr>
            <p:cNvPr id="65597" name="Rectangle 97"/>
            <p:cNvSpPr>
              <a:spLocks noChangeArrowheads="1"/>
            </p:cNvSpPr>
            <p:nvPr/>
          </p:nvSpPr>
          <p:spPr bwMode="auto">
            <a:xfrm>
              <a:off x="3133" y="3569"/>
              <a:ext cx="710" cy="518"/>
            </a:xfrm>
            <a:prstGeom prst="rect">
              <a:avLst/>
            </a:prstGeom>
            <a:noFill/>
            <a:ln w="9525">
              <a:noFill/>
              <a:miter lim="800000"/>
              <a:headEnd/>
              <a:tailEnd/>
            </a:ln>
          </p:spPr>
          <p:txBody>
            <a:bodyPr/>
            <a:lstStyle/>
            <a:p>
              <a:pPr algn="just" eaLnBrk="1" hangingPunct="1"/>
              <a:r>
                <a:rPr lang="en-US" sz="1400" b="1">
                  <a:latin typeface="Gill Sans MT" panose="020B0502020104020203" pitchFamily="34" charset="0"/>
                  <a:cs typeface="Arial" charset="0"/>
                </a:rPr>
                <a:t>Use IV</a:t>
              </a:r>
              <a:endParaRPr lang="en-US" sz="1400">
                <a:latin typeface="Gill Sans MT" panose="020B0502020104020203" pitchFamily="34" charset="0"/>
                <a:ea typeface="Arial Unicode MS" pitchFamily="34" charset="-128"/>
                <a:cs typeface="Arial Unicode MS" pitchFamily="34" charset="-128"/>
              </a:endParaRPr>
            </a:p>
            <a:p>
              <a:pPr algn="just"/>
              <a:endParaRPr lang="en-US" sz="1400">
                <a:latin typeface="Gill Sans MT" panose="020B0502020104020203" pitchFamily="34" charset="0"/>
              </a:endParaRPr>
            </a:p>
          </p:txBody>
        </p:sp>
        <p:sp>
          <p:nvSpPr>
            <p:cNvPr id="65598" name="Rectangle 98"/>
            <p:cNvSpPr>
              <a:spLocks noChangeArrowheads="1"/>
            </p:cNvSpPr>
            <p:nvPr/>
          </p:nvSpPr>
          <p:spPr bwMode="auto">
            <a:xfrm>
              <a:off x="3090" y="3569"/>
              <a:ext cx="796" cy="518"/>
            </a:xfrm>
            <a:prstGeom prst="rect">
              <a:avLst/>
            </a:prstGeom>
            <a:noFill/>
            <a:ln w="7">
              <a:solidFill>
                <a:srgbClr val="A0A0A0"/>
              </a:solidFill>
              <a:miter lim="800000"/>
              <a:headEnd/>
              <a:tailEnd/>
            </a:ln>
          </p:spPr>
          <p:txBody>
            <a:bodyPr wrap="none"/>
            <a:lstStyle/>
            <a:p>
              <a:endParaRPr lang="en-US" sz="1400">
                <a:latin typeface="Gill Sans MT" panose="020B0502020104020203" pitchFamily="34" charset="0"/>
              </a:endParaRPr>
            </a:p>
          </p:txBody>
        </p:sp>
      </p:grpSp>
      <p:grpSp>
        <p:nvGrpSpPr>
          <p:cNvPr id="65570" name="Group 99"/>
          <p:cNvGrpSpPr>
            <a:grpSpLocks/>
          </p:cNvGrpSpPr>
          <p:nvPr/>
        </p:nvGrpSpPr>
        <p:grpSpPr bwMode="auto">
          <a:xfrm>
            <a:off x="695325" y="5049838"/>
            <a:ext cx="1827213" cy="395287"/>
            <a:chOff x="0" y="4087"/>
            <a:chExt cx="993" cy="403"/>
          </a:xfrm>
        </p:grpSpPr>
        <p:sp>
          <p:nvSpPr>
            <p:cNvPr id="65595" name="Rectangle 100"/>
            <p:cNvSpPr>
              <a:spLocks noChangeArrowheads="1"/>
            </p:cNvSpPr>
            <p:nvPr/>
          </p:nvSpPr>
          <p:spPr bwMode="auto">
            <a:xfrm>
              <a:off x="43" y="4087"/>
              <a:ext cx="907" cy="403"/>
            </a:xfrm>
            <a:prstGeom prst="rect">
              <a:avLst/>
            </a:prstGeom>
            <a:noFill/>
            <a:ln w="9525">
              <a:noFill/>
              <a:miter lim="800000"/>
              <a:headEnd/>
              <a:tailEnd/>
            </a:ln>
          </p:spPr>
          <p:txBody>
            <a:bodyPr/>
            <a:lstStyle/>
            <a:p>
              <a:pPr algn="just" eaLnBrk="1" hangingPunct="1"/>
              <a:r>
                <a:rPr lang="en-US" sz="1400" b="1">
                  <a:solidFill>
                    <a:schemeClr val="tx2"/>
                  </a:solidFill>
                  <a:latin typeface="Gill Sans MT" panose="020B0502020104020203" pitchFamily="34" charset="0"/>
                  <a:cs typeface="Arial" charset="0"/>
                </a:rPr>
                <a:t>Key Management</a:t>
              </a:r>
              <a:endParaRPr lang="en-US" sz="1400">
                <a:solidFill>
                  <a:schemeClr val="tx2"/>
                </a:solidFill>
                <a:latin typeface="Gill Sans MT" panose="020B0502020104020203" pitchFamily="34" charset="0"/>
                <a:ea typeface="Arial Unicode MS" pitchFamily="34" charset="-128"/>
                <a:cs typeface="Arial Unicode MS" pitchFamily="34" charset="-128"/>
              </a:endParaRPr>
            </a:p>
            <a:p>
              <a:pPr algn="just"/>
              <a:endParaRPr lang="en-US" sz="1400">
                <a:solidFill>
                  <a:schemeClr val="tx2"/>
                </a:solidFill>
                <a:latin typeface="Gill Sans MT" panose="020B0502020104020203" pitchFamily="34" charset="0"/>
              </a:endParaRPr>
            </a:p>
          </p:txBody>
        </p:sp>
        <p:sp>
          <p:nvSpPr>
            <p:cNvPr id="65596" name="Rectangle 101"/>
            <p:cNvSpPr>
              <a:spLocks noChangeArrowheads="1"/>
            </p:cNvSpPr>
            <p:nvPr/>
          </p:nvSpPr>
          <p:spPr bwMode="auto">
            <a:xfrm>
              <a:off x="0" y="4087"/>
              <a:ext cx="993" cy="403"/>
            </a:xfrm>
            <a:prstGeom prst="rect">
              <a:avLst/>
            </a:prstGeom>
            <a:noFill/>
            <a:ln w="7">
              <a:solidFill>
                <a:srgbClr val="A0A0A0"/>
              </a:solidFill>
              <a:miter lim="800000"/>
              <a:headEnd/>
              <a:tailEnd/>
            </a:ln>
          </p:spPr>
          <p:txBody>
            <a:bodyPr wrap="none"/>
            <a:lstStyle/>
            <a:p>
              <a:endParaRPr lang="en-US" sz="1400">
                <a:latin typeface="Gill Sans MT" panose="020B0502020104020203" pitchFamily="34" charset="0"/>
              </a:endParaRPr>
            </a:p>
          </p:txBody>
        </p:sp>
      </p:grpSp>
      <p:grpSp>
        <p:nvGrpSpPr>
          <p:cNvPr id="65571" name="Group 102"/>
          <p:cNvGrpSpPr>
            <a:grpSpLocks/>
          </p:cNvGrpSpPr>
          <p:nvPr/>
        </p:nvGrpSpPr>
        <p:grpSpPr bwMode="auto">
          <a:xfrm>
            <a:off x="2522538" y="5049838"/>
            <a:ext cx="1617662" cy="395287"/>
            <a:chOff x="993" y="4087"/>
            <a:chExt cx="878" cy="403"/>
          </a:xfrm>
        </p:grpSpPr>
        <p:sp>
          <p:nvSpPr>
            <p:cNvPr id="65593" name="Rectangle 103"/>
            <p:cNvSpPr>
              <a:spLocks noChangeArrowheads="1"/>
            </p:cNvSpPr>
            <p:nvPr/>
          </p:nvSpPr>
          <p:spPr bwMode="auto">
            <a:xfrm>
              <a:off x="1036" y="4087"/>
              <a:ext cx="792" cy="403"/>
            </a:xfrm>
            <a:prstGeom prst="rect">
              <a:avLst/>
            </a:prstGeom>
            <a:noFill/>
            <a:ln w="9525">
              <a:noFill/>
              <a:miter lim="800000"/>
              <a:headEnd/>
              <a:tailEnd/>
            </a:ln>
          </p:spPr>
          <p:txBody>
            <a:bodyPr/>
            <a:lstStyle/>
            <a:p>
              <a:pPr algn="just" eaLnBrk="1" hangingPunct="1"/>
              <a:r>
                <a:rPr lang="en-US" sz="1400" b="1">
                  <a:latin typeface="Gill Sans MT" panose="020B0502020104020203" pitchFamily="34" charset="0"/>
                  <a:cs typeface="Arial" charset="0"/>
                </a:rPr>
                <a:t>None</a:t>
              </a:r>
              <a:endParaRPr lang="en-US" sz="1400">
                <a:latin typeface="Gill Sans MT" panose="020B0502020104020203" pitchFamily="34" charset="0"/>
                <a:ea typeface="Arial Unicode MS" pitchFamily="34" charset="-128"/>
                <a:cs typeface="Arial Unicode MS" pitchFamily="34" charset="-128"/>
              </a:endParaRPr>
            </a:p>
            <a:p>
              <a:pPr algn="just"/>
              <a:endParaRPr lang="en-US" sz="1400">
                <a:latin typeface="Gill Sans MT" panose="020B0502020104020203" pitchFamily="34" charset="0"/>
              </a:endParaRPr>
            </a:p>
          </p:txBody>
        </p:sp>
        <p:sp>
          <p:nvSpPr>
            <p:cNvPr id="65594" name="Rectangle 104"/>
            <p:cNvSpPr>
              <a:spLocks noChangeArrowheads="1"/>
            </p:cNvSpPr>
            <p:nvPr/>
          </p:nvSpPr>
          <p:spPr bwMode="auto">
            <a:xfrm>
              <a:off x="993" y="4087"/>
              <a:ext cx="878" cy="403"/>
            </a:xfrm>
            <a:prstGeom prst="rect">
              <a:avLst/>
            </a:prstGeom>
            <a:noFill/>
            <a:ln w="7">
              <a:solidFill>
                <a:srgbClr val="A0A0A0"/>
              </a:solidFill>
              <a:miter lim="800000"/>
              <a:headEnd/>
              <a:tailEnd/>
            </a:ln>
          </p:spPr>
          <p:txBody>
            <a:bodyPr wrap="none"/>
            <a:lstStyle/>
            <a:p>
              <a:endParaRPr lang="en-US" sz="1400">
                <a:latin typeface="Gill Sans MT" panose="020B0502020104020203" pitchFamily="34" charset="0"/>
              </a:endParaRPr>
            </a:p>
          </p:txBody>
        </p:sp>
      </p:grpSp>
      <p:grpSp>
        <p:nvGrpSpPr>
          <p:cNvPr id="65572" name="Group 105"/>
          <p:cNvGrpSpPr>
            <a:grpSpLocks/>
          </p:cNvGrpSpPr>
          <p:nvPr/>
        </p:nvGrpSpPr>
        <p:grpSpPr bwMode="auto">
          <a:xfrm>
            <a:off x="4140200" y="5049838"/>
            <a:ext cx="2243138" cy="395287"/>
            <a:chOff x="1871" y="4087"/>
            <a:chExt cx="1219" cy="403"/>
          </a:xfrm>
        </p:grpSpPr>
        <p:sp>
          <p:nvSpPr>
            <p:cNvPr id="65591" name="Rectangle 106"/>
            <p:cNvSpPr>
              <a:spLocks noChangeArrowheads="1"/>
            </p:cNvSpPr>
            <p:nvPr/>
          </p:nvSpPr>
          <p:spPr bwMode="auto">
            <a:xfrm>
              <a:off x="1914" y="4087"/>
              <a:ext cx="1133" cy="403"/>
            </a:xfrm>
            <a:prstGeom prst="rect">
              <a:avLst/>
            </a:prstGeom>
            <a:noFill/>
            <a:ln w="9525">
              <a:noFill/>
              <a:miter lim="800000"/>
              <a:headEnd/>
              <a:tailEnd/>
            </a:ln>
          </p:spPr>
          <p:txBody>
            <a:bodyPr/>
            <a:lstStyle/>
            <a:p>
              <a:pPr algn="just" eaLnBrk="1" hangingPunct="1"/>
              <a:r>
                <a:rPr lang="en-US" sz="1400" b="1">
                  <a:latin typeface="Gill Sans MT" panose="020B0502020104020203" pitchFamily="34" charset="0"/>
                  <a:cs typeface="Arial" charset="0"/>
                </a:rPr>
                <a:t>EAP based</a:t>
              </a:r>
              <a:endParaRPr lang="en-US" sz="1400">
                <a:latin typeface="Gill Sans MT" panose="020B0502020104020203" pitchFamily="34" charset="0"/>
                <a:ea typeface="Arial Unicode MS" pitchFamily="34" charset="-128"/>
                <a:cs typeface="Arial Unicode MS" pitchFamily="34" charset="-128"/>
              </a:endParaRPr>
            </a:p>
            <a:p>
              <a:pPr algn="just"/>
              <a:endParaRPr lang="en-US" sz="1400">
                <a:latin typeface="Gill Sans MT" panose="020B0502020104020203" pitchFamily="34" charset="0"/>
              </a:endParaRPr>
            </a:p>
          </p:txBody>
        </p:sp>
        <p:sp>
          <p:nvSpPr>
            <p:cNvPr id="65592" name="Rectangle 107"/>
            <p:cNvSpPr>
              <a:spLocks noChangeArrowheads="1"/>
            </p:cNvSpPr>
            <p:nvPr/>
          </p:nvSpPr>
          <p:spPr bwMode="auto">
            <a:xfrm>
              <a:off x="1871" y="4087"/>
              <a:ext cx="1219" cy="403"/>
            </a:xfrm>
            <a:prstGeom prst="rect">
              <a:avLst/>
            </a:prstGeom>
            <a:noFill/>
            <a:ln w="7">
              <a:solidFill>
                <a:srgbClr val="A0A0A0"/>
              </a:solidFill>
              <a:miter lim="800000"/>
              <a:headEnd/>
              <a:tailEnd/>
            </a:ln>
          </p:spPr>
          <p:txBody>
            <a:bodyPr wrap="none"/>
            <a:lstStyle/>
            <a:p>
              <a:endParaRPr lang="en-US" sz="1400">
                <a:latin typeface="Gill Sans MT" panose="020B0502020104020203" pitchFamily="34" charset="0"/>
              </a:endParaRPr>
            </a:p>
          </p:txBody>
        </p:sp>
      </p:grpSp>
      <p:grpSp>
        <p:nvGrpSpPr>
          <p:cNvPr id="65573" name="Group 108"/>
          <p:cNvGrpSpPr>
            <a:grpSpLocks/>
          </p:cNvGrpSpPr>
          <p:nvPr/>
        </p:nvGrpSpPr>
        <p:grpSpPr bwMode="auto">
          <a:xfrm>
            <a:off x="6383338" y="5049838"/>
            <a:ext cx="2011362" cy="395287"/>
            <a:chOff x="3090" y="4087"/>
            <a:chExt cx="796" cy="403"/>
          </a:xfrm>
        </p:grpSpPr>
        <p:sp>
          <p:nvSpPr>
            <p:cNvPr id="65589" name="Rectangle 109"/>
            <p:cNvSpPr>
              <a:spLocks noChangeArrowheads="1"/>
            </p:cNvSpPr>
            <p:nvPr/>
          </p:nvSpPr>
          <p:spPr bwMode="auto">
            <a:xfrm>
              <a:off x="3133" y="4087"/>
              <a:ext cx="710" cy="403"/>
            </a:xfrm>
            <a:prstGeom prst="rect">
              <a:avLst/>
            </a:prstGeom>
            <a:noFill/>
            <a:ln w="9525">
              <a:noFill/>
              <a:miter lim="800000"/>
              <a:headEnd/>
              <a:tailEnd/>
            </a:ln>
          </p:spPr>
          <p:txBody>
            <a:bodyPr/>
            <a:lstStyle/>
            <a:p>
              <a:pPr algn="just" eaLnBrk="1" hangingPunct="1"/>
              <a:r>
                <a:rPr lang="en-US" sz="1400" b="1">
                  <a:latin typeface="Gill Sans MT" panose="020B0502020104020203" pitchFamily="34" charset="0"/>
                  <a:cs typeface="Arial" charset="0"/>
                </a:rPr>
                <a:t>EAP based</a:t>
              </a:r>
              <a:endParaRPr lang="en-US" sz="1400">
                <a:latin typeface="Gill Sans MT" panose="020B0502020104020203" pitchFamily="34" charset="0"/>
                <a:ea typeface="Arial Unicode MS" pitchFamily="34" charset="-128"/>
                <a:cs typeface="Arial Unicode MS" pitchFamily="34" charset="-128"/>
              </a:endParaRPr>
            </a:p>
            <a:p>
              <a:pPr algn="just"/>
              <a:endParaRPr lang="en-US" sz="1400">
                <a:latin typeface="Gill Sans MT" panose="020B0502020104020203" pitchFamily="34" charset="0"/>
              </a:endParaRPr>
            </a:p>
          </p:txBody>
        </p:sp>
        <p:sp>
          <p:nvSpPr>
            <p:cNvPr id="65590" name="Rectangle 110"/>
            <p:cNvSpPr>
              <a:spLocks noChangeArrowheads="1"/>
            </p:cNvSpPr>
            <p:nvPr/>
          </p:nvSpPr>
          <p:spPr bwMode="auto">
            <a:xfrm>
              <a:off x="3090" y="4087"/>
              <a:ext cx="796" cy="403"/>
            </a:xfrm>
            <a:prstGeom prst="rect">
              <a:avLst/>
            </a:prstGeom>
            <a:noFill/>
            <a:ln w="7">
              <a:solidFill>
                <a:srgbClr val="A0A0A0"/>
              </a:solidFill>
              <a:miter lim="800000"/>
              <a:headEnd/>
              <a:tailEnd/>
            </a:ln>
          </p:spPr>
          <p:txBody>
            <a:bodyPr wrap="none"/>
            <a:lstStyle/>
            <a:p>
              <a:endParaRPr lang="en-US" sz="1400">
                <a:latin typeface="Gill Sans MT" panose="020B0502020104020203" pitchFamily="34" charset="0"/>
              </a:endParaRPr>
            </a:p>
          </p:txBody>
        </p:sp>
      </p:grpSp>
      <p:grpSp>
        <p:nvGrpSpPr>
          <p:cNvPr id="65574" name="Group 111"/>
          <p:cNvGrpSpPr>
            <a:grpSpLocks/>
          </p:cNvGrpSpPr>
          <p:nvPr/>
        </p:nvGrpSpPr>
        <p:grpSpPr bwMode="auto">
          <a:xfrm>
            <a:off x="695325" y="5445125"/>
            <a:ext cx="1827213" cy="698500"/>
            <a:chOff x="0" y="4490"/>
            <a:chExt cx="993" cy="345"/>
          </a:xfrm>
        </p:grpSpPr>
        <p:sp>
          <p:nvSpPr>
            <p:cNvPr id="65587" name="Rectangle 112"/>
            <p:cNvSpPr>
              <a:spLocks noChangeArrowheads="1"/>
            </p:cNvSpPr>
            <p:nvPr/>
          </p:nvSpPr>
          <p:spPr bwMode="auto">
            <a:xfrm>
              <a:off x="43" y="4490"/>
              <a:ext cx="907" cy="345"/>
            </a:xfrm>
            <a:prstGeom prst="rect">
              <a:avLst/>
            </a:prstGeom>
            <a:noFill/>
            <a:ln w="9525">
              <a:noFill/>
              <a:miter lim="800000"/>
              <a:headEnd/>
              <a:tailEnd/>
            </a:ln>
          </p:spPr>
          <p:txBody>
            <a:bodyPr lIns="0" tIns="0" rIns="0" bIns="0"/>
            <a:lstStyle/>
            <a:p>
              <a:pPr algn="just" eaLnBrk="1" hangingPunct="1"/>
              <a:r>
                <a:rPr lang="en-US" sz="1400" b="1">
                  <a:solidFill>
                    <a:schemeClr val="tx2"/>
                  </a:solidFill>
                  <a:latin typeface="Gill Sans MT" panose="020B0502020104020203" pitchFamily="34" charset="0"/>
                  <a:cs typeface="Arial" charset="0"/>
                </a:rPr>
                <a:t>  Authentication</a:t>
              </a:r>
              <a:endParaRPr lang="en-US" sz="1400" b="1">
                <a:solidFill>
                  <a:schemeClr val="tx2"/>
                </a:solidFill>
                <a:latin typeface="Gill Sans MT" panose="020B0502020104020203" pitchFamily="34" charset="0"/>
                <a:cs typeface="Times New Roman" pitchFamily="18" charset="0"/>
              </a:endParaRPr>
            </a:p>
            <a:p>
              <a:pPr algn="just"/>
              <a:endParaRPr lang="en-US" sz="1400">
                <a:solidFill>
                  <a:schemeClr val="tx2"/>
                </a:solidFill>
                <a:latin typeface="Gill Sans MT" panose="020B0502020104020203" pitchFamily="34" charset="0"/>
              </a:endParaRPr>
            </a:p>
          </p:txBody>
        </p:sp>
        <p:sp>
          <p:nvSpPr>
            <p:cNvPr id="65588" name="Rectangle 113"/>
            <p:cNvSpPr>
              <a:spLocks noChangeArrowheads="1"/>
            </p:cNvSpPr>
            <p:nvPr/>
          </p:nvSpPr>
          <p:spPr bwMode="auto">
            <a:xfrm>
              <a:off x="0" y="4490"/>
              <a:ext cx="993" cy="345"/>
            </a:xfrm>
            <a:prstGeom prst="rect">
              <a:avLst/>
            </a:prstGeom>
            <a:noFill/>
            <a:ln w="7">
              <a:solidFill>
                <a:srgbClr val="A0A0A0"/>
              </a:solidFill>
              <a:miter lim="800000"/>
              <a:headEnd/>
              <a:tailEnd/>
            </a:ln>
          </p:spPr>
          <p:txBody>
            <a:bodyPr wrap="none"/>
            <a:lstStyle/>
            <a:p>
              <a:endParaRPr lang="en-US" sz="1400">
                <a:latin typeface="Gill Sans MT" panose="020B0502020104020203" pitchFamily="34" charset="0"/>
              </a:endParaRPr>
            </a:p>
          </p:txBody>
        </p:sp>
      </p:grpSp>
      <p:grpSp>
        <p:nvGrpSpPr>
          <p:cNvPr id="65575" name="Group 114"/>
          <p:cNvGrpSpPr>
            <a:grpSpLocks/>
          </p:cNvGrpSpPr>
          <p:nvPr/>
        </p:nvGrpSpPr>
        <p:grpSpPr bwMode="auto">
          <a:xfrm>
            <a:off x="2522538" y="5445125"/>
            <a:ext cx="1617662" cy="698500"/>
            <a:chOff x="993" y="4490"/>
            <a:chExt cx="878" cy="345"/>
          </a:xfrm>
        </p:grpSpPr>
        <p:sp>
          <p:nvSpPr>
            <p:cNvPr id="65585" name="Rectangle 115"/>
            <p:cNvSpPr>
              <a:spLocks noChangeArrowheads="1"/>
            </p:cNvSpPr>
            <p:nvPr/>
          </p:nvSpPr>
          <p:spPr bwMode="auto">
            <a:xfrm>
              <a:off x="1036" y="4490"/>
              <a:ext cx="792" cy="345"/>
            </a:xfrm>
            <a:prstGeom prst="rect">
              <a:avLst/>
            </a:prstGeom>
            <a:noFill/>
            <a:ln w="9525">
              <a:noFill/>
              <a:miter lim="800000"/>
              <a:headEnd/>
              <a:tailEnd/>
            </a:ln>
          </p:spPr>
          <p:txBody>
            <a:bodyPr lIns="0" tIns="0" rIns="0" bIns="0"/>
            <a:lstStyle/>
            <a:p>
              <a:pPr algn="just" eaLnBrk="1" hangingPunct="1"/>
              <a:r>
                <a:rPr lang="en-US" sz="1400" b="1">
                  <a:latin typeface="Gill Sans MT" panose="020B0502020104020203" pitchFamily="34" charset="0"/>
                  <a:cs typeface="Arial" charset="0"/>
                </a:rPr>
                <a:t>Open/Shared</a:t>
              </a:r>
              <a:endParaRPr lang="en-US" sz="1400" b="1">
                <a:latin typeface="Gill Sans MT" panose="020B0502020104020203" pitchFamily="34" charset="0"/>
                <a:cs typeface="Times New Roman" pitchFamily="18" charset="0"/>
              </a:endParaRPr>
            </a:p>
            <a:p>
              <a:pPr algn="just"/>
              <a:endParaRPr lang="en-US" sz="1400">
                <a:latin typeface="Gill Sans MT" panose="020B0502020104020203" pitchFamily="34" charset="0"/>
              </a:endParaRPr>
            </a:p>
          </p:txBody>
        </p:sp>
        <p:sp>
          <p:nvSpPr>
            <p:cNvPr id="65586" name="Rectangle 116"/>
            <p:cNvSpPr>
              <a:spLocks noChangeArrowheads="1"/>
            </p:cNvSpPr>
            <p:nvPr/>
          </p:nvSpPr>
          <p:spPr bwMode="auto">
            <a:xfrm>
              <a:off x="993" y="4490"/>
              <a:ext cx="878" cy="345"/>
            </a:xfrm>
            <a:prstGeom prst="rect">
              <a:avLst/>
            </a:prstGeom>
            <a:noFill/>
            <a:ln w="7">
              <a:solidFill>
                <a:srgbClr val="A0A0A0"/>
              </a:solidFill>
              <a:miter lim="800000"/>
              <a:headEnd/>
              <a:tailEnd/>
            </a:ln>
          </p:spPr>
          <p:txBody>
            <a:bodyPr wrap="none"/>
            <a:lstStyle/>
            <a:p>
              <a:endParaRPr lang="en-US" sz="1400">
                <a:latin typeface="Gill Sans MT" panose="020B0502020104020203" pitchFamily="34" charset="0"/>
              </a:endParaRPr>
            </a:p>
          </p:txBody>
        </p:sp>
      </p:grpSp>
      <p:grpSp>
        <p:nvGrpSpPr>
          <p:cNvPr id="65576" name="Group 117"/>
          <p:cNvGrpSpPr>
            <a:grpSpLocks/>
          </p:cNvGrpSpPr>
          <p:nvPr/>
        </p:nvGrpSpPr>
        <p:grpSpPr bwMode="auto">
          <a:xfrm>
            <a:off x="4140200" y="5445125"/>
            <a:ext cx="2243138" cy="698500"/>
            <a:chOff x="1871" y="4490"/>
            <a:chExt cx="1219" cy="345"/>
          </a:xfrm>
        </p:grpSpPr>
        <p:sp>
          <p:nvSpPr>
            <p:cNvPr id="65583" name="Rectangle 118"/>
            <p:cNvSpPr>
              <a:spLocks noChangeArrowheads="1"/>
            </p:cNvSpPr>
            <p:nvPr/>
          </p:nvSpPr>
          <p:spPr bwMode="auto">
            <a:xfrm>
              <a:off x="1914" y="4490"/>
              <a:ext cx="1133" cy="345"/>
            </a:xfrm>
            <a:prstGeom prst="rect">
              <a:avLst/>
            </a:prstGeom>
            <a:noFill/>
            <a:ln w="9525">
              <a:noFill/>
              <a:miter lim="800000"/>
              <a:headEnd/>
              <a:tailEnd/>
            </a:ln>
          </p:spPr>
          <p:txBody>
            <a:bodyPr lIns="0" tIns="0" rIns="0" bIns="0"/>
            <a:lstStyle/>
            <a:p>
              <a:pPr algn="l" eaLnBrk="1" hangingPunct="1"/>
              <a:r>
                <a:rPr lang="en-US" sz="1400" b="1">
                  <a:latin typeface="Gill Sans MT" panose="020B0502020104020203" pitchFamily="34" charset="0"/>
                  <a:cs typeface="Arial" charset="0"/>
                </a:rPr>
                <a:t>Strong user authentication using 802.1X &amp; EAP</a:t>
              </a:r>
              <a:endParaRPr lang="en-US" sz="1400" b="1">
                <a:latin typeface="Gill Sans MT" panose="020B0502020104020203" pitchFamily="34" charset="0"/>
                <a:cs typeface="Times New Roman" pitchFamily="18" charset="0"/>
              </a:endParaRPr>
            </a:p>
            <a:p>
              <a:pPr algn="just"/>
              <a:endParaRPr lang="en-US" sz="1400">
                <a:latin typeface="Gill Sans MT" panose="020B0502020104020203" pitchFamily="34" charset="0"/>
              </a:endParaRPr>
            </a:p>
          </p:txBody>
        </p:sp>
        <p:sp>
          <p:nvSpPr>
            <p:cNvPr id="65584" name="Rectangle 119"/>
            <p:cNvSpPr>
              <a:spLocks noChangeArrowheads="1"/>
            </p:cNvSpPr>
            <p:nvPr/>
          </p:nvSpPr>
          <p:spPr bwMode="auto">
            <a:xfrm>
              <a:off x="1871" y="4490"/>
              <a:ext cx="1219" cy="345"/>
            </a:xfrm>
            <a:prstGeom prst="rect">
              <a:avLst/>
            </a:prstGeom>
            <a:noFill/>
            <a:ln w="7">
              <a:solidFill>
                <a:srgbClr val="A0A0A0"/>
              </a:solidFill>
              <a:miter lim="800000"/>
              <a:headEnd/>
              <a:tailEnd/>
            </a:ln>
          </p:spPr>
          <p:txBody>
            <a:bodyPr wrap="none"/>
            <a:lstStyle/>
            <a:p>
              <a:endParaRPr lang="en-US" sz="1400">
                <a:latin typeface="Gill Sans MT" panose="020B0502020104020203" pitchFamily="34" charset="0"/>
              </a:endParaRPr>
            </a:p>
          </p:txBody>
        </p:sp>
      </p:grpSp>
      <p:grpSp>
        <p:nvGrpSpPr>
          <p:cNvPr id="65577" name="Group 120"/>
          <p:cNvGrpSpPr>
            <a:grpSpLocks/>
          </p:cNvGrpSpPr>
          <p:nvPr/>
        </p:nvGrpSpPr>
        <p:grpSpPr bwMode="auto">
          <a:xfrm>
            <a:off x="6383338" y="5445125"/>
            <a:ext cx="2011362" cy="698500"/>
            <a:chOff x="3090" y="4490"/>
            <a:chExt cx="796" cy="345"/>
          </a:xfrm>
        </p:grpSpPr>
        <p:sp>
          <p:nvSpPr>
            <p:cNvPr id="65581" name="Rectangle 121"/>
            <p:cNvSpPr>
              <a:spLocks noChangeArrowheads="1"/>
            </p:cNvSpPr>
            <p:nvPr/>
          </p:nvSpPr>
          <p:spPr bwMode="auto">
            <a:xfrm>
              <a:off x="3133" y="4490"/>
              <a:ext cx="710" cy="345"/>
            </a:xfrm>
            <a:prstGeom prst="rect">
              <a:avLst/>
            </a:prstGeom>
            <a:noFill/>
            <a:ln w="9525">
              <a:noFill/>
              <a:miter lim="800000"/>
              <a:headEnd/>
              <a:tailEnd/>
            </a:ln>
          </p:spPr>
          <p:txBody>
            <a:bodyPr lIns="0" tIns="0" rIns="0" bIns="0"/>
            <a:lstStyle/>
            <a:p>
              <a:pPr algn="l" eaLnBrk="1" hangingPunct="1"/>
              <a:r>
                <a:rPr lang="en-US" sz="1400" b="1">
                  <a:latin typeface="Gill Sans MT" panose="020B0502020104020203" pitchFamily="34" charset="0"/>
                  <a:cs typeface="Arial" charset="0"/>
                </a:rPr>
                <a:t>Strong user authentication using 802.1X &amp; EAP</a:t>
              </a:r>
            </a:p>
          </p:txBody>
        </p:sp>
        <p:sp>
          <p:nvSpPr>
            <p:cNvPr id="65582" name="Rectangle 122"/>
            <p:cNvSpPr>
              <a:spLocks noChangeArrowheads="1"/>
            </p:cNvSpPr>
            <p:nvPr/>
          </p:nvSpPr>
          <p:spPr bwMode="auto">
            <a:xfrm>
              <a:off x="3090" y="4490"/>
              <a:ext cx="796" cy="345"/>
            </a:xfrm>
            <a:prstGeom prst="rect">
              <a:avLst/>
            </a:prstGeom>
            <a:noFill/>
            <a:ln w="7">
              <a:solidFill>
                <a:srgbClr val="A0A0A0"/>
              </a:solidFill>
              <a:miter lim="800000"/>
              <a:headEnd/>
              <a:tailEnd/>
            </a:ln>
          </p:spPr>
          <p:txBody>
            <a:bodyPr wrap="none"/>
            <a:lstStyle/>
            <a:p>
              <a:endParaRPr lang="en-US" sz="1400">
                <a:latin typeface="Gill Sans MT" panose="020B0502020104020203" pitchFamily="34" charset="0"/>
                <a:cs typeface="Arial" charset="0"/>
              </a:endParaRPr>
            </a:p>
          </p:txBody>
        </p:sp>
      </p:grpSp>
      <p:sp>
        <p:nvSpPr>
          <p:cNvPr id="65578" name="Rectangle 2"/>
          <p:cNvSpPr>
            <a:spLocks noGrp="1" noChangeArrowheads="1"/>
          </p:cNvSpPr>
          <p:nvPr>
            <p:ph type="title"/>
          </p:nvPr>
        </p:nvSpPr>
        <p:spPr/>
        <p:txBody>
          <a:bodyPr/>
          <a:lstStyle/>
          <a:p>
            <a:r>
              <a:rPr lang="en-US" sz="3200" dirty="0" smtClean="0">
                <a:solidFill>
                  <a:srgbClr val="7030A0"/>
                </a:solidFill>
                <a:cs typeface="Arial" charset="0"/>
              </a:rPr>
              <a:t>Wireless Security Key Features Comparison </a:t>
            </a:r>
          </a:p>
        </p:txBody>
      </p:sp>
    </p:spTree>
  </p:cSld>
  <p:clrMapOvr>
    <a:masterClrMapping/>
  </p:clrMapOvr>
</p:sld>
</file>

<file path=ppt/slides/slide2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1202" name="Title 1"/>
          <p:cNvSpPr>
            <a:spLocks noGrp="1"/>
          </p:cNvSpPr>
          <p:nvPr>
            <p:ph type="title"/>
          </p:nvPr>
        </p:nvSpPr>
        <p:spPr/>
        <p:txBody>
          <a:bodyPr>
            <a:normAutofit/>
          </a:bodyPr>
          <a:lstStyle/>
          <a:p>
            <a:r>
              <a:rPr lang="en-GB" sz="4000" dirty="0" smtClean="0">
                <a:cs typeface="Arial" charset="0"/>
              </a:rPr>
              <a:t>Wireless Security Tips</a:t>
            </a:r>
            <a:endParaRPr lang="en-US" sz="4000" dirty="0" smtClean="0">
              <a:cs typeface="Arial" charset="0"/>
            </a:endParaRPr>
          </a:p>
        </p:txBody>
      </p:sp>
      <p:sp>
        <p:nvSpPr>
          <p:cNvPr id="51203" name="Content Placeholder 2"/>
          <p:cNvSpPr>
            <a:spLocks noGrp="1"/>
          </p:cNvSpPr>
          <p:nvPr>
            <p:ph idx="1"/>
          </p:nvPr>
        </p:nvSpPr>
        <p:spPr>
          <a:xfrm>
            <a:off x="628650" y="1690689"/>
            <a:ext cx="7886700" cy="4486274"/>
          </a:xfrm>
        </p:spPr>
        <p:txBody>
          <a:bodyPr>
            <a:noAutofit/>
          </a:bodyPr>
          <a:lstStyle/>
          <a:p>
            <a:pPr>
              <a:buFont typeface="Wingdings" panose="05000000000000000000" pitchFamily="2" charset="2"/>
              <a:buChar char="ü"/>
            </a:pPr>
            <a:r>
              <a:rPr lang="en-US" sz="2800" dirty="0" smtClean="0">
                <a:cs typeface="Arial" charset="0"/>
              </a:rPr>
              <a:t>Change Your Default SSID</a:t>
            </a:r>
          </a:p>
          <a:p>
            <a:pPr lvl="1">
              <a:buFont typeface="Wingdings" panose="05000000000000000000" pitchFamily="2" charset="2"/>
              <a:buChar char="ü"/>
            </a:pPr>
            <a:r>
              <a:rPr lang="en-US" sz="2400" dirty="0" smtClean="0">
                <a:cs typeface="Arial" charset="0"/>
              </a:rPr>
              <a:t>Hackers Know Manufacturers Default SSIDs, AND Passwords</a:t>
            </a:r>
          </a:p>
          <a:p>
            <a:pPr>
              <a:buFont typeface="Wingdings" panose="05000000000000000000" pitchFamily="2" charset="2"/>
              <a:buChar char="ü"/>
            </a:pPr>
            <a:r>
              <a:rPr lang="en-US" sz="2800" dirty="0" smtClean="0">
                <a:cs typeface="Arial" charset="0"/>
              </a:rPr>
              <a:t>Don’t Make Your SSID Descriptive</a:t>
            </a:r>
          </a:p>
          <a:p>
            <a:pPr lvl="1">
              <a:buFont typeface="Wingdings" panose="05000000000000000000" pitchFamily="2" charset="2"/>
              <a:buChar char="ü"/>
            </a:pPr>
            <a:r>
              <a:rPr lang="en-US" sz="2400" dirty="0" smtClean="0">
                <a:cs typeface="Arial" charset="0"/>
              </a:rPr>
              <a:t>Company Name, Location, Division, etc. </a:t>
            </a:r>
          </a:p>
          <a:p>
            <a:pPr>
              <a:buFont typeface="Wingdings" panose="05000000000000000000" pitchFamily="2" charset="2"/>
              <a:buChar char="ü"/>
            </a:pPr>
            <a:r>
              <a:rPr lang="en-US" sz="2800" dirty="0">
                <a:cs typeface="Arial" charset="0"/>
              </a:rPr>
              <a:t>Disable “Broadcast SSID” if Possible</a:t>
            </a:r>
          </a:p>
          <a:p>
            <a:pPr lvl="1">
              <a:buFont typeface="Wingdings" panose="05000000000000000000" pitchFamily="2" charset="2"/>
              <a:buChar char="ü"/>
            </a:pPr>
            <a:r>
              <a:rPr lang="en-US" sz="2400" dirty="0">
                <a:cs typeface="Arial" charset="0"/>
              </a:rPr>
              <a:t>“Broadcast” is the Default</a:t>
            </a:r>
            <a:r>
              <a:rPr lang="en-US" sz="2400" dirty="0" smtClean="0">
                <a:cs typeface="Arial" charset="0"/>
              </a:rPr>
              <a:t>!</a:t>
            </a:r>
          </a:p>
          <a:p>
            <a:pPr>
              <a:buFont typeface="Wingdings" panose="05000000000000000000" pitchFamily="2" charset="2"/>
              <a:buChar char="ü"/>
            </a:pPr>
            <a:r>
              <a:rPr lang="en-US" sz="2800" dirty="0">
                <a:cs typeface="Arial" charset="0"/>
              </a:rPr>
              <a:t>Change Access Point/Router Passwords</a:t>
            </a:r>
          </a:p>
          <a:p>
            <a:pPr lvl="1">
              <a:buFont typeface="Wingdings" panose="05000000000000000000" pitchFamily="2" charset="2"/>
              <a:buChar char="ü"/>
            </a:pPr>
            <a:r>
              <a:rPr lang="en-US" sz="2400" dirty="0">
                <a:cs typeface="Arial" charset="0"/>
              </a:rPr>
              <a:t>Follow Generally Acceptable Practices for Passwords</a:t>
            </a:r>
          </a:p>
          <a:p>
            <a:pPr>
              <a:buFont typeface="Wingdings" panose="05000000000000000000" pitchFamily="2" charset="2"/>
              <a:buChar char="ü"/>
            </a:pPr>
            <a:r>
              <a:rPr lang="en-US" sz="2800" dirty="0">
                <a:cs typeface="Arial" charset="0"/>
              </a:rPr>
              <a:t>Upgrade Your </a:t>
            </a:r>
            <a:r>
              <a:rPr lang="en-US" sz="2800" dirty="0" smtClean="0">
                <a:cs typeface="Arial" charset="0"/>
              </a:rPr>
              <a:t>Access Points Firmware</a:t>
            </a:r>
            <a:endParaRPr lang="en-US" sz="2800" dirty="0">
              <a:cs typeface="Arial" charset="0"/>
            </a:endParaRPr>
          </a:p>
          <a:p>
            <a:pPr>
              <a:buFont typeface="Wingdings" panose="05000000000000000000" pitchFamily="2" charset="2"/>
              <a:buChar char="ü"/>
            </a:pPr>
            <a:r>
              <a:rPr lang="en-US" sz="2800" dirty="0">
                <a:cs typeface="Arial" charset="0"/>
              </a:rPr>
              <a:t>Enable WPA2, WPA or WEP</a:t>
            </a:r>
          </a:p>
          <a:p>
            <a:pPr lvl="1">
              <a:buFont typeface="Wingdings" panose="05000000000000000000" pitchFamily="2" charset="2"/>
              <a:buChar char="ü"/>
            </a:pPr>
            <a:endParaRPr lang="en-US" sz="2400" dirty="0">
              <a:cs typeface="Arial" charset="0"/>
            </a:endParaRPr>
          </a:p>
          <a:p>
            <a:pPr lvl="1">
              <a:buFont typeface="Wingdings" panose="05000000000000000000" pitchFamily="2" charset="2"/>
              <a:buChar char="ü"/>
            </a:pPr>
            <a:endParaRPr lang="en-US" sz="2400" dirty="0" smtClean="0">
              <a:cs typeface="Arial" charset="0"/>
            </a:endParaRPr>
          </a:p>
        </p:txBody>
      </p:sp>
    </p:spTree>
    <p:extLst>
      <p:ext uri="{BB962C8B-B14F-4D97-AF65-F5344CB8AC3E}">
        <p14:creationId xmlns:p14="http://schemas.microsoft.com/office/powerpoint/2010/main" val="367677619"/>
      </p:ext>
    </p:extLst>
  </p:cSld>
  <p:clrMapOvr>
    <a:masterClrMapping/>
  </p:clrMapOvr>
</p:sld>
</file>

<file path=ppt/slides/slide2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2226" name="Rectangle 2"/>
          <p:cNvSpPr>
            <a:spLocks noGrp="1" noChangeArrowheads="1"/>
          </p:cNvSpPr>
          <p:nvPr>
            <p:ph type="title"/>
          </p:nvPr>
        </p:nvSpPr>
        <p:spPr>
          <a:xfrm>
            <a:off x="457200" y="365126"/>
            <a:ext cx="8058150" cy="1325563"/>
          </a:xfrm>
        </p:spPr>
        <p:txBody>
          <a:bodyPr>
            <a:normAutofit/>
          </a:bodyPr>
          <a:lstStyle/>
          <a:p>
            <a:r>
              <a:rPr lang="en-GB" sz="4000" dirty="0" smtClean="0">
                <a:cs typeface="Arial" charset="0"/>
              </a:rPr>
              <a:t>Wireless Security Tips</a:t>
            </a:r>
          </a:p>
        </p:txBody>
      </p:sp>
      <p:sp>
        <p:nvSpPr>
          <p:cNvPr id="52227" name="Rectangle 4"/>
          <p:cNvSpPr>
            <a:spLocks noGrp="1" noChangeArrowheads="1"/>
          </p:cNvSpPr>
          <p:nvPr>
            <p:ph idx="1"/>
          </p:nvPr>
        </p:nvSpPr>
        <p:spPr>
          <a:xfrm>
            <a:off x="323528" y="1690688"/>
            <a:ext cx="8424936" cy="4382863"/>
          </a:xfrm>
        </p:spPr>
        <p:txBody>
          <a:bodyPr>
            <a:normAutofit lnSpcReduction="10000"/>
          </a:bodyPr>
          <a:lstStyle/>
          <a:p>
            <a:pPr>
              <a:buFont typeface="Wingdings" panose="05000000000000000000" pitchFamily="2" charset="2"/>
              <a:buChar char="ü"/>
            </a:pPr>
            <a:r>
              <a:rPr lang="en-US" sz="2800" dirty="0">
                <a:cs typeface="Arial" charset="0"/>
              </a:rPr>
              <a:t>MAC Address Authentication</a:t>
            </a:r>
          </a:p>
          <a:p>
            <a:pPr lvl="1">
              <a:buFont typeface="Wingdings" panose="05000000000000000000" pitchFamily="2" charset="2"/>
              <a:buChar char="ü"/>
            </a:pPr>
            <a:r>
              <a:rPr lang="en-US" sz="2400" dirty="0" smtClean="0">
                <a:cs typeface="Arial" charset="0"/>
              </a:rPr>
              <a:t>Maintain </a:t>
            </a:r>
            <a:r>
              <a:rPr lang="en-US" sz="2400" dirty="0">
                <a:cs typeface="Arial" charset="0"/>
              </a:rPr>
              <a:t>a list of allowable MAC addresses and program them into each access point</a:t>
            </a:r>
          </a:p>
          <a:p>
            <a:pPr>
              <a:buFont typeface="Wingdings" panose="05000000000000000000" pitchFamily="2" charset="2"/>
              <a:buChar char="ü"/>
            </a:pPr>
            <a:r>
              <a:rPr lang="en-GB" sz="2800" dirty="0"/>
              <a:t>Enforce the use of 2-factor authentication whenever using network </a:t>
            </a:r>
            <a:r>
              <a:rPr lang="en-GB" sz="2800" dirty="0" smtClean="0"/>
              <a:t>resources</a:t>
            </a:r>
          </a:p>
          <a:p>
            <a:pPr>
              <a:buFont typeface="Wingdings" panose="05000000000000000000" pitchFamily="2" charset="2"/>
              <a:buChar char="ü"/>
            </a:pPr>
            <a:r>
              <a:rPr lang="en-US" sz="2800" dirty="0"/>
              <a:t>Assign static IP addresses to stations and disable DHCP</a:t>
            </a:r>
          </a:p>
          <a:p>
            <a:pPr>
              <a:buFont typeface="Wingdings" panose="05000000000000000000" pitchFamily="2" charset="2"/>
              <a:buChar char="ü"/>
            </a:pPr>
            <a:r>
              <a:rPr lang="en-US" sz="2800" dirty="0" smtClean="0">
                <a:cs typeface="Arial" charset="0"/>
              </a:rPr>
              <a:t>Logically place the AP in a DMZ with a firewall between the AP and internal network</a:t>
            </a:r>
          </a:p>
          <a:p>
            <a:pPr>
              <a:buFont typeface="Wingdings" panose="05000000000000000000" pitchFamily="2" charset="2"/>
              <a:buChar char="ü"/>
            </a:pPr>
            <a:r>
              <a:rPr lang="en-GB" sz="2800" dirty="0" smtClean="0"/>
              <a:t>Deploy an </a:t>
            </a:r>
            <a:r>
              <a:rPr lang="en-GB" sz="2800" dirty="0"/>
              <a:t>IDS to monitor network traffic between the AP and wired network</a:t>
            </a:r>
            <a:endParaRPr lang="en-US" sz="2800" dirty="0"/>
          </a:p>
          <a:p>
            <a:pPr>
              <a:buFont typeface="Wingdings" panose="05000000000000000000" pitchFamily="2" charset="2"/>
              <a:buChar char="ü"/>
            </a:pPr>
            <a:endParaRPr lang="en-US" sz="4000" dirty="0" smtClean="0">
              <a:cs typeface="Arial" charset="0"/>
            </a:endParaRPr>
          </a:p>
        </p:txBody>
      </p:sp>
    </p:spTree>
    <p:extLst>
      <p:ext uri="{BB962C8B-B14F-4D97-AF65-F5344CB8AC3E}">
        <p14:creationId xmlns:p14="http://schemas.microsoft.com/office/powerpoint/2010/main" val="805939596"/>
      </p:ext>
    </p:extLst>
  </p:cSld>
  <p:clrMapOvr>
    <a:masterClrMapping/>
  </p:clrMapOvr>
</p:sld>
</file>

<file path=ppt/slides/slide2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2226" name="Rectangle 2"/>
          <p:cNvSpPr>
            <a:spLocks noGrp="1" noChangeArrowheads="1"/>
          </p:cNvSpPr>
          <p:nvPr>
            <p:ph type="title"/>
          </p:nvPr>
        </p:nvSpPr>
        <p:spPr/>
        <p:txBody>
          <a:bodyPr>
            <a:normAutofit/>
          </a:bodyPr>
          <a:lstStyle/>
          <a:p>
            <a:r>
              <a:rPr lang="en-GB" sz="4000" dirty="0" smtClean="0">
                <a:cs typeface="Arial" charset="0"/>
              </a:rPr>
              <a:t>Wireless Security Tips</a:t>
            </a:r>
          </a:p>
        </p:txBody>
      </p:sp>
      <p:sp>
        <p:nvSpPr>
          <p:cNvPr id="52227" name="Rectangle 4"/>
          <p:cNvSpPr>
            <a:spLocks noGrp="1" noChangeArrowheads="1"/>
          </p:cNvSpPr>
          <p:nvPr>
            <p:ph idx="1"/>
          </p:nvPr>
        </p:nvSpPr>
        <p:spPr>
          <a:xfrm>
            <a:off x="571500" y="1524000"/>
            <a:ext cx="7772400" cy="4549551"/>
          </a:xfrm>
        </p:spPr>
        <p:txBody>
          <a:bodyPr>
            <a:normAutofit/>
          </a:bodyPr>
          <a:lstStyle/>
          <a:p>
            <a:r>
              <a:rPr lang="en-GB" sz="2800" dirty="0" smtClean="0">
                <a:cs typeface="Arial" charset="0"/>
              </a:rPr>
              <a:t>Adopt wireless VPN</a:t>
            </a:r>
          </a:p>
          <a:p>
            <a:pPr lvl="1"/>
            <a:r>
              <a:rPr lang="en-GB" sz="2400" dirty="0" smtClean="0">
                <a:cs typeface="Arial" charset="0"/>
              </a:rPr>
              <a:t>Tunnel all wireless traffic through VPN</a:t>
            </a:r>
            <a:endParaRPr lang="en-US" sz="4000" dirty="0" smtClean="0">
              <a:cs typeface="Arial" charset="0"/>
            </a:endParaRPr>
          </a:p>
          <a:p>
            <a:pPr lvl="1"/>
            <a:r>
              <a:rPr lang="en-US" sz="2400" dirty="0" smtClean="0">
                <a:cs typeface="Arial" charset="0"/>
              </a:rPr>
              <a:t>Use </a:t>
            </a:r>
            <a:r>
              <a:rPr lang="en-US" sz="2400" dirty="0" err="1" smtClean="0">
                <a:cs typeface="Arial" charset="0"/>
              </a:rPr>
              <a:t>IPSec</a:t>
            </a:r>
            <a:r>
              <a:rPr lang="en-US" sz="2400" dirty="0" smtClean="0">
                <a:cs typeface="Arial" charset="0"/>
              </a:rPr>
              <a:t> or SSL VPN</a:t>
            </a:r>
            <a:endParaRPr lang="en-US" sz="2400" dirty="0">
              <a:cs typeface="Arial" charset="0"/>
            </a:endParaRPr>
          </a:p>
        </p:txBody>
      </p:sp>
      <p:pic>
        <p:nvPicPr>
          <p:cNvPr id="6" name="Picture 7" descr="fgraphics"/>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539428" y="2708920"/>
            <a:ext cx="7921004" cy="409831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Tree>
    <p:extLst>
      <p:ext uri="{BB962C8B-B14F-4D97-AF65-F5344CB8AC3E}">
        <p14:creationId xmlns:p14="http://schemas.microsoft.com/office/powerpoint/2010/main" val="2262144348"/>
      </p:ext>
    </p:extLst>
  </p:cSld>
  <p:clrMapOvr>
    <a:masterClrMapping/>
  </p:clrMapOvr>
</p:sld>
</file>

<file path=ppt/slides/slide3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2226" name="Rectangle 2"/>
          <p:cNvSpPr>
            <a:spLocks noGrp="1" noChangeArrowheads="1"/>
          </p:cNvSpPr>
          <p:nvPr>
            <p:ph type="title"/>
          </p:nvPr>
        </p:nvSpPr>
        <p:spPr/>
        <p:txBody>
          <a:bodyPr>
            <a:normAutofit/>
          </a:bodyPr>
          <a:lstStyle/>
          <a:p>
            <a:r>
              <a:rPr lang="en-GB" sz="4000" dirty="0" smtClean="0">
                <a:cs typeface="Arial" charset="0"/>
              </a:rPr>
              <a:t>Wireless Security Tips</a:t>
            </a:r>
          </a:p>
        </p:txBody>
      </p:sp>
      <p:sp>
        <p:nvSpPr>
          <p:cNvPr id="52227" name="Rectangle 4"/>
          <p:cNvSpPr>
            <a:spLocks noGrp="1" noChangeArrowheads="1"/>
          </p:cNvSpPr>
          <p:nvPr>
            <p:ph idx="1"/>
          </p:nvPr>
        </p:nvSpPr>
        <p:spPr>
          <a:xfrm>
            <a:off x="571500" y="1690689"/>
            <a:ext cx="8104956" cy="4471986"/>
          </a:xfrm>
        </p:spPr>
        <p:txBody>
          <a:bodyPr>
            <a:normAutofit/>
          </a:bodyPr>
          <a:lstStyle/>
          <a:p>
            <a:r>
              <a:rPr lang="en-US" sz="2800" dirty="0">
                <a:cs typeface="Arial" charset="0"/>
              </a:rPr>
              <a:t>Plan Your Wireless Network Carefully</a:t>
            </a:r>
          </a:p>
          <a:p>
            <a:pPr lvl="1"/>
            <a:r>
              <a:rPr lang="en-US" sz="2400" dirty="0">
                <a:cs typeface="Arial" charset="0"/>
              </a:rPr>
              <a:t>Location of APs to Minimize Signal Distribution Outside of Building</a:t>
            </a:r>
          </a:p>
          <a:p>
            <a:r>
              <a:rPr lang="en-US" sz="2800" dirty="0"/>
              <a:t>Minimize signal leakage through directional antennas </a:t>
            </a:r>
          </a:p>
          <a:p>
            <a:r>
              <a:rPr lang="en-GB" sz="2800" dirty="0" smtClean="0"/>
              <a:t>Ensure </a:t>
            </a:r>
            <a:r>
              <a:rPr lang="en-GB" sz="2800" dirty="0"/>
              <a:t>audit trails are enabled especially when there are heavy network access from the wireless network segment</a:t>
            </a:r>
          </a:p>
          <a:p>
            <a:endParaRPr lang="en-US" sz="2800" dirty="0"/>
          </a:p>
          <a:p>
            <a:pPr>
              <a:buFont typeface="Wingdings" pitchFamily="2" charset="2"/>
              <a:buNone/>
            </a:pPr>
            <a:endParaRPr lang="en-US" sz="4000" dirty="0" smtClean="0">
              <a:cs typeface="Arial" charset="0"/>
            </a:endParaRPr>
          </a:p>
        </p:txBody>
      </p:sp>
    </p:spTree>
    <p:extLst>
      <p:ext uri="{BB962C8B-B14F-4D97-AF65-F5344CB8AC3E}">
        <p14:creationId xmlns:p14="http://schemas.microsoft.com/office/powerpoint/2010/main" val="1222853024"/>
      </p:ext>
    </p:extLst>
  </p:cSld>
  <p:clrMapOvr>
    <a:masterClrMapping/>
  </p:clrMapOvr>
</p:sld>
</file>

<file path=ppt/slides/slide3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itle 3"/>
          <p:cNvSpPr>
            <a:spLocks noGrp="1"/>
          </p:cNvSpPr>
          <p:nvPr>
            <p:ph type="ctrTitle"/>
          </p:nvPr>
        </p:nvSpPr>
        <p:spPr/>
        <p:txBody>
          <a:bodyPr/>
          <a:lstStyle/>
          <a:p>
            <a:r>
              <a:rPr lang="en-SG" dirty="0" smtClean="0"/>
              <a:t>THE END</a:t>
            </a:r>
            <a:endParaRPr lang="en-SG" dirty="0"/>
          </a:p>
        </p:txBody>
      </p:sp>
      <p:sp>
        <p:nvSpPr>
          <p:cNvPr id="5" name="Subtitle 4"/>
          <p:cNvSpPr>
            <a:spLocks noGrp="1"/>
          </p:cNvSpPr>
          <p:nvPr>
            <p:ph type="subTitle" idx="1"/>
          </p:nvPr>
        </p:nvSpPr>
        <p:spPr/>
        <p:txBody>
          <a:bodyPr/>
          <a:lstStyle/>
          <a:p>
            <a:endParaRPr lang="en-SG"/>
          </a:p>
        </p:txBody>
      </p:sp>
    </p:spTree>
    <p:extLst>
      <p:ext uri="{BB962C8B-B14F-4D97-AF65-F5344CB8AC3E}">
        <p14:creationId xmlns:p14="http://schemas.microsoft.com/office/powerpoint/2010/main" val="1871720074"/>
      </p:ext>
    </p:extLst>
  </p:cSld>
  <p:clrMapOvr>
    <a:masterClrMapping/>
  </p:clrMapOvr>
</p:sld>
</file>

<file path=ppt/theme/theme1.xml><?xml version="1.0" encoding="utf-8"?>
<a:theme xmlns:a="http://schemas.openxmlformats.org/drawingml/2006/main" name="1_Chap01-Intro">
  <a:themeElements>
    <a:clrScheme name="Chap01-Intro 2">
      <a:dk1>
        <a:srgbClr val="000000"/>
      </a:dk1>
      <a:lt1>
        <a:srgbClr val="FFFFFF"/>
      </a:lt1>
      <a:dk2>
        <a:srgbClr val="0000FF"/>
      </a:dk2>
      <a:lt2>
        <a:srgbClr val="FFFF00"/>
      </a:lt2>
      <a:accent1>
        <a:srgbClr val="FF9900"/>
      </a:accent1>
      <a:accent2>
        <a:srgbClr val="00FFFF"/>
      </a:accent2>
      <a:accent3>
        <a:srgbClr val="AAAAFF"/>
      </a:accent3>
      <a:accent4>
        <a:srgbClr val="DADADA"/>
      </a:accent4>
      <a:accent5>
        <a:srgbClr val="FFCAAA"/>
      </a:accent5>
      <a:accent6>
        <a:srgbClr val="00E7E7"/>
      </a:accent6>
      <a:hlink>
        <a:srgbClr val="FF0000"/>
      </a:hlink>
      <a:folHlink>
        <a:srgbClr val="969696"/>
      </a:folHlink>
    </a:clrScheme>
    <a:fontScheme name="Chap01-Intro">
      <a:majorFont>
        <a:latin typeface="Times New Roman"/>
        <a:ea typeface=""/>
        <a:cs typeface=""/>
      </a:majorFont>
      <a:minorFont>
        <a:latin typeface="Times New Roman"/>
        <a:ea typeface=""/>
        <a:cs typeface=""/>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bwMode="auto">
        <a:xfrm>
          <a:off x="0" y="0"/>
          <a:ext cx="1" cy="1"/>
        </a:xfrm>
        <a:custGeom>
          <a:avLst/>
          <a:gdLst/>
          <a:ahLst/>
          <a:cxnLst/>
          <a:rect l="0" t="0" r="0" b="0"/>
          <a:pathLst/>
        </a:custGeom>
        <a:solidFill>
          <a:schemeClr val="accent1"/>
        </a:solidFill>
        <a:ln w="9525" cap="flat" cmpd="sng" algn="ctr">
          <a:solidFill>
            <a:schemeClr val="tx1"/>
          </a:solidFill>
          <a:prstDash val="solid"/>
          <a:round/>
          <a:headEnd type="none" w="med" len="med"/>
          <a:tailEnd type="none" w="med" len="med"/>
        </a:ln>
        <a:effectLst/>
      </a:spPr>
      <a:bodyPr vert="horz" wrap="none" lIns="91440" tIns="45720" rIns="91440" bIns="45720" numCol="1" anchor="ctr" anchorCtr="0" compatLnSpc="1">
        <a:prstTxWarp prst="textNoShape">
          <a:avLst/>
        </a:prstTxWarp>
      </a:bodyPr>
      <a:lstStyle>
        <a:defPPr marL="0" marR="0" indent="0" algn="ctr" defTabSz="914400" rtl="0" eaLnBrk="0" fontAlgn="base" latinLnBrk="0" hangingPunct="0">
          <a:lnSpc>
            <a:spcPct val="100000"/>
          </a:lnSpc>
          <a:spcBef>
            <a:spcPct val="0"/>
          </a:spcBef>
          <a:spcAft>
            <a:spcPct val="0"/>
          </a:spcAft>
          <a:buClrTx/>
          <a:buSzTx/>
          <a:buFontTx/>
          <a:buNone/>
          <a:tabLst/>
          <a:defRPr kumimoji="0" lang="en-GB" sz="4000" b="0" i="0" u="none" strike="noStrike" cap="none" normalizeH="0" baseline="0" smtClean="0">
            <a:ln>
              <a:noFill/>
            </a:ln>
            <a:solidFill>
              <a:schemeClr val="tx1"/>
            </a:solidFill>
            <a:effectLst>
              <a:outerShdw blurRad="38100" dist="38100" dir="2700000" algn="tl">
                <a:srgbClr val="000000">
                  <a:alpha val="43137"/>
                </a:srgbClr>
              </a:outerShdw>
            </a:effectLst>
            <a:latin typeface="Times New Roman" pitchFamily="18" charset="0"/>
          </a:defRPr>
        </a:defPPr>
      </a:lstStyle>
    </a:spDef>
    <a:lnDef>
      <a:spPr bwMode="auto">
        <a:xfrm>
          <a:off x="0" y="0"/>
          <a:ext cx="1" cy="1"/>
        </a:xfrm>
        <a:custGeom>
          <a:avLst/>
          <a:gdLst/>
          <a:ahLst/>
          <a:cxnLst/>
          <a:rect l="0" t="0" r="0" b="0"/>
          <a:pathLst/>
        </a:custGeom>
        <a:solidFill>
          <a:schemeClr val="accent1"/>
        </a:solidFill>
        <a:ln w="9525" cap="flat" cmpd="sng" algn="ctr">
          <a:solidFill>
            <a:schemeClr val="tx1"/>
          </a:solidFill>
          <a:prstDash val="solid"/>
          <a:round/>
          <a:headEnd type="none" w="med" len="med"/>
          <a:tailEnd type="none" w="med" len="med"/>
        </a:ln>
        <a:effectLst/>
      </a:spPr>
      <a:bodyPr vert="horz" wrap="none" lIns="91440" tIns="45720" rIns="91440" bIns="45720" numCol="1" anchor="ctr" anchorCtr="0" compatLnSpc="1">
        <a:prstTxWarp prst="textNoShape">
          <a:avLst/>
        </a:prstTxWarp>
      </a:bodyPr>
      <a:lstStyle>
        <a:defPPr marL="0" marR="0" indent="0" algn="ctr" defTabSz="914400" rtl="0" eaLnBrk="0" fontAlgn="base" latinLnBrk="0" hangingPunct="0">
          <a:lnSpc>
            <a:spcPct val="100000"/>
          </a:lnSpc>
          <a:spcBef>
            <a:spcPct val="0"/>
          </a:spcBef>
          <a:spcAft>
            <a:spcPct val="0"/>
          </a:spcAft>
          <a:buClrTx/>
          <a:buSzTx/>
          <a:buFontTx/>
          <a:buNone/>
          <a:tabLst/>
          <a:defRPr kumimoji="0" lang="en-GB" sz="4000" b="0" i="0" u="none" strike="noStrike" cap="none" normalizeH="0" baseline="0" smtClean="0">
            <a:ln>
              <a:noFill/>
            </a:ln>
            <a:solidFill>
              <a:schemeClr val="tx1"/>
            </a:solidFill>
            <a:effectLst>
              <a:outerShdw blurRad="38100" dist="38100" dir="2700000" algn="tl">
                <a:srgbClr val="000000">
                  <a:alpha val="43137"/>
                </a:srgbClr>
              </a:outerShdw>
            </a:effectLst>
            <a:latin typeface="Times New Roman" pitchFamily="18" charset="0"/>
          </a:defRPr>
        </a:defPPr>
      </a:lstStyle>
    </a:lnDef>
  </a:objectDefaults>
  <a:extraClrSchemeLst>
    <a:extraClrScheme>
      <a:clrScheme name="Chap01-Intro 1">
        <a:dk1>
          <a:srgbClr val="000000"/>
        </a:dk1>
        <a:lt1>
          <a:srgbClr val="FFFFFF"/>
        </a:lt1>
        <a:dk2>
          <a:srgbClr val="000000"/>
        </a:dk2>
        <a:lt2>
          <a:srgbClr val="808080"/>
        </a:lt2>
        <a:accent1>
          <a:srgbClr val="00CC99"/>
        </a:accent1>
        <a:accent2>
          <a:srgbClr val="3333CC"/>
        </a:accent2>
        <a:accent3>
          <a:srgbClr val="FFFFFF"/>
        </a:accent3>
        <a:accent4>
          <a:srgbClr val="000000"/>
        </a:accent4>
        <a:accent5>
          <a:srgbClr val="AAE2CA"/>
        </a:accent5>
        <a:accent6>
          <a:srgbClr val="2D2DB9"/>
        </a:accent6>
        <a:hlink>
          <a:srgbClr val="CCCCFF"/>
        </a:hlink>
        <a:folHlink>
          <a:srgbClr val="B2B2B2"/>
        </a:folHlink>
      </a:clrScheme>
      <a:clrMap bg1="lt1" tx1="dk1" bg2="lt2" tx2="dk2" accent1="accent1" accent2="accent2" accent3="accent3" accent4="accent4" accent5="accent5" accent6="accent6" hlink="hlink" folHlink="folHlink"/>
    </a:extraClrScheme>
    <a:extraClrScheme>
      <a:clrScheme name="Chap01-Intro 2">
        <a:dk1>
          <a:srgbClr val="000000"/>
        </a:dk1>
        <a:lt1>
          <a:srgbClr val="FFFFFF"/>
        </a:lt1>
        <a:dk2>
          <a:srgbClr val="0000FF"/>
        </a:dk2>
        <a:lt2>
          <a:srgbClr val="FFFF00"/>
        </a:lt2>
        <a:accent1>
          <a:srgbClr val="FF9900"/>
        </a:accent1>
        <a:accent2>
          <a:srgbClr val="00FFFF"/>
        </a:accent2>
        <a:accent3>
          <a:srgbClr val="AAAAFF"/>
        </a:accent3>
        <a:accent4>
          <a:srgbClr val="DADADA"/>
        </a:accent4>
        <a:accent5>
          <a:srgbClr val="FFCAAA"/>
        </a:accent5>
        <a:accent6>
          <a:srgbClr val="00E7E7"/>
        </a:accent6>
        <a:hlink>
          <a:srgbClr val="FF0000"/>
        </a:hlink>
        <a:folHlink>
          <a:srgbClr val="969696"/>
        </a:folHlink>
      </a:clrScheme>
      <a:clrMap bg1="dk2" tx1="lt1" bg2="dk1" tx2="lt2" accent1="accent1" accent2="accent2" accent3="accent3" accent4="accent4" accent5="accent5" accent6="accent6" hlink="hlink" folHlink="folHlink"/>
    </a:extraClrScheme>
    <a:extraClrScheme>
      <a:clrScheme name="Chap01-Intro 3">
        <a:dk1>
          <a:srgbClr val="000000"/>
        </a:dk1>
        <a:lt1>
          <a:srgbClr val="FFFFCC"/>
        </a:lt1>
        <a:dk2>
          <a:srgbClr val="808000"/>
        </a:dk2>
        <a:lt2>
          <a:srgbClr val="666633"/>
        </a:lt2>
        <a:accent1>
          <a:srgbClr val="339933"/>
        </a:accent1>
        <a:accent2>
          <a:srgbClr val="800000"/>
        </a:accent2>
        <a:accent3>
          <a:srgbClr val="FFFFE2"/>
        </a:accent3>
        <a:accent4>
          <a:srgbClr val="000000"/>
        </a:accent4>
        <a:accent5>
          <a:srgbClr val="ADCAAD"/>
        </a:accent5>
        <a:accent6>
          <a:srgbClr val="730000"/>
        </a:accent6>
        <a:hlink>
          <a:srgbClr val="0033CC"/>
        </a:hlink>
        <a:folHlink>
          <a:srgbClr val="FFCC66"/>
        </a:folHlink>
      </a:clrScheme>
      <a:clrMap bg1="lt1" tx1="dk1" bg2="lt2" tx2="dk2" accent1="accent1" accent2="accent2" accent3="accent3" accent4="accent4" accent5="accent5" accent6="accent6" hlink="hlink" folHlink="folHlink"/>
    </a:extraClrScheme>
    <a:extraClrScheme>
      <a:clrScheme name="Chap01-Intro 4">
        <a:dk1>
          <a:srgbClr val="000000"/>
        </a:dk1>
        <a:lt1>
          <a:srgbClr val="FFFFFF"/>
        </a:lt1>
        <a:dk2>
          <a:srgbClr val="000000"/>
        </a:dk2>
        <a:lt2>
          <a:srgbClr val="333333"/>
        </a:lt2>
        <a:accent1>
          <a:srgbClr val="DDDDDD"/>
        </a:accent1>
        <a:accent2>
          <a:srgbClr val="808080"/>
        </a:accent2>
        <a:accent3>
          <a:srgbClr val="FFFFFF"/>
        </a:accent3>
        <a:accent4>
          <a:srgbClr val="000000"/>
        </a:accent4>
        <a:accent5>
          <a:srgbClr val="EBEBEB"/>
        </a:accent5>
        <a:accent6>
          <a:srgbClr val="737373"/>
        </a:accent6>
        <a:hlink>
          <a:srgbClr val="4D4D4D"/>
        </a:hlink>
        <a:folHlink>
          <a:srgbClr val="EAEAEA"/>
        </a:folHlink>
      </a:clrScheme>
      <a:clrMap bg1="lt1" tx1="dk1" bg2="lt2" tx2="dk2" accent1="accent1" accent2="accent2" accent3="accent3" accent4="accent4" accent5="accent5" accent6="accent6" hlink="hlink" folHlink="folHlink"/>
    </a:extraClrScheme>
    <a:extraClrScheme>
      <a:clrScheme name="Chap01-Intro 5">
        <a:dk1>
          <a:srgbClr val="000000"/>
        </a:dk1>
        <a:lt1>
          <a:srgbClr val="FFFFFF"/>
        </a:lt1>
        <a:dk2>
          <a:srgbClr val="000000"/>
        </a:dk2>
        <a:lt2>
          <a:srgbClr val="808080"/>
        </a:lt2>
        <a:accent1>
          <a:srgbClr val="FFCC66"/>
        </a:accent1>
        <a:accent2>
          <a:srgbClr val="0000FF"/>
        </a:accent2>
        <a:accent3>
          <a:srgbClr val="FFFFFF"/>
        </a:accent3>
        <a:accent4>
          <a:srgbClr val="000000"/>
        </a:accent4>
        <a:accent5>
          <a:srgbClr val="FFE2B8"/>
        </a:accent5>
        <a:accent6>
          <a:srgbClr val="0000E7"/>
        </a:accent6>
        <a:hlink>
          <a:srgbClr val="CC00CC"/>
        </a:hlink>
        <a:folHlink>
          <a:srgbClr val="C0C0C0"/>
        </a:folHlink>
      </a:clrScheme>
      <a:clrMap bg1="lt1" tx1="dk1" bg2="lt2" tx2="dk2" accent1="accent1" accent2="accent2" accent3="accent3" accent4="accent4" accent5="accent5" accent6="accent6" hlink="hlink" folHlink="folHlink"/>
    </a:extraClrScheme>
    <a:extraClrScheme>
      <a:clrScheme name="Chap01-Intro 6">
        <a:dk1>
          <a:srgbClr val="000000"/>
        </a:dk1>
        <a:lt1>
          <a:srgbClr val="FFFFFF"/>
        </a:lt1>
        <a:dk2>
          <a:srgbClr val="000000"/>
        </a:dk2>
        <a:lt2>
          <a:srgbClr val="808080"/>
        </a:lt2>
        <a:accent1>
          <a:srgbClr val="C0C0C0"/>
        </a:accent1>
        <a:accent2>
          <a:srgbClr val="0066FF"/>
        </a:accent2>
        <a:accent3>
          <a:srgbClr val="FFFFFF"/>
        </a:accent3>
        <a:accent4>
          <a:srgbClr val="000000"/>
        </a:accent4>
        <a:accent5>
          <a:srgbClr val="DCDCDC"/>
        </a:accent5>
        <a:accent6>
          <a:srgbClr val="005CE7"/>
        </a:accent6>
        <a:hlink>
          <a:srgbClr val="FF0000"/>
        </a:hlink>
        <a:folHlink>
          <a:srgbClr val="009900"/>
        </a:folHlink>
      </a:clrScheme>
      <a:clrMap bg1="lt1" tx1="dk1" bg2="lt2" tx2="dk2" accent1="accent1" accent2="accent2" accent3="accent3" accent4="accent4" accent5="accent5" accent6="accent6" hlink="hlink" folHlink="folHlink"/>
    </a:extraClrScheme>
    <a:extraClrScheme>
      <a:clrScheme name="Chap01-Intro 7">
        <a:dk1>
          <a:srgbClr val="000000"/>
        </a:dk1>
        <a:lt1>
          <a:srgbClr val="FFFFFF"/>
        </a:lt1>
        <a:dk2>
          <a:srgbClr val="000000"/>
        </a:dk2>
        <a:lt2>
          <a:srgbClr val="808080"/>
        </a:lt2>
        <a:accent1>
          <a:srgbClr val="3399FF"/>
        </a:accent1>
        <a:accent2>
          <a:srgbClr val="99FFCC"/>
        </a:accent2>
        <a:accent3>
          <a:srgbClr val="FFFFFF"/>
        </a:accent3>
        <a:accent4>
          <a:srgbClr val="000000"/>
        </a:accent4>
        <a:accent5>
          <a:srgbClr val="ADCAFF"/>
        </a:accent5>
        <a:accent6>
          <a:srgbClr val="8AE7B9"/>
        </a:accent6>
        <a:hlink>
          <a:srgbClr val="CC00CC"/>
        </a:hlink>
        <a:folHlink>
          <a:srgbClr val="B2B2B2"/>
        </a:folHlink>
      </a:clrScheme>
      <a:clrMap bg1="lt1" tx1="dk1" bg2="lt2" tx2="dk2" accent1="accent1" accent2="accent2" accent3="accent3" accent4="accent4" accent5="accent5" accent6="accent6" hlink="hlink" folHlink="folHlink"/>
    </a:extraClrScheme>
  </a:extraClrSchemeLst>
</a:theme>
</file>

<file path=ppt/theme/theme2.xml><?xml version="1.0" encoding="utf-8"?>
<a:theme xmlns:a="http://schemas.openxmlformats.org/drawingml/2006/main" name="Theme">
  <a:themeElements>
    <a:clrScheme name="Office">
      <a:dk1>
        <a:sysClr val="windowText" lastClr="000000"/>
      </a:dk1>
      <a:lt1>
        <a:sysClr val="window" lastClr="FFFFFF"/>
      </a:lt1>
      <a:dk2>
        <a:srgbClr val="44546A"/>
      </a:dk2>
      <a:lt2>
        <a:srgbClr val="E7E6E6"/>
      </a:lt2>
      <a:accent1>
        <a:srgbClr val="5B9BD5"/>
      </a:accent1>
      <a:accent2>
        <a:srgbClr val="ED7D31"/>
      </a:accent2>
      <a:accent3>
        <a:srgbClr val="A5A5A5"/>
      </a:accent3>
      <a:accent4>
        <a:srgbClr val="FFC000"/>
      </a:accent4>
      <a:accent5>
        <a:srgbClr val="4472C4"/>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Theme" id="{C1C5D1BB-B8B3-449E-ABE3-BD1ADC446175}" vid="{8783730B-F0DD-45C7-9301-B01A4242EBAF}"/>
    </a:ext>
  </a:extLst>
</a:theme>
</file>

<file path=ppt/theme/theme3.xml><?xml version="1.0" encoding="utf-8"?>
<a:theme xmlns:a="http://schemas.openxmlformats.org/drawingml/2006/main" name="Office Theme">
  <a:themeElements>
    <a:clrScheme name="">
      <a:dk1>
        <a:srgbClr val="000000"/>
      </a:dk1>
      <a:lt1>
        <a:srgbClr val="FFFFFF"/>
      </a:lt1>
      <a:dk2>
        <a:srgbClr val="000000"/>
      </a:dk2>
      <a:lt2>
        <a:srgbClr val="808080"/>
      </a:lt2>
      <a:accent1>
        <a:srgbClr val="00CC99"/>
      </a:accent1>
      <a:accent2>
        <a:srgbClr val="3333CC"/>
      </a:accent2>
      <a:accent3>
        <a:srgbClr val="FFFFFF"/>
      </a:accent3>
      <a:accent4>
        <a:srgbClr val="000000"/>
      </a:accent4>
      <a:accent5>
        <a:srgbClr val="AAE2CA"/>
      </a:accent5>
      <a:accent6>
        <a:srgbClr val="2D2DB9"/>
      </a:accent6>
      <a:hlink>
        <a:srgbClr val="CCCCFF"/>
      </a:hlink>
      <a:folHlink>
        <a:srgbClr val="B2B2B2"/>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ppt/theme/theme4.xml><?xml version="1.0" encoding="utf-8"?>
<a:theme xmlns:a="http://schemas.openxmlformats.org/drawingml/2006/main" name="Office Theme">
  <a:themeElements>
    <a:clrScheme name="">
      <a:dk1>
        <a:srgbClr val="000000"/>
      </a:dk1>
      <a:lt1>
        <a:srgbClr val="FFFFFF"/>
      </a:lt1>
      <a:dk2>
        <a:srgbClr val="000000"/>
      </a:dk2>
      <a:lt2>
        <a:srgbClr val="808080"/>
      </a:lt2>
      <a:accent1>
        <a:srgbClr val="00CC99"/>
      </a:accent1>
      <a:accent2>
        <a:srgbClr val="3333CC"/>
      </a:accent2>
      <a:accent3>
        <a:srgbClr val="FFFFFF"/>
      </a:accent3>
      <a:accent4>
        <a:srgbClr val="000000"/>
      </a:accent4>
      <a:accent5>
        <a:srgbClr val="AAE2CA"/>
      </a:accent5>
      <a:accent6>
        <a:srgbClr val="2D2DB9"/>
      </a:accent6>
      <a:hlink>
        <a:srgbClr val="CCCCFF"/>
      </a:hlink>
      <a:folHlink>
        <a:srgbClr val="B2B2B2"/>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docProps/app.xml><?xml version="1.0" encoding="utf-8"?>
<Properties xmlns="http://schemas.openxmlformats.org/officeDocument/2006/extended-properties" xmlns:vt="http://schemas.openxmlformats.org/officeDocument/2006/docPropsVTypes">
  <Template/>
  <TotalTime>9119</TotalTime>
  <Words>1686</Words>
  <Application>Microsoft Office PowerPoint</Application>
  <PresentationFormat>On-screen Show (4:3)</PresentationFormat>
  <Paragraphs>251</Paragraphs>
  <Slides>31</Slides>
  <Notes>9</Notes>
  <HiddenSlides>0</HiddenSlides>
  <MMClips>0</MMClips>
  <ScaleCrop>false</ScaleCrop>
  <HeadingPairs>
    <vt:vector size="10" baseType="variant">
      <vt:variant>
        <vt:lpstr>Fonts Used</vt:lpstr>
      </vt:variant>
      <vt:variant>
        <vt:i4>7</vt:i4>
      </vt:variant>
      <vt:variant>
        <vt:lpstr>Theme</vt:lpstr>
      </vt:variant>
      <vt:variant>
        <vt:i4>2</vt:i4>
      </vt:variant>
      <vt:variant>
        <vt:lpstr>Embedded OLE Servers</vt:lpstr>
      </vt:variant>
      <vt:variant>
        <vt:i4>1</vt:i4>
      </vt:variant>
      <vt:variant>
        <vt:lpstr>Slide Titles</vt:lpstr>
      </vt:variant>
      <vt:variant>
        <vt:i4>31</vt:i4>
      </vt:variant>
      <vt:variant>
        <vt:lpstr>Custom Shows</vt:lpstr>
      </vt:variant>
      <vt:variant>
        <vt:i4>3</vt:i4>
      </vt:variant>
    </vt:vector>
  </HeadingPairs>
  <TitlesOfParts>
    <vt:vector size="44" baseType="lpstr">
      <vt:lpstr>Arial Unicode MS</vt:lpstr>
      <vt:lpstr>Arial</vt:lpstr>
      <vt:lpstr>Gill Sans MT</vt:lpstr>
      <vt:lpstr>Times New Roman</vt:lpstr>
      <vt:lpstr>Verdana</vt:lpstr>
      <vt:lpstr>Wingdings</vt:lpstr>
      <vt:lpstr>Wingdings 3</vt:lpstr>
      <vt:lpstr>1_Chap01-Intro</vt:lpstr>
      <vt:lpstr>Theme</vt:lpstr>
      <vt:lpstr>Bitmap Image</vt:lpstr>
      <vt:lpstr>Wireless LAN Security</vt:lpstr>
      <vt:lpstr>What is a wireless LAN?</vt:lpstr>
      <vt:lpstr>What is a wireless LAN?</vt:lpstr>
      <vt:lpstr>What is a wireless LAN?</vt:lpstr>
      <vt:lpstr>Current Standards – n, ac, ax</vt:lpstr>
      <vt:lpstr>WLAN setup: Basic Terms</vt:lpstr>
      <vt:lpstr>Wireless Access Point</vt:lpstr>
      <vt:lpstr>SSID for WLAN</vt:lpstr>
      <vt:lpstr>Good Practise for Administering SSID</vt:lpstr>
      <vt:lpstr>Risks in Wireless network</vt:lpstr>
      <vt:lpstr>Wardriving</vt:lpstr>
      <vt:lpstr>Threats from wardriving</vt:lpstr>
      <vt:lpstr>802.11 Security Mechanism</vt:lpstr>
      <vt:lpstr>PowerPoint Presentation</vt:lpstr>
      <vt:lpstr>PowerPoint Presentation</vt:lpstr>
      <vt:lpstr>Weaknesses of WEP</vt:lpstr>
      <vt:lpstr>Weaknesses of WEP</vt:lpstr>
      <vt:lpstr>How to defend when using WEP</vt:lpstr>
      <vt:lpstr>WEP Solution</vt:lpstr>
      <vt:lpstr>What is WPA?</vt:lpstr>
      <vt:lpstr>How WPA addresses WEP vulnerabilities</vt:lpstr>
      <vt:lpstr>Temporal Key Integrity Protocol (TKIP)</vt:lpstr>
      <vt:lpstr>How does 802.1x Authentication work</vt:lpstr>
      <vt:lpstr>WPA2</vt:lpstr>
      <vt:lpstr>What is CCMP?</vt:lpstr>
      <vt:lpstr>Wireless Security Key Features Comparison </vt:lpstr>
      <vt:lpstr>Wireless Security Tips</vt:lpstr>
      <vt:lpstr>Wireless Security Tips</vt:lpstr>
      <vt:lpstr>Wireless Security Tips</vt:lpstr>
      <vt:lpstr>Wireless Security Tips</vt:lpstr>
      <vt:lpstr>THE END</vt:lpstr>
      <vt:lpstr>ECSMP - Crypto 1</vt:lpstr>
      <vt:lpstr>ECSMP - Crypto 2</vt:lpstr>
      <vt:lpstr>Crypto</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Chapter 3 Application of Cryptography</dc:title>
  <dc:creator>ARTHI CHANDRASEKARAN</dc:creator>
  <cp:lastModifiedBy>ARTHI CHANDRASEKARAN</cp:lastModifiedBy>
  <cp:revision>419</cp:revision>
  <dcterms:created xsi:type="dcterms:W3CDTF">1601-01-01T00:00:00Z</dcterms:created>
  <dcterms:modified xsi:type="dcterms:W3CDTF">2018-01-16T08:13:28Z</dcterms:modified>
</cp:coreProperties>
</file>